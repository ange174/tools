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316" r:id="rId5"/>
    <p:sldId id="315" r:id="rId6"/>
    <p:sldId id="291" r:id="rId7"/>
    <p:sldId id="298" r:id="rId8"/>
    <p:sldId id="297" r:id="rId9"/>
    <p:sldId id="296" r:id="rId10"/>
    <p:sldId id="299" r:id="rId11"/>
    <p:sldId id="313" r:id="rId12"/>
    <p:sldId id="314" r:id="rId13"/>
    <p:sldId id="295" r:id="rId14"/>
    <p:sldId id="300" r:id="rId15"/>
    <p:sldId id="301" r:id="rId16"/>
    <p:sldId id="292" r:id="rId17"/>
    <p:sldId id="302" r:id="rId18"/>
    <p:sldId id="303" r:id="rId19"/>
    <p:sldId id="293" r:id="rId20"/>
    <p:sldId id="304" r:id="rId21"/>
    <p:sldId id="305" r:id="rId22"/>
    <p:sldId id="306" r:id="rId23"/>
    <p:sldId id="307" r:id="rId24"/>
    <p:sldId id="308" r:id="rId25"/>
    <p:sldId id="279" r:id="rId26"/>
    <p:sldId id="268" r:id="rId27"/>
    <p:sldId id="312" r:id="rId28"/>
    <p:sldId id="270" r:id="rId29"/>
    <p:sldId id="278" r:id="rId30"/>
    <p:sldId id="310" r:id="rId31"/>
    <p:sldId id="311" r:id="rId32"/>
  </p:sldIdLst>
  <p:sldSz cx="6858000" cy="12192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2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31D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94213-0286-408E-8BDA-80B58F73233A}" v="2" dt="2026-05-19T02:49:45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4660"/>
  </p:normalViewPr>
  <p:slideViewPr>
    <p:cSldViewPr snapToGrid="0">
      <p:cViewPr varScale="1">
        <p:scale>
          <a:sx n="33" d="100"/>
          <a:sy n="33" d="100"/>
        </p:scale>
        <p:origin x="2280" y="60"/>
      </p:cViewPr>
      <p:guideLst>
        <p:guide orient="horz" pos="2183"/>
        <p:guide pos="32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邱雅琳" userId="7fb532cc-600c-4e9a-9326-852a0cdcbe51" providerId="ADAL" clId="{B62FACEC-A3BC-4B50-AB02-6448BC334614}"/>
    <pc:docChg chg="undo custSel modSld modMainMaster modNotesMaster">
      <pc:chgData name="邱雅琳" userId="7fb532cc-600c-4e9a-9326-852a0cdcbe51" providerId="ADAL" clId="{B62FACEC-A3BC-4B50-AB02-6448BC334614}" dt="2026-05-19T02:49:47.562" v="6" actId="27636"/>
      <pc:docMkLst>
        <pc:docMk/>
      </pc:docMkLst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1602255685" sldId="268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602255685" sldId="268"/>
            <ac:spMk id="2" creationId="{5FECCF61-12A6-34F7-F1B1-10796439D09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602255685" sldId="268"/>
            <ac:spMk id="4" creationId="{5F691613-8B10-16FC-F37C-8D429F263AD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602255685" sldId="268"/>
            <ac:spMk id="6" creationId="{DBB26477-5DE0-480E-49EA-10504CEFDB6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602255685" sldId="268"/>
            <ac:spMk id="7" creationId="{192971FB-9922-7300-9ED9-AF7815E880EF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321458088" sldId="270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21458088" sldId="270"/>
            <ac:spMk id="2" creationId="{C18A0217-8EFD-0F67-EAA6-DBACAAD7598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21458088" sldId="270"/>
            <ac:spMk id="3" creationId="{B9E5659A-463F-4301-7542-2720A764EDE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21458088" sldId="270"/>
            <ac:spMk id="5" creationId="{2EF9EFF5-9BBD-3B68-681B-F60D696BCAD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21458088" sldId="270"/>
            <ac:spMk id="6" creationId="{A93D37C4-6AFD-8D85-8C34-923E4DB4EFB2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1002709812" sldId="278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002709812" sldId="278"/>
            <ac:spMk id="2" creationId="{9C962B57-1B4B-AD26-2BFD-1F3B3F5E5DA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002709812" sldId="278"/>
            <ac:spMk id="3" creationId="{D1B12E6F-6CB6-2150-D7DE-B95ED2D33C3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002709812" sldId="278"/>
            <ac:spMk id="5" creationId="{B297B649-3BB6-B502-4185-D54262518DF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002709812" sldId="278"/>
            <ac:spMk id="6" creationId="{F84821E6-1C46-73A8-9291-4282A22EAC62}"/>
          </ac:spMkLst>
        </pc:spChg>
      </pc:sldChg>
      <pc:sldChg chg="modSp mod">
        <pc:chgData name="邱雅琳" userId="7fb532cc-600c-4e9a-9326-852a0cdcbe51" providerId="ADAL" clId="{B62FACEC-A3BC-4B50-AB02-6448BC334614}" dt="2026-05-19T02:49:47.562" v="6" actId="27636"/>
        <pc:sldMkLst>
          <pc:docMk/>
          <pc:sldMk cId="3548980155" sldId="279"/>
        </pc:sldMkLst>
        <pc:spChg chg="mod">
          <ac:chgData name="邱雅琳" userId="7fb532cc-600c-4e9a-9326-852a0cdcbe51" providerId="ADAL" clId="{B62FACEC-A3BC-4B50-AB02-6448BC334614}" dt="2026-05-19T02:49:47.562" v="6" actId="27636"/>
          <ac:spMkLst>
            <pc:docMk/>
            <pc:sldMk cId="3548980155" sldId="279"/>
            <ac:spMk id="2" creationId="{A841CFEC-5DF0-0B6C-0688-576306069D5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548980155" sldId="279"/>
            <ac:spMk id="4" creationId="{8CA6E2BA-71AE-7A6E-BE1E-6FF590A545D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548980155" sldId="279"/>
            <ac:spMk id="8" creationId="{43ED6321-8960-DF5A-EAD3-999EA90BCA1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548980155" sldId="279"/>
            <ac:spMk id="9" creationId="{F9828F36-9ED0-08C2-9A72-E63D92CB4904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367271594" sldId="291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320" creationId="{A975CA8A-587F-6E43-5229-FB61D0D8226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266" creationId="{1A7539E6-0D66-210A-5273-D611051C95E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297" creationId="{C30EBBAB-565E-D8F1-C3CA-80E34671156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305" creationId="{80CC9489-3025-4259-CA24-3298DCF1DB5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347" creationId="{D59C922F-F388-C040-A61A-C24F65763D3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361" creationId="{8A492B49-BAE3-81BA-CA35-EAF4E8EA6273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432" creationId="{889D5FAD-9D32-F125-E7FA-7A67F98B43A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447" creationId="{28C55C60-DD06-6869-3DBC-5B07F53B9CD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451" creationId="{D75A1B3C-42A2-3E35-9C9D-01894023BD3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67271594" sldId="291"/>
            <ac:spMk id="1541" creationId="{D7A98100-E538-66BB-8DDD-FD9700952E84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2174287183" sldId="292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37" creationId="{1A2FEFE6-7294-C4B2-1C3D-04D4C7B950A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268" creationId="{15D2DE92-0854-BB24-8457-2A095EB7157B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310" creationId="{0B6AE94C-265F-74DB-E5BD-156A1011BCC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332" creationId="{91B82163-5097-0B9F-A613-0469F350668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375" creationId="{BF8AE9B1-B190-5BF5-6133-99CE6D7484A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404" creationId="{2F8BA0FA-C5FC-D8E3-87A9-462252CC023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427" creationId="{1A536B6A-0E84-19A4-7C35-616E6E203F7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441" creationId="{73D1F71A-C13B-3BC1-5A33-CED9581F97A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456" creationId="{A81A03DA-148B-4AD0-8AF2-87B7FEFBF4F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174287183" sldId="292"/>
            <ac:spMk id="1460" creationId="{7E5B66AD-3010-503D-9C75-C4EECB57ECDC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418116463" sldId="293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39" creationId="{5A5F711F-5AC5-C63C-162E-02C12459463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323" creationId="{A9FC043B-83CB-BA53-818C-9D3AA397302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356" creationId="{E657C21E-3EAB-2F0B-2709-97086C9036F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386" creationId="{831C3AF3-649E-6645-F6B9-A046B520D29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392" creationId="{1FB65626-BFB8-3C9D-4C34-3936820B0B98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423" creationId="{9C724473-A476-B07D-27EA-E50E0AC553E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445" creationId="{82970460-88BF-4353-FBDA-34B3F9E6DBC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446" creationId="{CFABA060-9287-4450-1F3D-278FD10F13D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449" creationId="{A4F4A27B-55D0-1FA6-BFBC-F2945FE9B77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18116463" sldId="293"/>
            <ac:spMk id="1542" creationId="{A8D77C2C-6D65-1353-65AC-39EBBEBA77F5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1132675955" sldId="295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3" creationId="{D67CCA4C-132F-A880-D51B-B9710F6AA330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4" creationId="{4C772E2C-EEF2-16EE-54BB-569BE85FDA2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292" creationId="{E39A4E5B-EE5F-CB66-DFA7-88345EB3844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319" creationId="{D6855192-8C30-EDB8-71E5-693B20C317B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350" creationId="{969E86CC-D8B7-705F-5869-1CC1E8844C90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375" creationId="{6E26B310-EB68-9480-76E9-09238392E3D0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379" creationId="{5D10F274-E661-A5CF-6A79-7BF99211919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384" creationId="{C2676C6E-E33C-5891-B782-46A8E74E7B0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455" creationId="{8358823A-884A-AA47-E04E-F6062D94288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32675955" sldId="295"/>
            <ac:spMk id="1507" creationId="{5C0DB145-097A-2389-6411-4363164CC84F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2318682271" sldId="296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29" creationId="{E15B220B-BF14-D8D1-640D-EE028BA4018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45" creationId="{79ADF982-1C0F-2EFC-02C1-7666FE23CE1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65" creationId="{A4194A56-15B4-B220-A3CA-5DCEAEE459B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267" creationId="{F6C21237-9F67-C450-0D44-4FD78A67B10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364" creationId="{16830EA0-682B-3DAA-B5CA-67A35CA52258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373" creationId="{B0E1094B-323E-1345-60EA-DD289D0B85BB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409" creationId="{4FD8FBA0-F42F-A660-B8E4-3FA9EC5B081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576" creationId="{3EFC287E-BC55-888A-49F7-A156D9A32590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587" creationId="{A913A0DB-E3C0-AF36-76E6-2B453272A3C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18682271" sldId="296"/>
            <ac:spMk id="1599" creationId="{6CD28425-5C9F-C642-29FD-ACCCC9B38132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1825561158" sldId="297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8" creationId="{DAD34BE8-0BBC-31FB-17E0-D76D855F8F43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14" creationId="{C2F0D29E-7E51-AF86-A88C-FF3CEDD49D1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46" creationId="{68FAC42C-D582-3152-06BE-C76772C065F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47" creationId="{FF091DAC-EA1C-8F9A-EC88-AAFBE36E1A2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1352" creationId="{2FAA42EE-3394-426A-C70A-BE52FD012D7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1656" creationId="{BDBF04BF-8ED1-7D38-2CC9-EAA48C555A6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1738" creationId="{ECCCAD76-D3AB-8449-CD56-876D69361478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1747" creationId="{ABC03866-51F1-F3C6-2FFC-3EDAA6C6F9A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1794" creationId="{F229274E-011B-854A-0FAC-953BBAB5A8A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825561158" sldId="297"/>
            <ac:spMk id="1822" creationId="{7926C6BD-A96E-9ADC-110F-07BD982B9155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1181024272" sldId="298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3" creationId="{3AAA7639-C00D-3745-EEE9-51E843A78CA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53" creationId="{E2757F47-2249-A8BC-C960-EB5F56D4B34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56" creationId="{3F11ACD5-A157-37EE-00A9-F2D19A0F7623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130" creationId="{31A2AC97-C993-9A94-2F99-96EA908FF94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133" creationId="{E39E7891-C12B-6AE4-1659-292967770F8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1375" creationId="{9E1F493D-A794-A6E7-9C39-59EBEAC0B50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1379" creationId="{6ED880C8-1E9B-361E-23E5-367A3650F9D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1388" creationId="{6748ABDB-1BE9-11F3-25EE-230DE9292BF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1409" creationId="{29EAC57F-31DF-54A1-4887-D48DA721DA4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81024272" sldId="298"/>
            <ac:spMk id="1420" creationId="{F42F1F5B-E9C9-2956-5895-39E2A5E0B2C0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3062618550" sldId="299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27" creationId="{91D4D669-EB79-17B7-09CF-6C5C7158363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40" creationId="{51152B14-ED1D-B36D-7E1A-C1BBBE84179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42" creationId="{4348444A-53DB-1A0F-962F-F7568FF54CF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55" creationId="{8E2E91C6-4BEE-0C10-F6EA-1E2223A8802B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61" creationId="{E44F73D3-B440-337B-827C-5B76F560610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130" creationId="{AB37037D-DD5C-74C0-1DAE-FAE2CD25C9C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143" creationId="{9B5A0E0A-4AED-C22E-B369-F9758C6D0F3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1364" creationId="{CC319546-3475-D5D3-F40D-2AD88E2A44E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1374" creationId="{FD33E9C6-7992-65EA-85EC-563AE2DAE0A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062618550" sldId="299"/>
            <ac:spMk id="1463" creationId="{EA5D30A6-9B46-E462-8771-67371275D3B3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4085920467" sldId="300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2" creationId="{EB81F72A-A9BC-1903-89FE-C3EA6F20C8B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63" creationId="{B1102F8B-9CE6-D434-CE2D-BD136D744A3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28" creationId="{37952F13-7EBC-F697-91EE-F9AE7C6354A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32" creationId="{78F31471-F040-1F21-700A-D5D5E6BDC97B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51" creationId="{14CB57F2-5546-69F0-B18F-B12A083AA0E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268" creationId="{20E4407C-D304-D7A4-1BF0-CD682A3C0E6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270" creationId="{7B1C9F00-B435-C203-CF98-AFD934FAD44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386" creationId="{463F0226-862E-D94A-8E51-349509C72E73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392" creationId="{57E4CCA0-96CC-AA72-5F8A-2AB004462D4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85920467" sldId="300"/>
            <ac:spMk id="1507" creationId="{5E5A290E-DCC1-B1D4-1906-CA43108B4446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1121139754" sldId="301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4" creationId="{79B0F717-57A1-E499-EAFB-2A6C159DDA8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14" creationId="{CB2F28D7-2525-E2D4-FF3E-3FB88156EAA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58" creationId="{63047340-F7DB-057B-D672-99C8EE82558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60" creationId="{7EBA76F7-1662-F96F-C63F-F42FC66A907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133" creationId="{3C505ECE-40AB-0D6C-722F-12F845840510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137" creationId="{26E47DAA-9EE3-C08D-9BDA-8C5D22AE665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1364" creationId="{3831B03D-8D8F-9283-B2DA-1292A18103F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1377" creationId="{5D441026-A63B-3104-D823-783D7767D5D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1409" creationId="{7124635A-88EA-289F-DEA9-41E0560076D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121139754" sldId="301"/>
            <ac:spMk id="1435" creationId="{E0DA0049-F623-D9F7-9C90-B9EE50D45703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787342536" sldId="302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21" creationId="{05892FAC-A2B3-0E8B-F60B-BB3490C60B38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32" creationId="{9CE6C1AF-DCA3-CCB1-EEE1-7719DBD5071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37" creationId="{C65755A3-2331-D014-AF77-D00A49F6598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57" creationId="{9BB7A758-4A0E-71B3-4A25-4D146F28143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62" creationId="{8571E572-5B4E-AD1D-63BB-30F3DBF94CA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132" creationId="{E3CFC1B8-A524-A092-0734-115AEE1F689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1383" creationId="{E8451616-4AA9-DE86-185B-D7E770BC46D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1391" creationId="{04F62B8E-182F-40B3-9FDC-444D25BC7E2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1400" creationId="{653E51A3-EC96-ADA1-4FB4-92CA54370AC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787342536" sldId="302"/>
            <ac:spMk id="1401" creationId="{B24AF8D2-E598-2E01-F8CA-A56BC02CED92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2948848235" sldId="303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14" creationId="{DC8C6C2C-EB78-8079-2BCE-22343E0987E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17" creationId="{A784738A-BC5B-9F69-4EBD-14E36EBD313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40" creationId="{3F5C5163-3246-053F-A592-4FE2C8072FC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57" creationId="{183BC5B7-45BB-4152-7569-B7D89A87082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130" creationId="{357720FF-80C9-6068-DDE8-EA13886DD5F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138" creationId="{1324F631-87A2-F681-07D3-9EAE576353F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150" creationId="{E1DD969B-D9DE-9D9F-62AE-6890CAC4E13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151" creationId="{5369A197-648B-CFB7-B384-C946098293A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1277" creationId="{7A9EE447-BD4D-FB90-43F7-ADB40355B09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948848235" sldId="303"/>
            <ac:spMk id="1347" creationId="{5D0502CF-5D18-4678-57F2-107A3ACBBC83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2409556351" sldId="304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8" creationId="{49A05A90-B101-E98E-78DB-2F2AE7730EF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17" creationId="{025AB203-CDDE-D5DB-4418-4DD7F92D86A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39" creationId="{C8BE60D6-A147-3D18-A724-2EF8EE24A478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49" creationId="{BAD8021E-CED1-98C3-C8A7-441C2ECBD78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63" creationId="{6D4C1A78-DC95-39CC-F2CF-608635D0EDA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133" creationId="{35B6DE00-3B1C-97E7-76F5-B339F32DA35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134" creationId="{3B9D6225-8F17-5279-F74C-2C94E044B32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1374" creationId="{528CE6E7-FFD1-2F3F-B7A1-242DA86C007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1391" creationId="{9BD255A9-DDCE-DA4C-C84C-5DD4AB59B0A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409556351" sldId="304"/>
            <ac:spMk id="1392" creationId="{26E0C419-0242-2FF9-3086-EE2FC7D41402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677071336" sldId="305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4" creationId="{15853750-8D73-CF1A-50FF-3F9C0D9C88F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5" creationId="{3FE66476-6A4C-C882-E1C4-7C355BC776A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19" creationId="{70781EF5-6636-2291-DEED-91F2F1C699D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57" creationId="{C4F4D819-00DD-5BC0-55F6-C30037222D0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128" creationId="{020E4B93-D4AC-287F-6A65-5B3CE44F109B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139" creationId="{8F02C3A6-379A-C93A-AD54-57808DD4172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143" creationId="{8C0AA83F-068A-B23B-7130-1C4A8411E7F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1292" creationId="{16BDBB5F-80F3-637C-211E-DF60F600CAF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1386" creationId="{14220DE2-0953-C00E-1940-CE81573957A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677071336" sldId="305"/>
            <ac:spMk id="1391" creationId="{ED48229B-02B3-7F52-C0B4-B12455096180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406428304" sldId="306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29" creationId="{5EC44CD6-1104-BB94-4493-986C71A4D4A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45" creationId="{F588E67D-C714-F675-7EE5-AE405712145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57" creationId="{62413334-DEC4-B523-E49D-26903576F683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61" creationId="{CD330567-8B4B-1E67-2274-6C28B833E85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150" creationId="{093EE450-93F9-34D0-5A73-E6B13EECCDB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1277" creationId="{BF990BE8-B5F0-76BD-C7BE-D535F6381818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1348" creationId="{E9CE215D-C97B-D41F-9226-9BF2AEA75D7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1351" creationId="{8AF50CCF-C59A-AD89-B480-D4475CB0876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1370" creationId="{C8745FA4-0427-4226-434D-A77A178B1B9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06428304" sldId="306"/>
            <ac:spMk id="1392" creationId="{8D3057D2-8C7D-CC18-F539-7A24844CDE03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2340807623" sldId="307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4" creationId="{7371B5B6-EFA8-1F4A-F922-A0A2938C57F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32" creationId="{9C2B98A7-BD4F-0CA7-54A5-5570EA1D271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44" creationId="{83FF550F-ED7C-A1B6-0855-BF45B23E546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1357" creationId="{735A2143-1911-50B8-D82E-94831458461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1359" creationId="{3A307A7C-2BC8-6C03-898B-FE30483A6BD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1368" creationId="{564FE2B1-721E-4979-25DE-8D739AED260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1371" creationId="{A20EBE65-CB1E-1D8E-2C01-2E7ABA23D97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1389" creationId="{0F00B288-C89A-36E4-E601-5BECC886D053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1397" creationId="{4DD13533-0038-0D91-A69A-D5FC1CBE0D0B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340807623" sldId="307"/>
            <ac:spMk id="1398" creationId="{2996FD37-9579-43E7-523C-C840C946B1ED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993240104" sldId="308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3" creationId="{9CF2E5EE-F119-9781-C43F-A4198289FDB0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58" creationId="{D8222EAE-238B-9581-F0B0-EDDD2340E4B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150" creationId="{49FFE6A0-A381-76A9-0238-AC835C4F0F4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1270" creationId="{A24A3A93-DAC0-7726-5D39-D4E55E854E5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1277" creationId="{ABD5DD93-7FBA-A8A4-14EF-99E277AD419D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1279" creationId="{7B70DA22-5F74-63C5-614E-0D80656E930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1292" creationId="{62E596B5-D916-FAB2-5699-C0D5EE05568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1386" creationId="{F5E576D2-BAFB-1434-6006-D160003E109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1401" creationId="{96342D0E-AD2C-B1FB-5264-11B1B1454F13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993240104" sldId="308"/>
            <ac:spMk id="1435" creationId="{5B8041EE-BF39-405F-8656-D09BBBDF861A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3147764179" sldId="310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147764179" sldId="310"/>
            <ac:spMk id="2" creationId="{943387F9-5DF1-F562-AA18-0640110D7F8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147764179" sldId="310"/>
            <ac:spMk id="3" creationId="{7DFBF948-1BB3-E325-474F-F7701A6EAB6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147764179" sldId="310"/>
            <ac:spMk id="5" creationId="{1E292813-3346-F386-F785-D753733E454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3147764179" sldId="310"/>
            <ac:spMk id="6" creationId="{4AD58453-DBAE-2A9F-802D-96FC3B738DB9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462241237" sldId="311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62241237" sldId="311"/>
            <ac:spMk id="2" creationId="{CFCEA4FE-94BB-3983-52EA-5F95CDB91D90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62241237" sldId="311"/>
            <ac:spMk id="3" creationId="{9941D1F8-1431-830B-D821-8CB614019AA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62241237" sldId="311"/>
            <ac:spMk id="5" creationId="{2ACAF572-65F7-54BE-F3E6-F67B8A584BD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62241237" sldId="311"/>
            <ac:spMk id="6" creationId="{43AF96E1-5216-1B2C-39CF-A34FD2DA10A4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2550572706" sldId="312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50572706" sldId="312"/>
            <ac:spMk id="2" creationId="{9A33B60D-DA16-608A-9B60-92369E0A24B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50572706" sldId="312"/>
            <ac:spMk id="6" creationId="{38EE60CF-2CB2-9C24-0D70-17356D4CBB7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50572706" sldId="312"/>
            <ac:spMk id="7" creationId="{124ACA6E-BC10-2174-AB44-B8BAF342DDF1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459992563" sldId="313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50" creationId="{A1FEE19B-34FE-3FF4-46E9-353430D271C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57" creationId="{B2E79FCD-0CB4-340C-332B-838ED9CFC17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59" creationId="{5F66C094-1FBA-D4BF-C3E9-69DC9A69E3AB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61" creationId="{7B21D322-A7AD-5CAE-5FD1-C4BBAE1F594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1344" creationId="{3015500E-EA42-2506-B749-77D8D211D81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1358" creationId="{9955713A-666A-0E25-74A4-90F8FC86D4FB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1390" creationId="{F73B5D7E-CA8D-D3A5-8268-43D88366FCA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1396" creationId="{07428484-E9B9-F456-0B2B-F7613CC688B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1437" creationId="{F3B726D3-4713-20BC-432B-D686660BCF62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459992563" sldId="313"/>
            <ac:spMk id="1460" creationId="{27D0E22A-4A2C-71EB-99C9-D56E9941C55A}"/>
          </ac:spMkLst>
        </pc:sp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25152143" sldId="314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152143" sldId="314"/>
            <ac:spMk id="5" creationId="{2BAF5375-263B-0CAC-C23F-7D3B670E2EA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152143" sldId="314"/>
            <ac:spMk id="7" creationId="{916B4438-AAF3-4FD3-FEE8-31472F4C635C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152143" sldId="314"/>
            <ac:spMk id="28" creationId="{3C15195B-2502-65DE-4AA3-05AA978119C4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152143" sldId="314"/>
            <ac:spMk id="137" creationId="{25107809-4C77-F5A8-6F7C-F54BF9D58E6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152143" sldId="314"/>
            <ac:spMk id="138" creationId="{F4CE89A2-3A4A-355A-9966-0CF04B7DE7B9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152143" sldId="314"/>
            <ac:spMk id="139" creationId="{00AB0B2D-7534-4EBE-499E-55C06DEB8898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25152143" sldId="314"/>
            <ac:spMk id="146" creationId="{5EE87291-EA6D-7E7C-4C2B-2BD37E99A216}"/>
          </ac:spMkLst>
        </pc:spChg>
        <pc:cxnChg chg="mod">
          <ac:chgData name="邱雅琳" userId="7fb532cc-600c-4e9a-9326-852a0cdcbe51" providerId="ADAL" clId="{B62FACEC-A3BC-4B50-AB02-6448BC334614}" dt="2026-05-19T02:49:45.993" v="3"/>
          <ac:cxnSpMkLst>
            <pc:docMk/>
            <pc:sldMk cId="25152143" sldId="314"/>
            <ac:cxnSpMk id="136" creationId="{C4376445-E894-9719-68DB-9426D41A0208}"/>
          </ac:cxnSpMkLst>
        </pc:cxnChg>
        <pc:cxnChg chg="mod">
          <ac:chgData name="邱雅琳" userId="7fb532cc-600c-4e9a-9326-852a0cdcbe51" providerId="ADAL" clId="{B62FACEC-A3BC-4B50-AB02-6448BC334614}" dt="2026-05-19T02:49:45.993" v="3"/>
          <ac:cxnSpMkLst>
            <pc:docMk/>
            <pc:sldMk cId="25152143" sldId="314"/>
            <ac:cxnSpMk id="141" creationId="{5322B422-6479-3AF3-319C-805B9BF93977}"/>
          </ac:cxnSpMkLst>
        </pc:cxnChg>
        <pc:cxnChg chg="mod">
          <ac:chgData name="邱雅琳" userId="7fb532cc-600c-4e9a-9326-852a0cdcbe51" providerId="ADAL" clId="{B62FACEC-A3BC-4B50-AB02-6448BC334614}" dt="2026-05-19T02:49:45.993" v="3"/>
          <ac:cxnSpMkLst>
            <pc:docMk/>
            <pc:sldMk cId="25152143" sldId="314"/>
            <ac:cxnSpMk id="144" creationId="{9A8F413B-D428-7E5F-B6FC-A82F259EC21F}"/>
          </ac:cxnSpMkLst>
        </pc:cxnChg>
      </pc:sldChg>
      <pc:sldChg chg="modSp">
        <pc:chgData name="邱雅琳" userId="7fb532cc-600c-4e9a-9326-852a0cdcbe51" providerId="ADAL" clId="{B62FACEC-A3BC-4B50-AB02-6448BC334614}" dt="2026-05-19T02:49:45.993" v="3"/>
        <pc:sldMkLst>
          <pc:docMk/>
          <pc:sldMk cId="1092571009" sldId="315"/>
        </pc:sld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092571009" sldId="315"/>
            <ac:spMk id="2" creationId="{7D0CEEB5-FA67-7D1A-EE00-07F8377863B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092571009" sldId="315"/>
            <ac:spMk id="3" creationId="{3CCEF28B-9A10-72B9-1052-B7CD3D70DC26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092571009" sldId="315"/>
            <ac:spMk id="4" creationId="{D4E1272C-D36F-07A2-9AE9-324D438E9DB5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092571009" sldId="315"/>
            <ac:spMk id="8" creationId="{BD890A46-471F-5AAB-BAA0-AC5CA9CA1DD9}"/>
          </ac:spMkLst>
        </pc:spChg>
      </pc:sldChg>
      <pc:sldChg chg="modSp mod">
        <pc:chgData name="邱雅琳" userId="7fb532cc-600c-4e9a-9326-852a0cdcbe51" providerId="ADAL" clId="{B62FACEC-A3BC-4B50-AB02-6448BC334614}" dt="2026-05-19T02:49:47.562" v="6" actId="27636"/>
        <pc:sldMkLst>
          <pc:docMk/>
          <pc:sldMk cId="1778623439" sldId="316"/>
        </pc:sldMkLst>
        <pc:spChg chg="mod">
          <ac:chgData name="邱雅琳" userId="7fb532cc-600c-4e9a-9326-852a0cdcbe51" providerId="ADAL" clId="{B62FACEC-A3BC-4B50-AB02-6448BC334614}" dt="2026-05-19T02:49:47.562" v="6" actId="27636"/>
          <ac:spMkLst>
            <pc:docMk/>
            <pc:sldMk cId="1778623439" sldId="316"/>
            <ac:spMk id="2" creationId="{C2EB806B-406B-EA11-3DD1-E5E973FEEAD3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778623439" sldId="316"/>
            <ac:spMk id="3" creationId="{A4ECFADD-FF3C-7541-92EF-5C17EC6BCB0E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k cId="1778623439" sldId="316"/>
            <ac:spMk id="4" creationId="{B9C1437A-4F23-E7FE-0149-FDDD6D3E4B56}"/>
          </ac:spMkLst>
        </pc:spChg>
      </pc:sldChg>
      <pc:sldMasterChg chg="modSp modSldLayout">
        <pc:chgData name="邱雅琳" userId="7fb532cc-600c-4e9a-9326-852a0cdcbe51" providerId="ADAL" clId="{B62FACEC-A3BC-4B50-AB02-6448BC334614}" dt="2026-05-19T02:49:45.993" v="3"/>
        <pc:sldMasterMkLst>
          <pc:docMk/>
          <pc:sldMasterMk cId="3245757919" sldId="2147483648"/>
        </pc:sldMasterMkLst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asterMk cId="3245757919" sldId="2147483648"/>
            <ac:spMk id="2" creationId="{474B4D61-F070-49D9-945C-F513616A8377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asterMk cId="3245757919" sldId="2147483648"/>
            <ac:spMk id="3" creationId="{A715A98A-1C7B-4E1F-8048-D31E036A8851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asterMk cId="3245757919" sldId="2147483648"/>
            <ac:spMk id="4" creationId="{F16DAF22-89ED-48C8-8910-3D04F400427A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asterMk cId="3245757919" sldId="2147483648"/>
            <ac:spMk id="5" creationId="{C37F68B8-24A4-4657-91D5-5C1491E5375F}"/>
          </ac:spMkLst>
        </pc:spChg>
        <pc:spChg chg="mod">
          <ac:chgData name="邱雅琳" userId="7fb532cc-600c-4e9a-9326-852a0cdcbe51" providerId="ADAL" clId="{B62FACEC-A3BC-4B50-AB02-6448BC334614}" dt="2026-05-19T02:49:45.993" v="3"/>
          <ac:spMkLst>
            <pc:docMk/>
            <pc:sldMasterMk cId="3245757919" sldId="2147483648"/>
            <ac:spMk id="6" creationId="{11D4C36A-921F-4E5C-8AD3-707C673DE726}"/>
          </ac:spMkLst>
        </pc:spChg>
        <pc:sldLayoutChg chg="modSp">
          <pc:chgData name="邱雅琳" userId="7fb532cc-600c-4e9a-9326-852a0cdcbe51" providerId="ADAL" clId="{B62FACEC-A3BC-4B50-AB02-6448BC334614}" dt="2026-05-19T02:49:45.993" v="3"/>
          <pc:sldLayoutMkLst>
            <pc:docMk/>
            <pc:sldMasterMk cId="3245757919" sldId="2147483648"/>
            <pc:sldLayoutMk cId="1573089895" sldId="2147483649"/>
          </pc:sldLayoutMkLst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1573089895" sldId="2147483649"/>
              <ac:spMk id="2" creationId="{62D4D400-61E5-42FD-AEED-CC3247F412CB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1573089895" sldId="2147483649"/>
              <ac:spMk id="3" creationId="{423BC122-22D4-4D1E-9083-5B8345AC42EF}"/>
            </ac:spMkLst>
          </pc:spChg>
        </pc:sldLayoutChg>
        <pc:sldLayoutChg chg="modSp">
          <pc:chgData name="邱雅琳" userId="7fb532cc-600c-4e9a-9326-852a0cdcbe51" providerId="ADAL" clId="{B62FACEC-A3BC-4B50-AB02-6448BC334614}" dt="2026-05-19T02:49:45.993" v="3"/>
          <pc:sldLayoutMkLst>
            <pc:docMk/>
            <pc:sldMasterMk cId="3245757919" sldId="2147483648"/>
            <pc:sldLayoutMk cId="215376270" sldId="2147483651"/>
          </pc:sldLayoutMkLst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15376270" sldId="2147483651"/>
              <ac:spMk id="2" creationId="{DEED7EA7-79F3-4C48-B2EA-D130DD565AF1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15376270" sldId="2147483651"/>
              <ac:spMk id="3" creationId="{098D7F28-F2C0-484D-998D-2D23FC63A901}"/>
            </ac:spMkLst>
          </pc:spChg>
        </pc:sldLayoutChg>
        <pc:sldLayoutChg chg="modSp">
          <pc:chgData name="邱雅琳" userId="7fb532cc-600c-4e9a-9326-852a0cdcbe51" providerId="ADAL" clId="{B62FACEC-A3BC-4B50-AB02-6448BC334614}" dt="2026-05-19T02:49:45.993" v="3"/>
          <pc:sldLayoutMkLst>
            <pc:docMk/>
            <pc:sldMasterMk cId="3245757919" sldId="2147483648"/>
            <pc:sldLayoutMk cId="2622489060" sldId="2147483652"/>
          </pc:sldLayoutMkLst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622489060" sldId="2147483652"/>
              <ac:spMk id="3" creationId="{F18F72AF-280E-455F-8C5D-5284FF8A629D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622489060" sldId="2147483652"/>
              <ac:spMk id="4" creationId="{D5B6F07E-056E-4788-88E4-CB1BE47679F7}"/>
            </ac:spMkLst>
          </pc:spChg>
        </pc:sldLayoutChg>
        <pc:sldLayoutChg chg="modSp">
          <pc:chgData name="邱雅琳" userId="7fb532cc-600c-4e9a-9326-852a0cdcbe51" providerId="ADAL" clId="{B62FACEC-A3BC-4B50-AB02-6448BC334614}" dt="2026-05-19T02:49:45.993" v="3"/>
          <pc:sldLayoutMkLst>
            <pc:docMk/>
            <pc:sldMasterMk cId="3245757919" sldId="2147483648"/>
            <pc:sldLayoutMk cId="2941152740" sldId="2147483653"/>
          </pc:sldLayoutMkLst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941152740" sldId="2147483653"/>
              <ac:spMk id="2" creationId="{2A007CCD-625C-4224-94AC-91AE4A58AEB7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941152740" sldId="2147483653"/>
              <ac:spMk id="3" creationId="{DC27821C-C4F5-4AFE-BA4A-201771677777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941152740" sldId="2147483653"/>
              <ac:spMk id="4" creationId="{AA4CF8F9-B921-4A17-81CC-E8A54871DC10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941152740" sldId="2147483653"/>
              <ac:spMk id="5" creationId="{B996EA48-5C95-4701-8472-9E6E94CF50F8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2941152740" sldId="2147483653"/>
              <ac:spMk id="6" creationId="{B9E5007F-867F-432C-AF93-EBD7D1257AD4}"/>
            </ac:spMkLst>
          </pc:spChg>
        </pc:sldLayoutChg>
        <pc:sldLayoutChg chg="modSp">
          <pc:chgData name="邱雅琳" userId="7fb532cc-600c-4e9a-9326-852a0cdcbe51" providerId="ADAL" clId="{B62FACEC-A3BC-4B50-AB02-6448BC334614}" dt="2026-05-19T02:49:45.993" v="3"/>
          <pc:sldLayoutMkLst>
            <pc:docMk/>
            <pc:sldMasterMk cId="3245757919" sldId="2147483648"/>
            <pc:sldLayoutMk cId="60437507" sldId="2147483656"/>
          </pc:sldLayoutMkLst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60437507" sldId="2147483656"/>
              <ac:spMk id="2" creationId="{D37EB00B-40F2-4035-AA70-DED96343F4A4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60437507" sldId="2147483656"/>
              <ac:spMk id="3" creationId="{6B5A1D37-2ACA-42D5-ADEF-1F2EE8E3E96B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60437507" sldId="2147483656"/>
              <ac:spMk id="4" creationId="{B36975A2-20FE-4153-B96A-ED8E747F6EAA}"/>
            </ac:spMkLst>
          </pc:spChg>
        </pc:sldLayoutChg>
        <pc:sldLayoutChg chg="modSp">
          <pc:chgData name="邱雅琳" userId="7fb532cc-600c-4e9a-9326-852a0cdcbe51" providerId="ADAL" clId="{B62FACEC-A3BC-4B50-AB02-6448BC334614}" dt="2026-05-19T02:49:45.993" v="3"/>
          <pc:sldLayoutMkLst>
            <pc:docMk/>
            <pc:sldMasterMk cId="3245757919" sldId="2147483648"/>
            <pc:sldLayoutMk cId="3244559469" sldId="2147483657"/>
          </pc:sldLayoutMkLst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3244559469" sldId="2147483657"/>
              <ac:spMk id="2" creationId="{EEB70919-7B1F-4D3F-94DB-D5DF5151038B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3244559469" sldId="2147483657"/>
              <ac:spMk id="3" creationId="{D62E2F1E-96F6-4759-BEA6-4B369CD6A859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3244559469" sldId="2147483657"/>
              <ac:spMk id="4" creationId="{B628F99F-09BE-4BD6-8933-B0C03B123CED}"/>
            </ac:spMkLst>
          </pc:spChg>
        </pc:sldLayoutChg>
        <pc:sldLayoutChg chg="modSp">
          <pc:chgData name="邱雅琳" userId="7fb532cc-600c-4e9a-9326-852a0cdcbe51" providerId="ADAL" clId="{B62FACEC-A3BC-4B50-AB02-6448BC334614}" dt="2026-05-19T02:49:45.993" v="3"/>
          <pc:sldLayoutMkLst>
            <pc:docMk/>
            <pc:sldMasterMk cId="3245757919" sldId="2147483648"/>
            <pc:sldLayoutMk cId="4109770891" sldId="2147483659"/>
          </pc:sldLayoutMkLst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4109770891" sldId="2147483659"/>
              <ac:spMk id="2" creationId="{A048AC83-0D42-44A7-8935-CAE8E612ED2C}"/>
            </ac:spMkLst>
          </pc:spChg>
          <pc:spChg chg="mod">
            <ac:chgData name="邱雅琳" userId="7fb532cc-600c-4e9a-9326-852a0cdcbe51" providerId="ADAL" clId="{B62FACEC-A3BC-4B50-AB02-6448BC334614}" dt="2026-05-19T02:49:45.993" v="3"/>
            <ac:spMkLst>
              <pc:docMk/>
              <pc:sldMasterMk cId="3245757919" sldId="2147483648"/>
              <pc:sldLayoutMk cId="4109770891" sldId="2147483659"/>
              <ac:spMk id="3" creationId="{99FAB974-658D-40A8-A089-F2F565927360}"/>
            </ac:spMkLst>
          </pc:spChg>
        </pc:sldLayoutChg>
      </pc:sldMasterChg>
    </pc:docChg>
  </pc:docChgLst>
  <pc:docChgLst>
    <pc:chgData name="邱雅琳" userId="S::angel@jbjob.com.tw::7fb532cc-600c-4e9a-9326-852a0cdcbe51" providerId="AD" clId="Web-{081B3712-3087-4AFD-85B8-7220AC622230}"/>
    <pc:docChg chg="modSld">
      <pc:chgData name="邱雅琳" userId="S::angel@jbjob.com.tw::7fb532cc-600c-4e9a-9326-852a0cdcbe51" providerId="AD" clId="Web-{081B3712-3087-4AFD-85B8-7220AC622230}" dt="2026-05-15T03:16:27.795" v="1" actId="14100"/>
      <pc:docMkLst>
        <pc:docMk/>
      </pc:docMkLst>
      <pc:sldChg chg="modSp">
        <pc:chgData name="邱雅琳" userId="S::angel@jbjob.com.tw::7fb532cc-600c-4e9a-9326-852a0cdcbe51" providerId="AD" clId="Web-{081B3712-3087-4AFD-85B8-7220AC622230}" dt="2026-05-15T03:16:27.795" v="1" actId="14100"/>
        <pc:sldMkLst>
          <pc:docMk/>
          <pc:sldMk cId="1092571009" sldId="315"/>
        </pc:sldMkLst>
        <pc:spChg chg="mod">
          <ac:chgData name="邱雅琳" userId="S::angel@jbjob.com.tw::7fb532cc-600c-4e9a-9326-852a0cdcbe51" providerId="AD" clId="Web-{081B3712-3087-4AFD-85B8-7220AC622230}" dt="2026-05-15T03:16:27.795" v="1" actId="14100"/>
          <ac:spMkLst>
            <pc:docMk/>
            <pc:sldMk cId="1092571009" sldId="315"/>
            <ac:spMk id="2" creationId="{7D0CEEB5-FA67-7D1A-EE00-07F8377863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48ED5-16DB-4D5F-91B5-504CF0EA4787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457450" y="1241425"/>
            <a:ext cx="188277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8D19A-592C-4B38-9DA5-AC74025554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680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4D400-61E5-42FD-AEED-CC3247F41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3BC122-22D4-4D1E-9083-5B8345AC4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644993-0054-4C02-B7EC-B55837B6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D9B7B-172F-40F4-A7EF-D0F2D0C94D5D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14A068-91BD-4B6C-9671-769EE945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54BEA1-9235-4A45-813B-BFB8BFC4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08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BE95FF-E2E4-4A77-862B-E543967F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38D3DD-E105-4E92-8C01-C36CCE0F0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EB27EF-4A5E-4EB7-98AC-66B87136C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5B3EC-7A92-4A15-A00C-5F1822636A03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BF97B6-C717-4AC0-BE83-D745F292F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912DA1-53FA-40B6-AC6B-D947F47B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9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D7EA7-79F3-4C48-B2EA-D130DD56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8D7F28-F2C0-484D-998D-2D23FC63A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7C4F11-6E57-4972-B6CC-C0F310CF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5534-A813-42B7-8AE9-FD91F40F1E64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AB49B9-C4E4-4FE4-8C64-1E47F95B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607D9B-5482-45F0-932F-D8CF37E5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7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6B3E5A-05A3-48A2-8640-AC2F6F8B0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8F72AF-280E-455F-8C5D-5284FF8A6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B6F07E-056E-4788-88E4-CB1BE4767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254B86-6226-43D2-AC6C-DBDF15ABE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66E58-C3EC-4039-A968-4884DB9320D0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7CA12E-48EE-45D3-AD5F-9135B5D5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A22EFF-1C83-4E45-BDA9-675F30C5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48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007CCD-625C-4224-94AC-91AE4A58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27821C-C4F5-4AFE-BA4A-201771677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4CF8F9-B921-4A17-81CC-E8A54871D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996EA48-5C95-4701-8472-9E6E94CF5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9E5007F-867F-432C-AF93-EBD7D1257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C69CF26-2586-4054-8CF9-C9BA1464D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2EA4C-0A43-449A-BE10-55F765E2D61D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3601AA-194E-454C-99E1-B3365566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6F7B7BC-E0A0-4683-A041-AB762A5D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15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CEC17B-BA74-43E7-97B8-C8D8720C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F69208B-F0BA-4DA1-8AA7-39C756C9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8049-4470-4FB1-94BB-5B3A73ACE548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8EC31BF-CC43-4F1E-99E9-97673BF3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621DF5-E2DF-4D67-90EC-D0F52B0C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73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E438A39-AE40-4850-93A7-F7A0FC1B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757D4-8273-421D-A999-543D4BA6CAB4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83B50E-4540-4050-9981-1242ED1D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A79E2D-8204-4906-846B-B50531D4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10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7EB00B-40F2-4035-AA70-DED96343F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5A1D37-2ACA-42D5-ADEF-1F2EE8E3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36975A2-20FE-4153-B96A-ED8E747F6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38F7AB-2673-41EB-8C2D-58F10EF77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38CD0-8A8C-4DE9-A9E8-933D0A7A45E6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B749E0-FE4D-40F6-9FD6-568CE273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0FD45D-66B1-4A0F-A4B1-FEA5A5D5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3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70919-7B1F-4D3F-94DB-D5DF5151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62E2F1E-96F6-4759-BEA6-4B369CD6A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28F99F-09BE-4BD6-8933-B0C03B123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E8AEBF-068B-4330-9C56-BDCB8BA8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43886-0ADA-49DC-A178-976F0630B1FC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3A26D5-B3AA-415A-8944-8495C4940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E800A4-811A-45C1-BA33-9641A447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4559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E02108-2395-47B6-A54D-3E6DFA5D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1EA3B2-414E-4B76-A436-343AF1215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FD976F-A2BE-406A-927C-396A8BD6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E45EC-DCF2-4423-85EB-8B4C493E6FDF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AD22E3-124D-450B-B7DF-A90EDF08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95C047-43E3-486D-9588-BAF231DF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455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48AC83-0D42-44A7-8935-CAE8E612E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FAB974-658D-40A8-A089-F2F565927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02542F-5D79-46BB-AC82-7F731E9E8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7A937-DC3B-4793-BD73-7EDE8A408AE6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5C5165-BC7B-4B92-B27D-27B18D19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082973-142A-4758-93B3-6B9A8737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77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74B4D61-F070-49D9-945C-F513616A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15A98A-1C7B-4E1F-8048-D31E036A8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6DAF22-89ED-48C8-8910-3D04F4004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4A4AB-4728-4EDC-B5F5-077A24B00BC6}" type="datetime1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7F68B8-24A4-4657-91D5-5C1491E53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D4C36A-921F-4E5C-8AD3-707C673DE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F0C76-1774-44F4-9A7B-3F52CA5A8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75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B339-2F5B-A225-A824-667EFEC7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B806B-406B-EA11-3DD1-E5E973FEE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572294" y="5433218"/>
            <a:ext cx="0" cy="0"/>
          </a:xfrm>
        </p:spPr>
        <p:txBody>
          <a:bodyPr/>
          <a:lstStyle/>
          <a:p>
            <a:r>
              <a:rPr lang="zh-TW" altLang="en-US" dirty="0"/>
              <a:t>         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CFADD-FF3C-7541-92EF-5C17EC6BC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317999"/>
            <a:ext cx="6857999" cy="30226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zh-TW" altLang="en-US" sz="9600" b="1" dirty="0">
                <a:solidFill>
                  <a:srgbClr val="FF0000"/>
                </a:solidFill>
              </a:rPr>
              <a:t>   長安宿舍  電盤</a:t>
            </a:r>
            <a:endParaRPr lang="en-US" altLang="zh-TW" sz="9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9600" b="1" dirty="0">
                <a:solidFill>
                  <a:srgbClr val="FF0000"/>
                </a:solidFill>
              </a:rPr>
              <a:t>         電工製圖</a:t>
            </a:r>
            <a:endParaRPr lang="en-US" altLang="zh-TW" sz="9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sz="9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3401" b="1" dirty="0">
                <a:solidFill>
                  <a:srgbClr val="FF0000"/>
                </a:solidFill>
              </a:rPr>
              <a:t>                                       長安宿舍 電盤 </a:t>
            </a:r>
            <a:r>
              <a:rPr lang="en-US" altLang="zh-TW" sz="3401" b="1" dirty="0">
                <a:solidFill>
                  <a:srgbClr val="FF0000"/>
                </a:solidFill>
              </a:rPr>
              <a:t> 20260511-V1</a:t>
            </a:r>
            <a:r>
              <a:rPr lang="zh-TW" altLang="en-US" sz="3401" b="1" dirty="0">
                <a:solidFill>
                  <a:srgbClr val="FF0000"/>
                </a:solidFill>
              </a:rPr>
              <a:t>               </a:t>
            </a:r>
            <a:endParaRPr lang="zh-TW" altLang="en-US" sz="3401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C1437A-4F23-E7FE-0149-FDDD6D3E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89037" y="1063783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623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85EF-C701-D565-6178-36BC43F0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CEEB5-FA67-7D1A-EE00-07F83778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46" y="698754"/>
            <a:ext cx="5366658" cy="830943"/>
          </a:xfrm>
        </p:spPr>
        <p:txBody>
          <a:bodyPr>
            <a:normAutofit fontScale="90000"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                        長安宿舍  電盤位置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CEF28B-9A10-72B9-1052-B7CD3D70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647" y="3319161"/>
            <a:ext cx="8354409" cy="555367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zh-TW" altLang="en-US" sz="2900" b="1" dirty="0">
                <a:latin typeface="+mj-ea"/>
                <a:ea typeface="+mj-ea"/>
              </a:rPr>
              <a:t>    </a:t>
            </a:r>
            <a:r>
              <a:rPr lang="en-US" altLang="zh-TW" sz="2900" b="1" dirty="0">
                <a:latin typeface="+mj-ea"/>
                <a:ea typeface="+mj-ea"/>
              </a:rPr>
              <a:t>1 F  (</a:t>
            </a:r>
            <a:r>
              <a:rPr lang="zh-TW" altLang="en-US" sz="2900" b="1" dirty="0">
                <a:latin typeface="+mj-ea"/>
                <a:ea typeface="+mj-ea"/>
              </a:rPr>
              <a:t>倉庫內</a:t>
            </a:r>
            <a:r>
              <a:rPr lang="en-US" altLang="zh-TW" sz="2900" b="1" dirty="0">
                <a:latin typeface="+mj-ea"/>
                <a:ea typeface="+mj-ea"/>
              </a:rPr>
              <a:t>) </a:t>
            </a:r>
            <a:r>
              <a:rPr lang="en-US" altLang="zh-TW" sz="2900" dirty="0">
                <a:latin typeface="+mn-ea"/>
              </a:rPr>
              <a:t>-----------------</a:t>
            </a:r>
            <a:r>
              <a:rPr lang="zh-TW" altLang="en-US" sz="2900" dirty="0">
                <a:latin typeface="+mn-ea"/>
              </a:rPr>
              <a:t> </a:t>
            </a:r>
            <a:r>
              <a:rPr lang="en-US" altLang="zh-TW" sz="2900" b="1" dirty="0">
                <a:solidFill>
                  <a:srgbClr val="FF0000"/>
                </a:solidFill>
              </a:rPr>
              <a:t>JCA1F-D1</a:t>
            </a:r>
            <a:r>
              <a:rPr lang="zh-TW" altLang="en-US" sz="2900" b="1" dirty="0">
                <a:solidFill>
                  <a:srgbClr val="FF0000"/>
                </a:solidFill>
              </a:rPr>
              <a:t> </a:t>
            </a:r>
            <a:r>
              <a:rPr lang="en-US" altLang="zh-TW" sz="3200" b="1" dirty="0">
                <a:solidFill>
                  <a:srgbClr val="7030A0"/>
                </a:solidFill>
              </a:rPr>
              <a:t> (IF</a:t>
            </a:r>
            <a:r>
              <a:rPr lang="zh-TW" altLang="en-US" sz="3200" b="1" dirty="0">
                <a:solidFill>
                  <a:srgbClr val="7030A0"/>
                </a:solidFill>
              </a:rPr>
              <a:t>房間總盤</a:t>
            </a:r>
            <a:r>
              <a:rPr lang="en-US" altLang="zh-TW" sz="3200" b="1" dirty="0">
                <a:solidFill>
                  <a:srgbClr val="7030A0"/>
                </a:solidFill>
              </a:rPr>
              <a:t>)</a:t>
            </a: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2900" b="1" dirty="0">
                <a:latin typeface="+mj-ea"/>
              </a:rPr>
              <a:t>    </a:t>
            </a:r>
            <a:r>
              <a:rPr lang="en-US" altLang="zh-TW" sz="2900" b="1" dirty="0">
                <a:latin typeface="+mj-ea"/>
              </a:rPr>
              <a:t>1 F  (</a:t>
            </a:r>
            <a:r>
              <a:rPr lang="zh-TW" altLang="en-US" sz="2900" b="1" dirty="0">
                <a:latin typeface="+mj-ea"/>
              </a:rPr>
              <a:t>後廚房區</a:t>
            </a:r>
            <a:r>
              <a:rPr lang="en-US" altLang="zh-TW" sz="2900" b="1" dirty="0">
                <a:latin typeface="+mj-ea"/>
              </a:rPr>
              <a:t>) --------</a:t>
            </a:r>
            <a:r>
              <a:rPr lang="en-US" altLang="zh-TW" sz="2900" dirty="0">
                <a:latin typeface="+mn-ea"/>
              </a:rPr>
              <a:t>-----</a:t>
            </a:r>
            <a:r>
              <a:rPr lang="zh-TW" altLang="en-US" sz="2900" b="1" dirty="0">
                <a:latin typeface="+mj-ea"/>
              </a:rPr>
              <a:t>  </a:t>
            </a:r>
            <a:r>
              <a:rPr lang="en-US" altLang="zh-TW" sz="2900" b="1" dirty="0">
                <a:solidFill>
                  <a:srgbClr val="FF0000"/>
                </a:solidFill>
              </a:rPr>
              <a:t>JCA1F-D2 </a:t>
            </a:r>
            <a:r>
              <a:rPr lang="zh-TW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zh-TW" sz="3200" b="1" dirty="0">
                <a:solidFill>
                  <a:srgbClr val="7030A0"/>
                </a:solidFill>
              </a:rPr>
              <a:t>(</a:t>
            </a:r>
            <a:r>
              <a:rPr lang="zh-TW" altLang="en-US" sz="3200" b="1" dirty="0">
                <a:solidFill>
                  <a:srgbClr val="7030A0"/>
                </a:solidFill>
              </a:rPr>
              <a:t>廚房左</a:t>
            </a:r>
            <a:r>
              <a:rPr lang="en-US" altLang="zh-TW" sz="3200" b="1" dirty="0">
                <a:solidFill>
                  <a:srgbClr val="7030A0"/>
                </a:solidFill>
              </a:rPr>
              <a:t>)</a:t>
            </a:r>
            <a:r>
              <a:rPr lang="zh-TW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zh-TW" sz="2900" b="1" dirty="0">
                <a:solidFill>
                  <a:srgbClr val="FF0000"/>
                </a:solidFill>
              </a:rPr>
              <a:t> </a:t>
            </a:r>
            <a:r>
              <a:rPr lang="zh-TW" altLang="en-US" sz="2900" b="1" dirty="0">
                <a:solidFill>
                  <a:srgbClr val="FF0000"/>
                </a:solidFill>
              </a:rPr>
              <a:t>   </a:t>
            </a: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2900" b="1" dirty="0">
                <a:solidFill>
                  <a:srgbClr val="FF0000"/>
                </a:solidFill>
              </a:rPr>
              <a:t>                                                    </a:t>
            </a:r>
            <a:r>
              <a:rPr lang="en-US" altLang="zh-TW" sz="2900" b="1" dirty="0">
                <a:solidFill>
                  <a:srgbClr val="FF0000"/>
                </a:solidFill>
              </a:rPr>
              <a:t>  JCA1F-D3 </a:t>
            </a:r>
            <a:r>
              <a:rPr lang="zh-TW" altLang="en-US" sz="2900" b="1" dirty="0">
                <a:solidFill>
                  <a:srgbClr val="FF0000"/>
                </a:solidFill>
              </a:rPr>
              <a:t> </a:t>
            </a:r>
            <a:r>
              <a:rPr lang="en-US" altLang="zh-TW" sz="3200" b="1" dirty="0">
                <a:solidFill>
                  <a:srgbClr val="7030A0"/>
                </a:solidFill>
              </a:rPr>
              <a:t>(</a:t>
            </a:r>
            <a:r>
              <a:rPr lang="zh-TW" altLang="en-US" sz="3200" b="1" dirty="0">
                <a:solidFill>
                  <a:srgbClr val="7030A0"/>
                </a:solidFill>
              </a:rPr>
              <a:t>廚房右</a:t>
            </a:r>
            <a:r>
              <a:rPr lang="en-US" altLang="zh-TW" sz="3200" b="1" dirty="0">
                <a:solidFill>
                  <a:srgbClr val="7030A0"/>
                </a:solidFill>
              </a:rPr>
              <a:t>-</a:t>
            </a:r>
            <a:r>
              <a:rPr lang="zh-TW" altLang="en-US" sz="3200" b="1" dirty="0">
                <a:solidFill>
                  <a:srgbClr val="7030A0"/>
                </a:solidFill>
              </a:rPr>
              <a:t>插座</a:t>
            </a:r>
            <a:r>
              <a:rPr lang="en-US" altLang="zh-TW" sz="3200" b="1" dirty="0">
                <a:solidFill>
                  <a:srgbClr val="7030A0"/>
                </a:solidFill>
              </a:rPr>
              <a:t>) </a:t>
            </a:r>
            <a:r>
              <a:rPr lang="zh-TW" altLang="en-US" sz="2900" b="1" dirty="0">
                <a:solidFill>
                  <a:srgbClr val="FF0000"/>
                </a:solidFill>
              </a:rPr>
              <a:t> </a:t>
            </a:r>
            <a:r>
              <a:rPr lang="en-US" altLang="zh-TW" sz="2900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zh-TW" altLang="en-US" sz="2900" b="1" dirty="0">
                <a:solidFill>
                  <a:srgbClr val="FF0000"/>
                </a:solidFill>
              </a:rPr>
              <a:t>                                           </a:t>
            </a:r>
            <a:r>
              <a:rPr lang="en-US" altLang="zh-TW" sz="2900" b="1" dirty="0">
                <a:solidFill>
                  <a:srgbClr val="FF0000"/>
                </a:solidFill>
              </a:rPr>
              <a:t> </a:t>
            </a:r>
            <a:r>
              <a:rPr lang="zh-TW" altLang="en-US" sz="2900" b="1" dirty="0">
                <a:solidFill>
                  <a:srgbClr val="FF0000"/>
                </a:solidFill>
              </a:rPr>
              <a:t>           </a:t>
            </a:r>
            <a:r>
              <a:rPr lang="en-US" altLang="zh-TW" sz="2900" b="1" dirty="0">
                <a:solidFill>
                  <a:srgbClr val="FF0000"/>
                </a:solidFill>
              </a:rPr>
              <a:t>JCA1F-D4</a:t>
            </a:r>
            <a:r>
              <a:rPr lang="zh-TW" altLang="en-US" sz="2900" b="1" dirty="0">
                <a:solidFill>
                  <a:srgbClr val="FF0000"/>
                </a:solidFill>
              </a:rPr>
              <a:t>  </a:t>
            </a:r>
            <a:r>
              <a:rPr lang="en-US" altLang="zh-TW" sz="3200" b="1" dirty="0">
                <a:solidFill>
                  <a:srgbClr val="7030A0"/>
                </a:solidFill>
              </a:rPr>
              <a:t>(</a:t>
            </a:r>
            <a:r>
              <a:rPr lang="zh-TW" altLang="en-US" sz="3200" b="1" dirty="0">
                <a:solidFill>
                  <a:srgbClr val="7030A0"/>
                </a:solidFill>
              </a:rPr>
              <a:t>廚房內洗衣機</a:t>
            </a:r>
            <a:r>
              <a:rPr lang="en-US" altLang="zh-TW" sz="3200" b="1" dirty="0">
                <a:solidFill>
                  <a:srgbClr val="7030A0"/>
                </a:solidFill>
              </a:rPr>
              <a:t>)</a:t>
            </a:r>
            <a:r>
              <a:rPr lang="zh-TW" altLang="en-US" sz="3200" b="1" dirty="0">
                <a:solidFill>
                  <a:srgbClr val="7030A0"/>
                </a:solidFill>
              </a:rPr>
              <a:t> </a:t>
            </a:r>
            <a:r>
              <a:rPr lang="en-US" altLang="zh-TW" sz="3200" b="1" dirty="0">
                <a:solidFill>
                  <a:srgbClr val="7030A0"/>
                </a:solidFill>
              </a:rPr>
              <a:t>) </a:t>
            </a:r>
            <a:r>
              <a:rPr lang="en-US" altLang="zh-TW" sz="2900" b="1" dirty="0">
                <a:solidFill>
                  <a:srgbClr val="FF0000"/>
                </a:solidFill>
              </a:rPr>
              <a:t>  </a:t>
            </a:r>
            <a:r>
              <a:rPr lang="zh-TW" altLang="en-US" sz="2900" b="1" dirty="0">
                <a:solidFill>
                  <a:srgbClr val="FF0000"/>
                </a:solidFill>
              </a:rPr>
              <a:t>           </a:t>
            </a: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2900" b="1" dirty="0">
                <a:solidFill>
                  <a:srgbClr val="FF0000"/>
                </a:solidFill>
              </a:rPr>
              <a:t>                                                  </a:t>
            </a:r>
            <a:r>
              <a:rPr lang="en-US" altLang="zh-TW" sz="2900" b="1" dirty="0">
                <a:solidFill>
                  <a:srgbClr val="FF0000"/>
                </a:solidFill>
              </a:rPr>
              <a:t>     JCA1F-D5</a:t>
            </a:r>
            <a:r>
              <a:rPr lang="zh-TW" altLang="en-US" sz="2900" b="1" dirty="0">
                <a:solidFill>
                  <a:srgbClr val="FF0000"/>
                </a:solidFill>
              </a:rPr>
              <a:t> </a:t>
            </a:r>
            <a:r>
              <a:rPr lang="en-US" altLang="zh-TW" sz="2900" b="1" dirty="0">
                <a:solidFill>
                  <a:srgbClr val="FF0000"/>
                </a:solidFill>
              </a:rPr>
              <a:t> </a:t>
            </a:r>
            <a:r>
              <a:rPr lang="en-US" altLang="zh-TW" sz="3200" b="1" dirty="0">
                <a:solidFill>
                  <a:srgbClr val="7030A0"/>
                </a:solidFill>
              </a:rPr>
              <a:t>(</a:t>
            </a:r>
            <a:r>
              <a:rPr lang="zh-TW" altLang="en-US" sz="3200" b="1" dirty="0">
                <a:solidFill>
                  <a:srgbClr val="7030A0"/>
                </a:solidFill>
              </a:rPr>
              <a:t>充電座</a:t>
            </a:r>
            <a:r>
              <a:rPr lang="en-US" altLang="zh-TW" sz="3200" b="1" dirty="0">
                <a:solidFill>
                  <a:srgbClr val="7030A0"/>
                </a:solidFill>
              </a:rPr>
              <a:t>+</a:t>
            </a:r>
            <a:r>
              <a:rPr lang="zh-TW" altLang="en-US" sz="3200" b="1" dirty="0">
                <a:solidFill>
                  <a:srgbClr val="7030A0"/>
                </a:solidFill>
              </a:rPr>
              <a:t>吹風機</a:t>
            </a:r>
            <a:r>
              <a:rPr lang="en-US" altLang="zh-TW" sz="3200" b="1" dirty="0">
                <a:solidFill>
                  <a:srgbClr val="7030A0"/>
                </a:solidFill>
              </a:rPr>
              <a:t>)</a:t>
            </a:r>
          </a:p>
          <a:p>
            <a:pPr marL="0" indent="0">
              <a:buNone/>
            </a:pP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2900" b="1" dirty="0">
                <a:latin typeface="+mj-ea"/>
              </a:rPr>
              <a:t>     1 F  (</a:t>
            </a:r>
            <a:r>
              <a:rPr lang="zh-TW" altLang="en-US" sz="2900" b="1" dirty="0">
                <a:latin typeface="+mj-ea"/>
              </a:rPr>
              <a:t>交誼廳</a:t>
            </a:r>
            <a:r>
              <a:rPr lang="en-US" altLang="zh-TW" sz="2900" b="1" dirty="0">
                <a:latin typeface="+mj-ea"/>
              </a:rPr>
              <a:t>) </a:t>
            </a:r>
            <a:r>
              <a:rPr lang="en-US" altLang="zh-TW" sz="2900" dirty="0">
                <a:latin typeface="+mn-ea"/>
              </a:rPr>
              <a:t>-----------------</a:t>
            </a:r>
            <a:r>
              <a:rPr lang="zh-TW" altLang="en-US" sz="2900" b="1" dirty="0">
                <a:latin typeface="+mj-ea"/>
              </a:rPr>
              <a:t> </a:t>
            </a:r>
            <a:r>
              <a:rPr lang="en-US" altLang="zh-TW" sz="2900" b="1" dirty="0">
                <a:solidFill>
                  <a:srgbClr val="FF0000"/>
                </a:solidFill>
              </a:rPr>
              <a:t>JCA1F-D6</a:t>
            </a:r>
            <a:r>
              <a:rPr lang="en-US" altLang="zh-TW" sz="3200" b="1" dirty="0">
                <a:solidFill>
                  <a:srgbClr val="7030A0"/>
                </a:solidFill>
                <a:latin typeface="+mj-ea"/>
              </a:rPr>
              <a:t> (</a:t>
            </a:r>
            <a:r>
              <a:rPr lang="zh-TW" altLang="en-US" sz="3200" b="1" dirty="0">
                <a:solidFill>
                  <a:srgbClr val="7030A0"/>
                </a:solidFill>
                <a:latin typeface="+mj-ea"/>
              </a:rPr>
              <a:t>消防總機</a:t>
            </a:r>
            <a:r>
              <a:rPr lang="en-US" altLang="zh-TW" sz="3200" b="1" dirty="0">
                <a:solidFill>
                  <a:srgbClr val="7030A0"/>
                </a:solidFill>
                <a:latin typeface="+mj-ea"/>
              </a:rPr>
              <a:t>)</a:t>
            </a: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2900" b="1" dirty="0">
                <a:solidFill>
                  <a:srgbClr val="FF0000"/>
                </a:solidFill>
              </a:rPr>
              <a:t>      </a:t>
            </a:r>
            <a:r>
              <a:rPr lang="en-US" altLang="zh-TW" sz="2900" b="1" dirty="0">
                <a:latin typeface="+mj-ea"/>
              </a:rPr>
              <a:t>1 F  (106</a:t>
            </a:r>
            <a:r>
              <a:rPr lang="zh-TW" altLang="en-US" sz="2900" b="1" dirty="0">
                <a:latin typeface="+mj-ea"/>
              </a:rPr>
              <a:t>房走道</a:t>
            </a:r>
            <a:r>
              <a:rPr lang="en-US" altLang="zh-TW" sz="2900" b="1" dirty="0">
                <a:latin typeface="+mj-ea"/>
              </a:rPr>
              <a:t>) </a:t>
            </a:r>
            <a:r>
              <a:rPr lang="en-US" altLang="zh-TW" sz="2900" dirty="0">
                <a:latin typeface="+mn-ea"/>
              </a:rPr>
              <a:t>-------------</a:t>
            </a:r>
            <a:r>
              <a:rPr lang="zh-TW" altLang="en-US" sz="2900" b="1" dirty="0">
                <a:latin typeface="+mj-ea"/>
              </a:rPr>
              <a:t> </a:t>
            </a:r>
            <a:r>
              <a:rPr lang="en-US" altLang="zh-TW" sz="2900" b="1" dirty="0">
                <a:solidFill>
                  <a:srgbClr val="FF0000"/>
                </a:solidFill>
              </a:rPr>
              <a:t>JCA1F-D7</a:t>
            </a:r>
            <a:r>
              <a:rPr lang="zh-TW" altLang="en-US" sz="3200" b="1" dirty="0">
                <a:solidFill>
                  <a:srgbClr val="7030A0"/>
                </a:solidFill>
                <a:latin typeface="+mj-ea"/>
              </a:rPr>
              <a:t> </a:t>
            </a:r>
            <a:r>
              <a:rPr lang="en-US" altLang="zh-TW" sz="3200" b="1" dirty="0">
                <a:solidFill>
                  <a:srgbClr val="7030A0"/>
                </a:solidFill>
                <a:latin typeface="+mj-ea"/>
              </a:rPr>
              <a:t>(</a:t>
            </a:r>
            <a:r>
              <a:rPr lang="zh-TW" altLang="en-US" sz="3200" b="1" dirty="0">
                <a:solidFill>
                  <a:srgbClr val="7030A0"/>
                </a:solidFill>
                <a:latin typeface="+mj-ea"/>
              </a:rPr>
              <a:t>控制馬達</a:t>
            </a:r>
            <a:r>
              <a:rPr lang="en-US" altLang="zh-TW" sz="3200" b="1" dirty="0">
                <a:solidFill>
                  <a:srgbClr val="7030A0"/>
                </a:solidFill>
                <a:latin typeface="+mj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j-ea"/>
              </a:rPr>
              <a:t> </a:t>
            </a: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b="1" dirty="0">
                <a:solidFill>
                  <a:srgbClr val="7030A0"/>
                </a:solidFill>
                <a:latin typeface="+mj-ea"/>
              </a:rPr>
              <a:t>         </a:t>
            </a:r>
            <a:r>
              <a:rPr lang="zh-TW" altLang="en-US" b="1" dirty="0">
                <a:solidFill>
                  <a:srgbClr val="FF0000"/>
                </a:solidFill>
                <a:latin typeface="+mj-ea"/>
              </a:rPr>
              <a:t>建議不要放</a:t>
            </a:r>
            <a:r>
              <a:rPr lang="en-US" altLang="zh-TW" b="1" dirty="0">
                <a:solidFill>
                  <a:srgbClr val="FF0000"/>
                </a:solidFill>
                <a:latin typeface="+mj-ea"/>
              </a:rPr>
              <a:t>106</a:t>
            </a:r>
            <a:r>
              <a:rPr lang="zh-TW" altLang="en-US" b="1" dirty="0">
                <a:solidFill>
                  <a:srgbClr val="FF0000"/>
                </a:solidFill>
                <a:latin typeface="+mj-ea"/>
              </a:rPr>
              <a:t>室天花板層內 正式做個小電箱擺明處</a:t>
            </a:r>
            <a:endParaRPr lang="en-US" altLang="zh-TW" sz="2900" b="1" dirty="0">
              <a:latin typeface="+mn-ea"/>
            </a:endParaRPr>
          </a:p>
          <a:p>
            <a:pPr marL="0" indent="0">
              <a:buNone/>
            </a:pPr>
            <a:r>
              <a:rPr lang="en-US" altLang="zh-TW" sz="2900" b="1" dirty="0">
                <a:latin typeface="+mn-ea"/>
              </a:rPr>
              <a:t>2 F  (</a:t>
            </a:r>
            <a:r>
              <a:rPr lang="zh-TW" altLang="en-US" sz="2900" b="1" dirty="0">
                <a:latin typeface="+mn-ea"/>
              </a:rPr>
              <a:t>廊間 </a:t>
            </a:r>
            <a:r>
              <a:rPr lang="en-US" altLang="zh-TW" sz="2900" b="1" dirty="0">
                <a:latin typeface="+mn-ea"/>
              </a:rPr>
              <a:t>)</a:t>
            </a:r>
            <a:r>
              <a:rPr lang="zh-TW" altLang="en-US" sz="2900" b="1" dirty="0">
                <a:latin typeface="+mn-ea"/>
              </a:rPr>
              <a:t> </a:t>
            </a:r>
            <a:r>
              <a:rPr lang="en-US" altLang="zh-TW" sz="2900" b="1" dirty="0">
                <a:latin typeface="+mn-ea"/>
              </a:rPr>
              <a:t>-----------------</a:t>
            </a:r>
            <a:r>
              <a:rPr lang="zh-TW" altLang="en-US" sz="2900" b="1" dirty="0">
                <a:latin typeface="+mn-ea"/>
              </a:rPr>
              <a:t>    </a:t>
            </a:r>
            <a:r>
              <a:rPr lang="en-US" altLang="zh-TW" sz="2900" b="1" dirty="0">
                <a:solidFill>
                  <a:srgbClr val="FF0000"/>
                </a:solidFill>
              </a:rPr>
              <a:t>JCA2F-D1</a:t>
            </a:r>
            <a:r>
              <a:rPr lang="zh-TW" altLang="en-US" sz="2900" b="1" dirty="0">
                <a:solidFill>
                  <a:srgbClr val="FF0000"/>
                </a:solidFill>
              </a:rPr>
              <a:t>  </a:t>
            </a:r>
            <a:r>
              <a:rPr lang="zh-TW" altLang="en-US" b="1" dirty="0">
                <a:solidFill>
                  <a:srgbClr val="7030A0"/>
                </a:solidFill>
              </a:rPr>
              <a:t> </a:t>
            </a:r>
            <a:r>
              <a:rPr lang="en-US" altLang="zh-TW" b="1" dirty="0">
                <a:solidFill>
                  <a:srgbClr val="7030A0"/>
                </a:solidFill>
              </a:rPr>
              <a:t>(</a:t>
            </a:r>
            <a:r>
              <a:rPr lang="zh-TW" altLang="en-US" b="1" dirty="0">
                <a:solidFill>
                  <a:srgbClr val="7030A0"/>
                </a:solidFill>
              </a:rPr>
              <a:t>貨梯旁 </a:t>
            </a:r>
            <a:r>
              <a:rPr lang="en-US" altLang="zh-TW" b="1" dirty="0">
                <a:solidFill>
                  <a:srgbClr val="7030A0"/>
                </a:solidFill>
              </a:rPr>
              <a:t>)</a:t>
            </a:r>
            <a:r>
              <a:rPr lang="zh-TW" altLang="en-US" b="1" dirty="0">
                <a:solidFill>
                  <a:srgbClr val="7030A0"/>
                </a:solidFill>
              </a:rPr>
              <a:t> </a:t>
            </a:r>
            <a:r>
              <a:rPr lang="zh-TW" altLang="en-US" sz="2900" b="1" dirty="0">
                <a:solidFill>
                  <a:srgbClr val="FF0000"/>
                </a:solidFill>
              </a:rPr>
              <a:t> </a:t>
            </a: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2900" b="1" dirty="0">
                <a:solidFill>
                  <a:srgbClr val="FF0000"/>
                </a:solidFill>
              </a:rPr>
              <a:t>                                                       </a:t>
            </a:r>
            <a:r>
              <a:rPr lang="en-US" altLang="zh-TW" sz="2900" b="1" dirty="0">
                <a:solidFill>
                  <a:srgbClr val="FF0000"/>
                </a:solidFill>
              </a:rPr>
              <a:t>JCA2F-D2 </a:t>
            </a:r>
            <a:r>
              <a:rPr lang="en-US" altLang="zh-TW" b="1" dirty="0">
                <a:solidFill>
                  <a:srgbClr val="7030A0"/>
                </a:solidFill>
              </a:rPr>
              <a:t>(</a:t>
            </a:r>
            <a:r>
              <a:rPr lang="zh-TW" altLang="en-US" b="1" dirty="0">
                <a:solidFill>
                  <a:srgbClr val="7030A0"/>
                </a:solidFill>
              </a:rPr>
              <a:t>前梯舊電路</a:t>
            </a:r>
            <a:r>
              <a:rPr lang="en-US" altLang="zh-TW" b="1" dirty="0">
                <a:solidFill>
                  <a:srgbClr val="7030A0"/>
                </a:solidFill>
              </a:rPr>
              <a:t>110V)</a:t>
            </a:r>
            <a:r>
              <a:rPr lang="zh-TW" altLang="en-US" b="1" dirty="0">
                <a:solidFill>
                  <a:srgbClr val="7030A0"/>
                </a:solidFill>
              </a:rPr>
              <a:t> </a:t>
            </a:r>
            <a:r>
              <a:rPr lang="zh-TW" altLang="en-US" sz="2900" b="1" dirty="0">
                <a:solidFill>
                  <a:srgbClr val="FF0000"/>
                </a:solidFill>
              </a:rPr>
              <a:t> </a:t>
            </a: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2900" b="1" dirty="0">
                <a:solidFill>
                  <a:srgbClr val="FF0000"/>
                </a:solidFill>
              </a:rPr>
              <a:t>                                                       </a:t>
            </a:r>
            <a:r>
              <a:rPr lang="en-US" altLang="zh-TW" sz="2900" b="1" dirty="0">
                <a:solidFill>
                  <a:srgbClr val="FF0000"/>
                </a:solidFill>
              </a:rPr>
              <a:t>JCA2F-D3</a:t>
            </a:r>
            <a:r>
              <a:rPr lang="en-US" altLang="zh-TW" sz="3200" b="1" dirty="0">
                <a:solidFill>
                  <a:srgbClr val="7030A0"/>
                </a:solidFill>
              </a:rPr>
              <a:t>(</a:t>
            </a:r>
            <a:r>
              <a:rPr lang="zh-TW" altLang="en-US" sz="3200" b="1" dirty="0">
                <a:solidFill>
                  <a:srgbClr val="7030A0"/>
                </a:solidFill>
              </a:rPr>
              <a:t>洗衣區 </a:t>
            </a:r>
            <a:r>
              <a:rPr lang="en-US" altLang="zh-TW" sz="3200" b="1" dirty="0">
                <a:solidFill>
                  <a:srgbClr val="7030A0"/>
                </a:solidFill>
              </a:rPr>
              <a:t>)</a:t>
            </a:r>
            <a:r>
              <a:rPr lang="zh-TW" altLang="en-US" sz="3200" b="1" dirty="0">
                <a:solidFill>
                  <a:srgbClr val="7030A0"/>
                </a:solidFill>
              </a:rPr>
              <a:t>                                  </a:t>
            </a:r>
            <a:endParaRPr lang="en-US" altLang="zh-TW" sz="32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altLang="zh-TW" sz="29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2900" b="1" dirty="0">
                <a:latin typeface="+mn-ea"/>
              </a:rPr>
              <a:t>     </a:t>
            </a:r>
            <a:r>
              <a:rPr lang="en-US" altLang="zh-TW" sz="2900" b="1" dirty="0">
                <a:latin typeface="+mn-ea"/>
              </a:rPr>
              <a:t>3 F  (</a:t>
            </a:r>
            <a:r>
              <a:rPr lang="zh-TW" altLang="en-US" sz="2900" b="1" dirty="0">
                <a:latin typeface="+mn-ea"/>
              </a:rPr>
              <a:t>廊間 </a:t>
            </a:r>
            <a:r>
              <a:rPr lang="en-US" altLang="zh-TW" sz="2900" b="1" dirty="0">
                <a:latin typeface="+mn-ea"/>
              </a:rPr>
              <a:t>)</a:t>
            </a:r>
            <a:r>
              <a:rPr lang="zh-TW" altLang="en-US" sz="2900" b="1" dirty="0">
                <a:latin typeface="+mn-ea"/>
              </a:rPr>
              <a:t> </a:t>
            </a:r>
            <a:r>
              <a:rPr lang="en-US" altLang="zh-TW" sz="2900" b="1" dirty="0">
                <a:latin typeface="+mn-ea"/>
              </a:rPr>
              <a:t>------------------</a:t>
            </a:r>
            <a:r>
              <a:rPr lang="zh-TW" altLang="en-US" sz="2900" dirty="0">
                <a:latin typeface="+mn-ea"/>
              </a:rPr>
              <a:t>    </a:t>
            </a:r>
            <a:r>
              <a:rPr lang="en-US" altLang="zh-TW" sz="2900" b="1" dirty="0">
                <a:solidFill>
                  <a:srgbClr val="FF0000"/>
                </a:solidFill>
              </a:rPr>
              <a:t>JCA3F-D1  </a:t>
            </a:r>
            <a:r>
              <a:rPr lang="zh-TW" altLang="en-US" sz="2900" b="1" dirty="0">
                <a:solidFill>
                  <a:srgbClr val="FF0000"/>
                </a:solidFill>
              </a:rPr>
              <a:t>  </a:t>
            </a:r>
            <a:r>
              <a:rPr lang="en-US" altLang="zh-TW" sz="2900" b="1" dirty="0">
                <a:solidFill>
                  <a:srgbClr val="FF0000"/>
                </a:solidFill>
              </a:rPr>
              <a:t>JCA3F-D2</a:t>
            </a:r>
            <a:r>
              <a:rPr lang="zh-TW" altLang="en-US" sz="2900" b="1" dirty="0">
                <a:solidFill>
                  <a:srgbClr val="FF0000"/>
                </a:solidFill>
              </a:rPr>
              <a:t>  </a:t>
            </a:r>
            <a:r>
              <a:rPr lang="en-US" altLang="zh-TW" sz="2900" b="1" dirty="0">
                <a:solidFill>
                  <a:srgbClr val="FF0000"/>
                </a:solidFill>
              </a:rPr>
              <a:t>JCA3F-D3   </a:t>
            </a:r>
          </a:p>
          <a:p>
            <a:pPr marL="0" indent="0">
              <a:buNone/>
            </a:pPr>
            <a:endParaRPr lang="en-US" altLang="zh-TW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TW" altLang="en-US" sz="2900" b="1" dirty="0">
                <a:solidFill>
                  <a:srgbClr val="FF0000"/>
                </a:solidFill>
              </a:rPr>
              <a:t>     </a:t>
            </a:r>
            <a:r>
              <a:rPr lang="en-US" altLang="zh-TW" sz="2900" b="1" dirty="0">
                <a:latin typeface="+mn-ea"/>
              </a:rPr>
              <a:t>4 F  (</a:t>
            </a:r>
            <a:r>
              <a:rPr lang="zh-TW" altLang="en-US" sz="2900" b="1" dirty="0">
                <a:latin typeface="+mn-ea"/>
              </a:rPr>
              <a:t>廊間 </a:t>
            </a:r>
            <a:r>
              <a:rPr lang="en-US" altLang="zh-TW" sz="2900" b="1" dirty="0">
                <a:latin typeface="+mn-ea"/>
              </a:rPr>
              <a:t>)</a:t>
            </a:r>
            <a:r>
              <a:rPr lang="zh-TW" altLang="en-US" sz="2900" b="1" dirty="0">
                <a:latin typeface="+mn-ea"/>
              </a:rPr>
              <a:t> </a:t>
            </a:r>
            <a:r>
              <a:rPr lang="en-US" altLang="zh-TW" sz="2900" b="1" dirty="0">
                <a:latin typeface="+mn-ea"/>
              </a:rPr>
              <a:t>------------------</a:t>
            </a:r>
            <a:r>
              <a:rPr lang="zh-TW" altLang="en-US" sz="2900" dirty="0">
                <a:latin typeface="+mn-ea"/>
              </a:rPr>
              <a:t>    </a:t>
            </a:r>
            <a:r>
              <a:rPr lang="en-US" altLang="zh-TW" sz="2900" b="1" dirty="0">
                <a:solidFill>
                  <a:srgbClr val="FF0000"/>
                </a:solidFill>
              </a:rPr>
              <a:t>JCA4F-D1</a:t>
            </a:r>
            <a:r>
              <a:rPr lang="zh-TW" altLang="en-US" sz="2900" b="1" dirty="0">
                <a:solidFill>
                  <a:srgbClr val="FF0000"/>
                </a:solidFill>
              </a:rPr>
              <a:t>    </a:t>
            </a:r>
            <a:r>
              <a:rPr lang="en-US" altLang="zh-TW" sz="2900" b="1" dirty="0">
                <a:solidFill>
                  <a:srgbClr val="FF0000"/>
                </a:solidFill>
              </a:rPr>
              <a:t>JCA4F-D2</a:t>
            </a:r>
            <a:r>
              <a:rPr lang="zh-TW" altLang="en-US" sz="2900" b="1" dirty="0">
                <a:solidFill>
                  <a:srgbClr val="FF0000"/>
                </a:solidFill>
              </a:rPr>
              <a:t>  </a:t>
            </a:r>
            <a:r>
              <a:rPr lang="en-US" altLang="zh-TW" sz="2900" b="1" dirty="0">
                <a:solidFill>
                  <a:srgbClr val="FF0000"/>
                </a:solidFill>
              </a:rPr>
              <a:t>JCA4F-D3 </a:t>
            </a:r>
          </a:p>
          <a:p>
            <a:pPr marL="0" indent="0">
              <a:buNone/>
            </a:pPr>
            <a:endParaRPr lang="en-US" altLang="zh-TW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sz="2900" b="1" dirty="0">
                <a:solidFill>
                  <a:srgbClr val="FF0000"/>
                </a:solidFill>
              </a:rPr>
              <a:t>     </a:t>
            </a:r>
            <a:r>
              <a:rPr lang="en-US" altLang="zh-TW" sz="2900" b="1" dirty="0">
                <a:latin typeface="+mn-ea"/>
              </a:rPr>
              <a:t>5 F  (</a:t>
            </a:r>
            <a:r>
              <a:rPr lang="zh-TW" altLang="en-US" sz="2900" b="1" dirty="0">
                <a:latin typeface="+mn-ea"/>
              </a:rPr>
              <a:t>樓梯間 </a:t>
            </a:r>
            <a:r>
              <a:rPr lang="en-US" altLang="zh-TW" sz="2900" b="1" dirty="0">
                <a:latin typeface="+mn-ea"/>
              </a:rPr>
              <a:t>)</a:t>
            </a:r>
            <a:r>
              <a:rPr lang="zh-TW" altLang="en-US" sz="2900" b="1" dirty="0">
                <a:latin typeface="+mn-ea"/>
              </a:rPr>
              <a:t> </a:t>
            </a:r>
            <a:r>
              <a:rPr lang="en-US" altLang="zh-TW" sz="2900" b="1" dirty="0">
                <a:latin typeface="+mn-ea"/>
              </a:rPr>
              <a:t>---------------    </a:t>
            </a:r>
            <a:r>
              <a:rPr lang="en-US" altLang="zh-TW" sz="2900" b="1" dirty="0">
                <a:solidFill>
                  <a:srgbClr val="FF0000"/>
                </a:solidFill>
              </a:rPr>
              <a:t>JCA5F-D1</a:t>
            </a:r>
            <a:r>
              <a:rPr lang="zh-TW" altLang="en-US" sz="2900" b="1" dirty="0">
                <a:solidFill>
                  <a:srgbClr val="FF0000"/>
                </a:solidFill>
              </a:rPr>
              <a:t>     </a:t>
            </a:r>
            <a:r>
              <a:rPr lang="en-US" altLang="zh-TW" sz="2900" b="1" dirty="0">
                <a:solidFill>
                  <a:srgbClr val="FF0000"/>
                </a:solidFill>
              </a:rPr>
              <a:t>JCA5F-D2</a:t>
            </a:r>
            <a:r>
              <a:rPr lang="zh-TW" altLang="en-US" sz="2900" b="1" dirty="0">
                <a:solidFill>
                  <a:srgbClr val="FF0000"/>
                </a:solidFill>
              </a:rPr>
              <a:t>  </a:t>
            </a:r>
            <a:r>
              <a:rPr lang="en-US" altLang="zh-TW" sz="2900" b="1" dirty="0">
                <a:solidFill>
                  <a:srgbClr val="FF0000"/>
                </a:solidFill>
              </a:rPr>
              <a:t>JCA5F-D3</a:t>
            </a:r>
            <a:r>
              <a:rPr lang="zh-TW" altLang="en-US" sz="2900" b="1" dirty="0">
                <a:solidFill>
                  <a:srgbClr val="FF0000"/>
                </a:solidFill>
              </a:rPr>
              <a:t>                                </a:t>
            </a:r>
            <a:r>
              <a:rPr lang="en-US" altLang="zh-TW" sz="2900" b="1" dirty="0">
                <a:solidFill>
                  <a:srgbClr val="FF0000"/>
                </a:solidFill>
              </a:rPr>
              <a:t> </a:t>
            </a:r>
            <a:endParaRPr lang="zh-TW" altLang="en-US" sz="2900" dirty="0">
              <a:latin typeface="+mn-ea"/>
            </a:endParaRPr>
          </a:p>
          <a:p>
            <a:pPr marL="0" indent="0">
              <a:buNone/>
            </a:pPr>
            <a:r>
              <a:rPr lang="zh-TW" altLang="en-US" b="1" dirty="0">
                <a:solidFill>
                  <a:srgbClr val="FF0000"/>
                </a:solidFill>
              </a:rPr>
              <a:t>                                                                 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E1272C-D36F-07A2-9AE9-324D438E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89037" y="1063783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890A46-471F-5AAB-BAA0-AC5CA9CA1DD9}"/>
              </a:ext>
            </a:extLst>
          </p:cNvPr>
          <p:cNvSpPr txBox="1"/>
          <p:nvPr/>
        </p:nvSpPr>
        <p:spPr>
          <a:xfrm>
            <a:off x="749645" y="2321398"/>
            <a:ext cx="5270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latin typeface="+mn-ea"/>
              </a:rPr>
              <a:t>分佈位置 與 盤號名稱 </a:t>
            </a:r>
            <a:r>
              <a:rPr lang="en-US" altLang="zh-TW" sz="3200" b="1" dirty="0">
                <a:latin typeface="+mn-ea"/>
              </a:rPr>
              <a:t>:</a:t>
            </a:r>
            <a:endParaRPr lang="zh-TW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571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95AF7-08F1-3018-5C97-27AC97961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9F4B996B-C88F-3C7C-EB14-02BEF3D5A298}"/>
              </a:ext>
            </a:extLst>
          </p:cNvPr>
          <p:cNvSpPr txBox="1"/>
          <p:nvPr/>
        </p:nvSpPr>
        <p:spPr>
          <a:xfrm>
            <a:off x="3978471" y="3303310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3D3FF887-E104-05F8-02B3-A52AD50C41C2}"/>
              </a:ext>
            </a:extLst>
          </p:cNvPr>
          <p:cNvSpPr txBox="1"/>
          <p:nvPr/>
        </p:nvSpPr>
        <p:spPr>
          <a:xfrm>
            <a:off x="1766310" y="4028777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09" name="文字方塊 1308">
            <a:extLst>
              <a:ext uri="{FF2B5EF4-FFF2-40B4-BE49-F238E27FC236}">
                <a16:creationId xmlns:a16="http://schemas.microsoft.com/office/drawing/2014/main" id="{04287823-D58C-F308-1E1E-0943C8A731AD}"/>
              </a:ext>
            </a:extLst>
          </p:cNvPr>
          <p:cNvSpPr txBox="1"/>
          <p:nvPr/>
        </p:nvSpPr>
        <p:spPr>
          <a:xfrm>
            <a:off x="1779649" y="5454482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18" name="文字方塊 1317">
            <a:extLst>
              <a:ext uri="{FF2B5EF4-FFF2-40B4-BE49-F238E27FC236}">
                <a16:creationId xmlns:a16="http://schemas.microsoft.com/office/drawing/2014/main" id="{67EF3ABC-0D51-1A1D-5F60-5C05F384B0F6}"/>
              </a:ext>
            </a:extLst>
          </p:cNvPr>
          <p:cNvSpPr txBox="1"/>
          <p:nvPr/>
        </p:nvSpPr>
        <p:spPr>
          <a:xfrm>
            <a:off x="1779648" y="6218348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27" name="文字方塊 1326">
            <a:extLst>
              <a:ext uri="{FF2B5EF4-FFF2-40B4-BE49-F238E27FC236}">
                <a16:creationId xmlns:a16="http://schemas.microsoft.com/office/drawing/2014/main" id="{8F8D8A79-CC76-3946-7F95-6D33E0CF1805}"/>
              </a:ext>
            </a:extLst>
          </p:cNvPr>
          <p:cNvSpPr txBox="1"/>
          <p:nvPr/>
        </p:nvSpPr>
        <p:spPr>
          <a:xfrm>
            <a:off x="1784918" y="7051084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36" name="文字方塊 1335">
            <a:extLst>
              <a:ext uri="{FF2B5EF4-FFF2-40B4-BE49-F238E27FC236}">
                <a16:creationId xmlns:a16="http://schemas.microsoft.com/office/drawing/2014/main" id="{395DBB4D-DAFC-04F3-3E51-73D7E1D00189}"/>
              </a:ext>
            </a:extLst>
          </p:cNvPr>
          <p:cNvSpPr txBox="1"/>
          <p:nvPr/>
        </p:nvSpPr>
        <p:spPr>
          <a:xfrm>
            <a:off x="1781217" y="4730465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37" name="文字方塊 1336">
            <a:extLst>
              <a:ext uri="{FF2B5EF4-FFF2-40B4-BE49-F238E27FC236}">
                <a16:creationId xmlns:a16="http://schemas.microsoft.com/office/drawing/2014/main" id="{4CBA44EF-2D06-560B-41B4-0BDC4C2C4017}"/>
              </a:ext>
            </a:extLst>
          </p:cNvPr>
          <p:cNvSpPr txBox="1"/>
          <p:nvPr/>
        </p:nvSpPr>
        <p:spPr>
          <a:xfrm>
            <a:off x="1789054" y="7843350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D59C922F-F388-C040-A61A-C24F65763D3F}"/>
              </a:ext>
            </a:extLst>
          </p:cNvPr>
          <p:cNvSpPr txBox="1"/>
          <p:nvPr/>
        </p:nvSpPr>
        <p:spPr>
          <a:xfrm>
            <a:off x="1784918" y="8622322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56" name="文字方塊 1355">
            <a:extLst>
              <a:ext uri="{FF2B5EF4-FFF2-40B4-BE49-F238E27FC236}">
                <a16:creationId xmlns:a16="http://schemas.microsoft.com/office/drawing/2014/main" id="{E76C565D-D65C-C5BB-4CB0-E0EE2669FC43}"/>
              </a:ext>
            </a:extLst>
          </p:cNvPr>
          <p:cNvSpPr txBox="1"/>
          <p:nvPr/>
        </p:nvSpPr>
        <p:spPr>
          <a:xfrm>
            <a:off x="1784918" y="9460933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65" name="文字方塊 1364">
            <a:extLst>
              <a:ext uri="{FF2B5EF4-FFF2-40B4-BE49-F238E27FC236}">
                <a16:creationId xmlns:a16="http://schemas.microsoft.com/office/drawing/2014/main" id="{9B93BE86-D8D3-2A38-E900-8C2153DFA574}"/>
              </a:ext>
            </a:extLst>
          </p:cNvPr>
          <p:cNvSpPr txBox="1"/>
          <p:nvPr/>
        </p:nvSpPr>
        <p:spPr>
          <a:xfrm>
            <a:off x="1790188" y="10252825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DDB0DFFE-AD68-637B-4773-43D48179568E}"/>
              </a:ext>
            </a:extLst>
          </p:cNvPr>
          <p:cNvSpPr txBox="1"/>
          <p:nvPr/>
        </p:nvSpPr>
        <p:spPr>
          <a:xfrm>
            <a:off x="3939234" y="2497889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18" name="文字方塊 1417">
            <a:extLst>
              <a:ext uri="{FF2B5EF4-FFF2-40B4-BE49-F238E27FC236}">
                <a16:creationId xmlns:a16="http://schemas.microsoft.com/office/drawing/2014/main" id="{F705B75B-17F8-1F9D-93D0-C51C1704AB97}"/>
              </a:ext>
            </a:extLst>
          </p:cNvPr>
          <p:cNvSpPr txBox="1"/>
          <p:nvPr/>
        </p:nvSpPr>
        <p:spPr>
          <a:xfrm>
            <a:off x="3978471" y="4744272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 20 A </a:t>
            </a:r>
            <a:endParaRPr lang="zh-TW" altLang="en-US" sz="1801" dirty="0"/>
          </a:p>
        </p:txBody>
      </p:sp>
      <p:sp>
        <p:nvSpPr>
          <p:cNvPr id="1427" name="文字方塊 1426">
            <a:extLst>
              <a:ext uri="{FF2B5EF4-FFF2-40B4-BE49-F238E27FC236}">
                <a16:creationId xmlns:a16="http://schemas.microsoft.com/office/drawing/2014/main" id="{2307C895-4434-DAE0-253A-C544BB5527A8}"/>
              </a:ext>
            </a:extLst>
          </p:cNvPr>
          <p:cNvSpPr txBox="1"/>
          <p:nvPr/>
        </p:nvSpPr>
        <p:spPr>
          <a:xfrm>
            <a:off x="4033665" y="5472410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 A</a:t>
            </a:r>
            <a:endParaRPr lang="zh-TW" altLang="en-US" sz="1801" dirty="0"/>
          </a:p>
        </p:txBody>
      </p:sp>
      <p:sp>
        <p:nvSpPr>
          <p:cNvPr id="1436" name="文字方塊 1435">
            <a:extLst>
              <a:ext uri="{FF2B5EF4-FFF2-40B4-BE49-F238E27FC236}">
                <a16:creationId xmlns:a16="http://schemas.microsoft.com/office/drawing/2014/main" id="{D47AB5E1-C8DE-E734-EF09-C25EC62D3846}"/>
              </a:ext>
            </a:extLst>
          </p:cNvPr>
          <p:cNvSpPr txBox="1"/>
          <p:nvPr/>
        </p:nvSpPr>
        <p:spPr>
          <a:xfrm>
            <a:off x="4016720" y="6210911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45" name="文字方塊 1444">
            <a:extLst>
              <a:ext uri="{FF2B5EF4-FFF2-40B4-BE49-F238E27FC236}">
                <a16:creationId xmlns:a16="http://schemas.microsoft.com/office/drawing/2014/main" id="{38E81B06-925A-BF1A-5C57-2B167BF033EF}"/>
              </a:ext>
            </a:extLst>
          </p:cNvPr>
          <p:cNvSpPr txBox="1"/>
          <p:nvPr/>
        </p:nvSpPr>
        <p:spPr>
          <a:xfrm>
            <a:off x="3978471" y="4018567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46" name="文字方塊 1445">
            <a:extLst>
              <a:ext uri="{FF2B5EF4-FFF2-40B4-BE49-F238E27FC236}">
                <a16:creationId xmlns:a16="http://schemas.microsoft.com/office/drawing/2014/main" id="{7150CF08-9EC2-B2B2-B9AA-CA35ED59B8D4}"/>
              </a:ext>
            </a:extLst>
          </p:cNvPr>
          <p:cNvSpPr txBox="1"/>
          <p:nvPr/>
        </p:nvSpPr>
        <p:spPr>
          <a:xfrm>
            <a:off x="4014343" y="7017422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 A</a:t>
            </a:r>
            <a:endParaRPr lang="zh-TW" altLang="en-US" sz="1801" dirty="0"/>
          </a:p>
        </p:txBody>
      </p:sp>
      <p:sp>
        <p:nvSpPr>
          <p:cNvPr id="1455" name="文字方塊 1454">
            <a:extLst>
              <a:ext uri="{FF2B5EF4-FFF2-40B4-BE49-F238E27FC236}">
                <a16:creationId xmlns:a16="http://schemas.microsoft.com/office/drawing/2014/main" id="{0994DE2C-5BB7-C6EA-67F8-80975CC126DA}"/>
              </a:ext>
            </a:extLst>
          </p:cNvPr>
          <p:cNvSpPr txBox="1"/>
          <p:nvPr/>
        </p:nvSpPr>
        <p:spPr>
          <a:xfrm>
            <a:off x="4016720" y="7788930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64" name="文字方塊 1463">
            <a:extLst>
              <a:ext uri="{FF2B5EF4-FFF2-40B4-BE49-F238E27FC236}">
                <a16:creationId xmlns:a16="http://schemas.microsoft.com/office/drawing/2014/main" id="{CA71F7C9-EF1E-2509-E725-F0191B6E62CA}"/>
              </a:ext>
            </a:extLst>
          </p:cNvPr>
          <p:cNvSpPr txBox="1"/>
          <p:nvPr/>
        </p:nvSpPr>
        <p:spPr>
          <a:xfrm>
            <a:off x="3978471" y="8592636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2" name="文字方塊 1481">
            <a:extLst>
              <a:ext uri="{FF2B5EF4-FFF2-40B4-BE49-F238E27FC236}">
                <a16:creationId xmlns:a16="http://schemas.microsoft.com/office/drawing/2014/main" id="{E4056B7F-AECF-AE0E-818D-91AF11C60C19}"/>
              </a:ext>
            </a:extLst>
          </p:cNvPr>
          <p:cNvSpPr txBox="1"/>
          <p:nvPr/>
        </p:nvSpPr>
        <p:spPr>
          <a:xfrm>
            <a:off x="3991127" y="9406606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3" name="文字方塊 1482">
            <a:extLst>
              <a:ext uri="{FF2B5EF4-FFF2-40B4-BE49-F238E27FC236}">
                <a16:creationId xmlns:a16="http://schemas.microsoft.com/office/drawing/2014/main" id="{276804FC-D157-6EEE-4F39-5950F5367392}"/>
              </a:ext>
            </a:extLst>
          </p:cNvPr>
          <p:cNvSpPr txBox="1"/>
          <p:nvPr/>
        </p:nvSpPr>
        <p:spPr>
          <a:xfrm>
            <a:off x="1761467" y="11030572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4" name="文字方塊 1483">
            <a:extLst>
              <a:ext uri="{FF2B5EF4-FFF2-40B4-BE49-F238E27FC236}">
                <a16:creationId xmlns:a16="http://schemas.microsoft.com/office/drawing/2014/main" id="{6C8DF603-97A6-5E44-E0CA-4537D676E198}"/>
              </a:ext>
            </a:extLst>
          </p:cNvPr>
          <p:cNvSpPr txBox="1"/>
          <p:nvPr/>
        </p:nvSpPr>
        <p:spPr>
          <a:xfrm>
            <a:off x="4012249" y="10226913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3A2A9139-5C3B-A3A7-720B-B2A861FE8ED5}"/>
              </a:ext>
            </a:extLst>
          </p:cNvPr>
          <p:cNvSpPr txBox="1"/>
          <p:nvPr/>
        </p:nvSpPr>
        <p:spPr>
          <a:xfrm>
            <a:off x="1750498" y="2500133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A2C28F5E-B686-329B-0EFF-B5B13E6BA3EE}"/>
              </a:ext>
            </a:extLst>
          </p:cNvPr>
          <p:cNvSpPr txBox="1"/>
          <p:nvPr/>
        </p:nvSpPr>
        <p:spPr>
          <a:xfrm>
            <a:off x="1745228" y="3277452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9" name="文字方塊 1508">
            <a:extLst>
              <a:ext uri="{FF2B5EF4-FFF2-40B4-BE49-F238E27FC236}">
                <a16:creationId xmlns:a16="http://schemas.microsoft.com/office/drawing/2014/main" id="{A1CB3FA2-4F23-ABF1-C993-702B226FEA45}"/>
              </a:ext>
            </a:extLst>
          </p:cNvPr>
          <p:cNvSpPr txBox="1"/>
          <p:nvPr/>
        </p:nvSpPr>
        <p:spPr>
          <a:xfrm>
            <a:off x="3999289" y="10991803"/>
            <a:ext cx="1201936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FF5E612-62F8-2EB0-1A42-5661DE0F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89037" y="1062463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3</a:t>
            </a:fld>
            <a:endParaRPr lang="zh-TW" altLang="en-US"/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766EDEA5-DD0B-9DD0-53C9-7F931DEDC911}"/>
              </a:ext>
            </a:extLst>
          </p:cNvPr>
          <p:cNvCxnSpPr>
            <a:cxnSpLocks/>
          </p:cNvCxnSpPr>
          <p:nvPr/>
        </p:nvCxnSpPr>
        <p:spPr>
          <a:xfrm rot="5400000" flipH="1">
            <a:off x="4891522" y="2593876"/>
            <a:ext cx="6092" cy="934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文字方塊 295">
            <a:extLst>
              <a:ext uri="{FF2B5EF4-FFF2-40B4-BE49-F238E27FC236}">
                <a16:creationId xmlns:a16="http://schemas.microsoft.com/office/drawing/2014/main" id="{67AB60A7-EF59-3A06-8808-07E49903E673}"/>
              </a:ext>
            </a:extLst>
          </p:cNvPr>
          <p:cNvSpPr txBox="1"/>
          <p:nvPr/>
        </p:nvSpPr>
        <p:spPr>
          <a:xfrm>
            <a:off x="2326851" y="1044466"/>
            <a:ext cx="264526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( 3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220V 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762E2D0C-53CA-A2C1-0A84-1927396E471E}"/>
              </a:ext>
            </a:extLst>
          </p:cNvPr>
          <p:cNvCxnSpPr>
            <a:cxnSpLocks/>
          </p:cNvCxnSpPr>
          <p:nvPr/>
        </p:nvCxnSpPr>
        <p:spPr>
          <a:xfrm rot="5400000" flipH="1">
            <a:off x="-1423463" y="7066500"/>
            <a:ext cx="9469652" cy="51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D06E4599-1333-1C84-0A36-CF7CC60F4B0F}"/>
              </a:ext>
            </a:extLst>
          </p:cNvPr>
          <p:cNvSpPr/>
          <p:nvPr/>
        </p:nvSpPr>
        <p:spPr>
          <a:xfrm>
            <a:off x="3193734" y="2068326"/>
            <a:ext cx="287130" cy="243339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11453ECE-6C48-2C8E-1066-AB48C39F4EE5}"/>
              </a:ext>
            </a:extLst>
          </p:cNvPr>
          <p:cNvSpPr/>
          <p:nvPr/>
        </p:nvSpPr>
        <p:spPr>
          <a:xfrm rot="15992770">
            <a:off x="3236856" y="225991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5CC45924-463E-450C-BF77-0D3E39D7C6D7}"/>
              </a:ext>
            </a:extLst>
          </p:cNvPr>
          <p:cNvSpPr/>
          <p:nvPr/>
        </p:nvSpPr>
        <p:spPr>
          <a:xfrm rot="16200000">
            <a:off x="3236857" y="2008896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6A5290C3-A497-FF2B-E2E1-2CB2591881DD}"/>
              </a:ext>
            </a:extLst>
          </p:cNvPr>
          <p:cNvCxnSpPr>
            <a:cxnSpLocks/>
          </p:cNvCxnSpPr>
          <p:nvPr/>
        </p:nvCxnSpPr>
        <p:spPr>
          <a:xfrm rot="5400000" flipH="1">
            <a:off x="3030108" y="1778382"/>
            <a:ext cx="50023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C0F23294-C276-20A1-5919-FB8FD4A81441}"/>
              </a:ext>
            </a:extLst>
          </p:cNvPr>
          <p:cNvSpPr txBox="1"/>
          <p:nvPr/>
        </p:nvSpPr>
        <p:spPr>
          <a:xfrm>
            <a:off x="3449261" y="2021617"/>
            <a:ext cx="72167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1" dirty="0"/>
              <a:t>150A </a:t>
            </a:r>
            <a:endParaRPr lang="zh-TW" altLang="en-US" sz="1801" dirty="0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C3515B1A-50C4-5D87-1C50-2B68A2375EFC}"/>
              </a:ext>
            </a:extLst>
          </p:cNvPr>
          <p:cNvGrpSpPr/>
          <p:nvPr/>
        </p:nvGrpSpPr>
        <p:grpSpPr>
          <a:xfrm rot="5400000">
            <a:off x="3080554" y="2572103"/>
            <a:ext cx="404225" cy="234495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6273ECAE-A64E-D29F-8406-63160AA62D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61F2061B-6489-46BC-FFC6-60C1CB6555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8F7A3419-B71D-F19B-B660-8B6A7C01A0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6" name="橢圓 1265">
            <a:extLst>
              <a:ext uri="{FF2B5EF4-FFF2-40B4-BE49-F238E27FC236}">
                <a16:creationId xmlns:a16="http://schemas.microsoft.com/office/drawing/2014/main" id="{1A7539E6-0D66-210A-5273-D611051C95EA}"/>
              </a:ext>
            </a:extLst>
          </p:cNvPr>
          <p:cNvSpPr/>
          <p:nvPr/>
        </p:nvSpPr>
        <p:spPr>
          <a:xfrm rot="5400000">
            <a:off x="1889096" y="298044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02038BA1-0678-CAAA-51C6-4BCC7A3E1B9D}"/>
              </a:ext>
            </a:extLst>
          </p:cNvPr>
          <p:cNvCxnSpPr>
            <a:cxnSpLocks/>
          </p:cNvCxnSpPr>
          <p:nvPr/>
        </p:nvCxnSpPr>
        <p:spPr>
          <a:xfrm rot="5400000" flipH="1">
            <a:off x="2753538" y="2527214"/>
            <a:ext cx="21278" cy="10169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BFE0D66C-AB40-10AF-E12E-A96B39C54DB0}"/>
              </a:ext>
            </a:extLst>
          </p:cNvPr>
          <p:cNvSpPr/>
          <p:nvPr/>
        </p:nvSpPr>
        <p:spPr>
          <a:xfrm rot="5134159">
            <a:off x="2158015" y="2976565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672A4779-CA83-663F-2571-562663B19417}"/>
              </a:ext>
            </a:extLst>
          </p:cNvPr>
          <p:cNvCxnSpPr>
            <a:cxnSpLocks/>
          </p:cNvCxnSpPr>
          <p:nvPr/>
        </p:nvCxnSpPr>
        <p:spPr>
          <a:xfrm rot="5400000" flipH="1">
            <a:off x="1475354" y="2611817"/>
            <a:ext cx="1204" cy="835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B9420111-463D-BB22-677F-91B85A5E7E74}"/>
              </a:ext>
            </a:extLst>
          </p:cNvPr>
          <p:cNvSpPr/>
          <p:nvPr/>
        </p:nvSpPr>
        <p:spPr>
          <a:xfrm rot="16200000">
            <a:off x="1952269" y="2865896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1" name="直線接點 1270">
            <a:extLst>
              <a:ext uri="{FF2B5EF4-FFF2-40B4-BE49-F238E27FC236}">
                <a16:creationId xmlns:a16="http://schemas.microsoft.com/office/drawing/2014/main" id="{14EA227D-4407-389B-1749-7F519CF2D9C6}"/>
              </a:ext>
            </a:extLst>
          </p:cNvPr>
          <p:cNvCxnSpPr/>
          <p:nvPr/>
        </p:nvCxnSpPr>
        <p:spPr>
          <a:xfrm rot="5400000" flipH="1">
            <a:off x="2766130" y="2903653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8EF5ECAF-F839-76A1-FA87-F8FEC37182F5}"/>
              </a:ext>
            </a:extLst>
          </p:cNvPr>
          <p:cNvCxnSpPr/>
          <p:nvPr/>
        </p:nvCxnSpPr>
        <p:spPr>
          <a:xfrm rot="5400000" flipH="1">
            <a:off x="2640349" y="2903652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7C4CBDEC-B906-ACE9-97AA-779F377DA46F}"/>
              </a:ext>
            </a:extLst>
          </p:cNvPr>
          <p:cNvSpPr/>
          <p:nvPr/>
        </p:nvSpPr>
        <p:spPr>
          <a:xfrm rot="5400000">
            <a:off x="1889096" y="3771661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8BCAA83D-811E-3169-C902-86B4BFA62AC0}"/>
              </a:ext>
            </a:extLst>
          </p:cNvPr>
          <p:cNvCxnSpPr>
            <a:cxnSpLocks/>
          </p:cNvCxnSpPr>
          <p:nvPr/>
        </p:nvCxnSpPr>
        <p:spPr>
          <a:xfrm rot="5400000">
            <a:off x="2760389" y="3309273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D741D5EE-AF96-9352-0499-B9273DC02C83}"/>
              </a:ext>
            </a:extLst>
          </p:cNvPr>
          <p:cNvSpPr/>
          <p:nvPr/>
        </p:nvSpPr>
        <p:spPr>
          <a:xfrm rot="5134159">
            <a:off x="2158015" y="376777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E589CF1B-AED2-AAB2-B5D6-7A83C2E6529B}"/>
              </a:ext>
            </a:extLst>
          </p:cNvPr>
          <p:cNvCxnSpPr>
            <a:cxnSpLocks/>
          </p:cNvCxnSpPr>
          <p:nvPr/>
        </p:nvCxnSpPr>
        <p:spPr>
          <a:xfrm rot="5400000">
            <a:off x="1471137" y="3403183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6E3D547C-0292-B473-54DD-807D84156A19}"/>
              </a:ext>
            </a:extLst>
          </p:cNvPr>
          <p:cNvSpPr/>
          <p:nvPr/>
        </p:nvSpPr>
        <p:spPr>
          <a:xfrm rot="16200000">
            <a:off x="1952269" y="3644909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0" name="直線接點 1279">
            <a:extLst>
              <a:ext uri="{FF2B5EF4-FFF2-40B4-BE49-F238E27FC236}">
                <a16:creationId xmlns:a16="http://schemas.microsoft.com/office/drawing/2014/main" id="{B16BAEF9-5BBB-0983-66B2-7971BE7FE00E}"/>
              </a:ext>
            </a:extLst>
          </p:cNvPr>
          <p:cNvCxnSpPr/>
          <p:nvPr/>
        </p:nvCxnSpPr>
        <p:spPr>
          <a:xfrm rot="5400000" flipH="1">
            <a:off x="2766130" y="3694867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BF2CE42F-3F88-46CA-7BA1-B022E3AC7D80}"/>
              </a:ext>
            </a:extLst>
          </p:cNvPr>
          <p:cNvCxnSpPr/>
          <p:nvPr/>
        </p:nvCxnSpPr>
        <p:spPr>
          <a:xfrm rot="5400000" flipH="1">
            <a:off x="2640349" y="3694865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4" name="橢圓 1283">
            <a:extLst>
              <a:ext uri="{FF2B5EF4-FFF2-40B4-BE49-F238E27FC236}">
                <a16:creationId xmlns:a16="http://schemas.microsoft.com/office/drawing/2014/main" id="{BD056917-E4E7-2B12-8B94-0B756422BD91}"/>
              </a:ext>
            </a:extLst>
          </p:cNvPr>
          <p:cNvSpPr/>
          <p:nvPr/>
        </p:nvSpPr>
        <p:spPr>
          <a:xfrm rot="5400000">
            <a:off x="1894366" y="4507146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5" name="直線接點 1284">
            <a:extLst>
              <a:ext uri="{FF2B5EF4-FFF2-40B4-BE49-F238E27FC236}">
                <a16:creationId xmlns:a16="http://schemas.microsoft.com/office/drawing/2014/main" id="{DABBFEA4-001E-34CE-5C3C-5EAA48BD5F92}"/>
              </a:ext>
            </a:extLst>
          </p:cNvPr>
          <p:cNvCxnSpPr>
            <a:cxnSpLocks/>
          </p:cNvCxnSpPr>
          <p:nvPr/>
        </p:nvCxnSpPr>
        <p:spPr>
          <a:xfrm rot="5400000">
            <a:off x="2765659" y="4044760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6" name="橢圓 1285">
            <a:extLst>
              <a:ext uri="{FF2B5EF4-FFF2-40B4-BE49-F238E27FC236}">
                <a16:creationId xmlns:a16="http://schemas.microsoft.com/office/drawing/2014/main" id="{21E4B989-18F4-7BD3-9978-A761AA4FCE8D}"/>
              </a:ext>
            </a:extLst>
          </p:cNvPr>
          <p:cNvSpPr/>
          <p:nvPr/>
        </p:nvSpPr>
        <p:spPr>
          <a:xfrm rot="5134159">
            <a:off x="2163286" y="4503264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7" name="直線接點 1286">
            <a:extLst>
              <a:ext uri="{FF2B5EF4-FFF2-40B4-BE49-F238E27FC236}">
                <a16:creationId xmlns:a16="http://schemas.microsoft.com/office/drawing/2014/main" id="{7100F18F-DD61-18AC-7FFC-2E4303888EF8}"/>
              </a:ext>
            </a:extLst>
          </p:cNvPr>
          <p:cNvCxnSpPr>
            <a:cxnSpLocks/>
          </p:cNvCxnSpPr>
          <p:nvPr/>
        </p:nvCxnSpPr>
        <p:spPr>
          <a:xfrm rot="5400000">
            <a:off x="1476408" y="4138669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8" name="弧形 1287">
            <a:extLst>
              <a:ext uri="{FF2B5EF4-FFF2-40B4-BE49-F238E27FC236}">
                <a16:creationId xmlns:a16="http://schemas.microsoft.com/office/drawing/2014/main" id="{4EEACC8A-8F9A-9895-CC36-3103A221D0FF}"/>
              </a:ext>
            </a:extLst>
          </p:cNvPr>
          <p:cNvSpPr/>
          <p:nvPr/>
        </p:nvSpPr>
        <p:spPr>
          <a:xfrm rot="16200000">
            <a:off x="1957541" y="4392589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9" name="直線接點 1288">
            <a:extLst>
              <a:ext uri="{FF2B5EF4-FFF2-40B4-BE49-F238E27FC236}">
                <a16:creationId xmlns:a16="http://schemas.microsoft.com/office/drawing/2014/main" id="{B86DA366-974E-047C-9708-58A35EDB6B12}"/>
              </a:ext>
            </a:extLst>
          </p:cNvPr>
          <p:cNvCxnSpPr/>
          <p:nvPr/>
        </p:nvCxnSpPr>
        <p:spPr>
          <a:xfrm rot="5400000" flipH="1">
            <a:off x="2771400" y="4430352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直線接點 1289">
            <a:extLst>
              <a:ext uri="{FF2B5EF4-FFF2-40B4-BE49-F238E27FC236}">
                <a16:creationId xmlns:a16="http://schemas.microsoft.com/office/drawing/2014/main" id="{7928350E-87F5-3D86-F8E1-7F303D050B77}"/>
              </a:ext>
            </a:extLst>
          </p:cNvPr>
          <p:cNvCxnSpPr/>
          <p:nvPr/>
        </p:nvCxnSpPr>
        <p:spPr>
          <a:xfrm rot="5400000" flipH="1">
            <a:off x="2645621" y="4430351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3" name="橢圓 1292">
            <a:extLst>
              <a:ext uri="{FF2B5EF4-FFF2-40B4-BE49-F238E27FC236}">
                <a16:creationId xmlns:a16="http://schemas.microsoft.com/office/drawing/2014/main" id="{604F786D-B327-A4CE-E137-602834FE572C}"/>
              </a:ext>
            </a:extLst>
          </p:cNvPr>
          <p:cNvSpPr/>
          <p:nvPr/>
        </p:nvSpPr>
        <p:spPr>
          <a:xfrm rot="5400000">
            <a:off x="1904906" y="5222834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4" name="直線接點 1293">
            <a:extLst>
              <a:ext uri="{FF2B5EF4-FFF2-40B4-BE49-F238E27FC236}">
                <a16:creationId xmlns:a16="http://schemas.microsoft.com/office/drawing/2014/main" id="{BC333A24-1F91-FB4B-18F4-336BC6778DB3}"/>
              </a:ext>
            </a:extLst>
          </p:cNvPr>
          <p:cNvCxnSpPr>
            <a:cxnSpLocks/>
          </p:cNvCxnSpPr>
          <p:nvPr/>
        </p:nvCxnSpPr>
        <p:spPr>
          <a:xfrm rot="5400000">
            <a:off x="2793770" y="4760447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5" name="橢圓 1294">
            <a:extLst>
              <a:ext uri="{FF2B5EF4-FFF2-40B4-BE49-F238E27FC236}">
                <a16:creationId xmlns:a16="http://schemas.microsoft.com/office/drawing/2014/main" id="{5D0DE734-A6F4-29BE-1E59-7AD57C3D91C5}"/>
              </a:ext>
            </a:extLst>
          </p:cNvPr>
          <p:cNvSpPr/>
          <p:nvPr/>
        </p:nvSpPr>
        <p:spPr>
          <a:xfrm rot="5134159">
            <a:off x="2173827" y="5218952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6" name="直線接點 1295">
            <a:extLst>
              <a:ext uri="{FF2B5EF4-FFF2-40B4-BE49-F238E27FC236}">
                <a16:creationId xmlns:a16="http://schemas.microsoft.com/office/drawing/2014/main" id="{C9C18C7D-5FC0-9F7B-4B87-F8255F5A1CF6}"/>
              </a:ext>
            </a:extLst>
          </p:cNvPr>
          <p:cNvCxnSpPr>
            <a:cxnSpLocks/>
          </p:cNvCxnSpPr>
          <p:nvPr/>
        </p:nvCxnSpPr>
        <p:spPr>
          <a:xfrm rot="5400000">
            <a:off x="1486949" y="4854357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7" name="弧形 1296">
            <a:extLst>
              <a:ext uri="{FF2B5EF4-FFF2-40B4-BE49-F238E27FC236}">
                <a16:creationId xmlns:a16="http://schemas.microsoft.com/office/drawing/2014/main" id="{C30EBBAB-565E-D8F1-C3CA-80E346711564}"/>
              </a:ext>
            </a:extLst>
          </p:cNvPr>
          <p:cNvSpPr/>
          <p:nvPr/>
        </p:nvSpPr>
        <p:spPr>
          <a:xfrm rot="16200000">
            <a:off x="1965846" y="5111352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8" name="直線接點 1297">
            <a:extLst>
              <a:ext uri="{FF2B5EF4-FFF2-40B4-BE49-F238E27FC236}">
                <a16:creationId xmlns:a16="http://schemas.microsoft.com/office/drawing/2014/main" id="{65B70614-2204-BF18-7276-F22B70D7842C}"/>
              </a:ext>
            </a:extLst>
          </p:cNvPr>
          <p:cNvCxnSpPr/>
          <p:nvPr/>
        </p:nvCxnSpPr>
        <p:spPr>
          <a:xfrm rot="5400000" flipH="1">
            <a:off x="2781942" y="5146039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直線接點 1298">
            <a:extLst>
              <a:ext uri="{FF2B5EF4-FFF2-40B4-BE49-F238E27FC236}">
                <a16:creationId xmlns:a16="http://schemas.microsoft.com/office/drawing/2014/main" id="{7E0E87C7-DD4C-B252-46A1-301C99F96068}"/>
              </a:ext>
            </a:extLst>
          </p:cNvPr>
          <p:cNvCxnSpPr/>
          <p:nvPr/>
        </p:nvCxnSpPr>
        <p:spPr>
          <a:xfrm rot="5400000" flipH="1">
            <a:off x="2656162" y="5146039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1" name="橢圓 1300">
            <a:extLst>
              <a:ext uri="{FF2B5EF4-FFF2-40B4-BE49-F238E27FC236}">
                <a16:creationId xmlns:a16="http://schemas.microsoft.com/office/drawing/2014/main" id="{1C08466A-9984-9F32-A4E8-59AA220D4AEB}"/>
              </a:ext>
            </a:extLst>
          </p:cNvPr>
          <p:cNvSpPr/>
          <p:nvPr/>
        </p:nvSpPr>
        <p:spPr>
          <a:xfrm rot="5400000">
            <a:off x="1907703" y="5950970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2" name="直線接點 1301">
            <a:extLst>
              <a:ext uri="{FF2B5EF4-FFF2-40B4-BE49-F238E27FC236}">
                <a16:creationId xmlns:a16="http://schemas.microsoft.com/office/drawing/2014/main" id="{1915EE62-1614-AC3C-CC58-AD3989DD2985}"/>
              </a:ext>
            </a:extLst>
          </p:cNvPr>
          <p:cNvCxnSpPr>
            <a:cxnSpLocks/>
          </p:cNvCxnSpPr>
          <p:nvPr/>
        </p:nvCxnSpPr>
        <p:spPr>
          <a:xfrm rot="5400000">
            <a:off x="2778997" y="5488582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3" name="橢圓 1302">
            <a:extLst>
              <a:ext uri="{FF2B5EF4-FFF2-40B4-BE49-F238E27FC236}">
                <a16:creationId xmlns:a16="http://schemas.microsoft.com/office/drawing/2014/main" id="{92FAF5E3-9977-2ECB-5517-167BE2D70617}"/>
              </a:ext>
            </a:extLst>
          </p:cNvPr>
          <p:cNvSpPr/>
          <p:nvPr/>
        </p:nvSpPr>
        <p:spPr>
          <a:xfrm rot="5134159">
            <a:off x="2176623" y="594708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4" name="直線接點 1303">
            <a:extLst>
              <a:ext uri="{FF2B5EF4-FFF2-40B4-BE49-F238E27FC236}">
                <a16:creationId xmlns:a16="http://schemas.microsoft.com/office/drawing/2014/main" id="{F6AA2B31-7E66-8857-872B-97DA4647C4EC}"/>
              </a:ext>
            </a:extLst>
          </p:cNvPr>
          <p:cNvCxnSpPr>
            <a:cxnSpLocks/>
          </p:cNvCxnSpPr>
          <p:nvPr/>
        </p:nvCxnSpPr>
        <p:spPr>
          <a:xfrm rot="5400000">
            <a:off x="1489744" y="5582493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5" name="弧形 1304">
            <a:extLst>
              <a:ext uri="{FF2B5EF4-FFF2-40B4-BE49-F238E27FC236}">
                <a16:creationId xmlns:a16="http://schemas.microsoft.com/office/drawing/2014/main" id="{80CC9489-3025-4259-CA24-3298DCF1DB5A}"/>
              </a:ext>
            </a:extLst>
          </p:cNvPr>
          <p:cNvSpPr/>
          <p:nvPr/>
        </p:nvSpPr>
        <p:spPr>
          <a:xfrm rot="16200000">
            <a:off x="1970877" y="5836418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6" name="直線接點 1305">
            <a:extLst>
              <a:ext uri="{FF2B5EF4-FFF2-40B4-BE49-F238E27FC236}">
                <a16:creationId xmlns:a16="http://schemas.microsoft.com/office/drawing/2014/main" id="{E9084286-5686-1FEA-2F13-8D232706DD38}"/>
              </a:ext>
            </a:extLst>
          </p:cNvPr>
          <p:cNvCxnSpPr/>
          <p:nvPr/>
        </p:nvCxnSpPr>
        <p:spPr>
          <a:xfrm rot="5400000" flipH="1">
            <a:off x="2784738" y="5874176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直線接點 1306">
            <a:extLst>
              <a:ext uri="{FF2B5EF4-FFF2-40B4-BE49-F238E27FC236}">
                <a16:creationId xmlns:a16="http://schemas.microsoft.com/office/drawing/2014/main" id="{B9992383-38B6-0C70-0D29-4BC8D3776BBD}"/>
              </a:ext>
            </a:extLst>
          </p:cNvPr>
          <p:cNvCxnSpPr/>
          <p:nvPr/>
        </p:nvCxnSpPr>
        <p:spPr>
          <a:xfrm rot="5400000" flipH="1">
            <a:off x="2658957" y="5874175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0" name="橢圓 1309">
            <a:extLst>
              <a:ext uri="{FF2B5EF4-FFF2-40B4-BE49-F238E27FC236}">
                <a16:creationId xmlns:a16="http://schemas.microsoft.com/office/drawing/2014/main" id="{28FD5AF8-9CDB-A61D-B441-C648DE9AAAC1}"/>
              </a:ext>
            </a:extLst>
          </p:cNvPr>
          <p:cNvSpPr/>
          <p:nvPr/>
        </p:nvSpPr>
        <p:spPr>
          <a:xfrm rot="5400000">
            <a:off x="1907703" y="6715202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1" name="直線接點 1310">
            <a:extLst>
              <a:ext uri="{FF2B5EF4-FFF2-40B4-BE49-F238E27FC236}">
                <a16:creationId xmlns:a16="http://schemas.microsoft.com/office/drawing/2014/main" id="{0E7F6C26-4204-D378-DC10-AC3F12DF10A8}"/>
              </a:ext>
            </a:extLst>
          </p:cNvPr>
          <p:cNvCxnSpPr>
            <a:cxnSpLocks/>
          </p:cNvCxnSpPr>
          <p:nvPr/>
        </p:nvCxnSpPr>
        <p:spPr>
          <a:xfrm rot="5400000">
            <a:off x="2778997" y="6252813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2" name="橢圓 1311">
            <a:extLst>
              <a:ext uri="{FF2B5EF4-FFF2-40B4-BE49-F238E27FC236}">
                <a16:creationId xmlns:a16="http://schemas.microsoft.com/office/drawing/2014/main" id="{4D050177-BD71-1210-8896-3FC9983D9323}"/>
              </a:ext>
            </a:extLst>
          </p:cNvPr>
          <p:cNvSpPr/>
          <p:nvPr/>
        </p:nvSpPr>
        <p:spPr>
          <a:xfrm rot="5134159">
            <a:off x="2176623" y="6711319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3" name="直線接點 1312">
            <a:extLst>
              <a:ext uri="{FF2B5EF4-FFF2-40B4-BE49-F238E27FC236}">
                <a16:creationId xmlns:a16="http://schemas.microsoft.com/office/drawing/2014/main" id="{A677AFFC-03DF-FC91-DDC8-886DDAD7E36C}"/>
              </a:ext>
            </a:extLst>
          </p:cNvPr>
          <p:cNvCxnSpPr>
            <a:cxnSpLocks/>
          </p:cNvCxnSpPr>
          <p:nvPr/>
        </p:nvCxnSpPr>
        <p:spPr>
          <a:xfrm rot="5400000">
            <a:off x="1489744" y="6346724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4" name="弧形 1313">
            <a:extLst>
              <a:ext uri="{FF2B5EF4-FFF2-40B4-BE49-F238E27FC236}">
                <a16:creationId xmlns:a16="http://schemas.microsoft.com/office/drawing/2014/main" id="{3AD151C3-4020-8959-863A-411F346C85E7}"/>
              </a:ext>
            </a:extLst>
          </p:cNvPr>
          <p:cNvSpPr/>
          <p:nvPr/>
        </p:nvSpPr>
        <p:spPr>
          <a:xfrm rot="16200000">
            <a:off x="1970877" y="6592520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5" name="直線接點 1314">
            <a:extLst>
              <a:ext uri="{FF2B5EF4-FFF2-40B4-BE49-F238E27FC236}">
                <a16:creationId xmlns:a16="http://schemas.microsoft.com/office/drawing/2014/main" id="{11AFD262-3BDD-9946-31F1-D71751ACD8C0}"/>
              </a:ext>
            </a:extLst>
          </p:cNvPr>
          <p:cNvCxnSpPr/>
          <p:nvPr/>
        </p:nvCxnSpPr>
        <p:spPr>
          <a:xfrm rot="5400000" flipH="1">
            <a:off x="2784738" y="6638407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直線接點 1315">
            <a:extLst>
              <a:ext uri="{FF2B5EF4-FFF2-40B4-BE49-F238E27FC236}">
                <a16:creationId xmlns:a16="http://schemas.microsoft.com/office/drawing/2014/main" id="{464EA2EB-BF3B-ED7E-7381-DF304AC09E8F}"/>
              </a:ext>
            </a:extLst>
          </p:cNvPr>
          <p:cNvCxnSpPr/>
          <p:nvPr/>
        </p:nvCxnSpPr>
        <p:spPr>
          <a:xfrm rot="5400000" flipH="1">
            <a:off x="2658957" y="6638406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9" name="橢圓 1318">
            <a:extLst>
              <a:ext uri="{FF2B5EF4-FFF2-40B4-BE49-F238E27FC236}">
                <a16:creationId xmlns:a16="http://schemas.microsoft.com/office/drawing/2014/main" id="{DB2E5E7D-19FC-3207-78B1-740C6CD7ED7F}"/>
              </a:ext>
            </a:extLst>
          </p:cNvPr>
          <p:cNvSpPr/>
          <p:nvPr/>
        </p:nvSpPr>
        <p:spPr>
          <a:xfrm rot="5400000">
            <a:off x="1912974" y="7496890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0" name="直線接點 1319">
            <a:extLst>
              <a:ext uri="{FF2B5EF4-FFF2-40B4-BE49-F238E27FC236}">
                <a16:creationId xmlns:a16="http://schemas.microsoft.com/office/drawing/2014/main" id="{0927B928-F6F5-D76B-81D5-C65D4CF58548}"/>
              </a:ext>
            </a:extLst>
          </p:cNvPr>
          <p:cNvCxnSpPr>
            <a:cxnSpLocks/>
          </p:cNvCxnSpPr>
          <p:nvPr/>
        </p:nvCxnSpPr>
        <p:spPr>
          <a:xfrm rot="5400000">
            <a:off x="2784267" y="7034504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" name="橢圓 1320">
            <a:extLst>
              <a:ext uri="{FF2B5EF4-FFF2-40B4-BE49-F238E27FC236}">
                <a16:creationId xmlns:a16="http://schemas.microsoft.com/office/drawing/2014/main" id="{AE24C34F-B0D7-478D-F400-E06E79192291}"/>
              </a:ext>
            </a:extLst>
          </p:cNvPr>
          <p:cNvSpPr/>
          <p:nvPr/>
        </p:nvSpPr>
        <p:spPr>
          <a:xfrm rot="5134159">
            <a:off x="2181894" y="749300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2" name="直線接點 1321">
            <a:extLst>
              <a:ext uri="{FF2B5EF4-FFF2-40B4-BE49-F238E27FC236}">
                <a16:creationId xmlns:a16="http://schemas.microsoft.com/office/drawing/2014/main" id="{F1A8DDB3-4CE8-8BBA-FE5E-5EEEDC0B88CE}"/>
              </a:ext>
            </a:extLst>
          </p:cNvPr>
          <p:cNvCxnSpPr>
            <a:cxnSpLocks/>
          </p:cNvCxnSpPr>
          <p:nvPr/>
        </p:nvCxnSpPr>
        <p:spPr>
          <a:xfrm rot="5400000">
            <a:off x="1495016" y="7128413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3" name="弧形 1322">
            <a:extLst>
              <a:ext uri="{FF2B5EF4-FFF2-40B4-BE49-F238E27FC236}">
                <a16:creationId xmlns:a16="http://schemas.microsoft.com/office/drawing/2014/main" id="{544E22FB-EB3A-4E27-E2DA-CF9F4EEA28AC}"/>
              </a:ext>
            </a:extLst>
          </p:cNvPr>
          <p:cNvSpPr/>
          <p:nvPr/>
        </p:nvSpPr>
        <p:spPr>
          <a:xfrm rot="16200000">
            <a:off x="1976147" y="7382338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4" name="直線接點 1323">
            <a:extLst>
              <a:ext uri="{FF2B5EF4-FFF2-40B4-BE49-F238E27FC236}">
                <a16:creationId xmlns:a16="http://schemas.microsoft.com/office/drawing/2014/main" id="{149ACEE9-60A8-1EA0-8673-5445ED6A87B4}"/>
              </a:ext>
            </a:extLst>
          </p:cNvPr>
          <p:cNvCxnSpPr/>
          <p:nvPr/>
        </p:nvCxnSpPr>
        <p:spPr>
          <a:xfrm rot="5400000" flipH="1">
            <a:off x="2790007" y="7420096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直線接點 1324">
            <a:extLst>
              <a:ext uri="{FF2B5EF4-FFF2-40B4-BE49-F238E27FC236}">
                <a16:creationId xmlns:a16="http://schemas.microsoft.com/office/drawing/2014/main" id="{832BB790-A27F-1A3C-C145-FB8F6C0EE120}"/>
              </a:ext>
            </a:extLst>
          </p:cNvPr>
          <p:cNvCxnSpPr/>
          <p:nvPr/>
        </p:nvCxnSpPr>
        <p:spPr>
          <a:xfrm rot="5400000" flipH="1">
            <a:off x="2664227" y="7420095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8" name="橢圓 1327">
            <a:extLst>
              <a:ext uri="{FF2B5EF4-FFF2-40B4-BE49-F238E27FC236}">
                <a16:creationId xmlns:a16="http://schemas.microsoft.com/office/drawing/2014/main" id="{6F734024-9D75-C8E5-BD02-2EAEBD7C3BE1}"/>
              </a:ext>
            </a:extLst>
          </p:cNvPr>
          <p:cNvSpPr/>
          <p:nvPr/>
        </p:nvSpPr>
        <p:spPr>
          <a:xfrm rot="5400000">
            <a:off x="1923514" y="8327359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9" name="直線接點 1328">
            <a:extLst>
              <a:ext uri="{FF2B5EF4-FFF2-40B4-BE49-F238E27FC236}">
                <a16:creationId xmlns:a16="http://schemas.microsoft.com/office/drawing/2014/main" id="{56123E8C-6F4B-C289-8AB2-48FE74BB1BCF}"/>
              </a:ext>
            </a:extLst>
          </p:cNvPr>
          <p:cNvCxnSpPr>
            <a:cxnSpLocks/>
          </p:cNvCxnSpPr>
          <p:nvPr/>
        </p:nvCxnSpPr>
        <p:spPr>
          <a:xfrm rot="5400000">
            <a:off x="2812377" y="7864971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0" name="橢圓 1329">
            <a:extLst>
              <a:ext uri="{FF2B5EF4-FFF2-40B4-BE49-F238E27FC236}">
                <a16:creationId xmlns:a16="http://schemas.microsoft.com/office/drawing/2014/main" id="{44AFC0F5-5BAC-17ED-E0D2-9D8F9849AB58}"/>
              </a:ext>
            </a:extLst>
          </p:cNvPr>
          <p:cNvSpPr/>
          <p:nvPr/>
        </p:nvSpPr>
        <p:spPr>
          <a:xfrm rot="5134159">
            <a:off x="2192434" y="832347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31" name="直線接點 1330">
            <a:extLst>
              <a:ext uri="{FF2B5EF4-FFF2-40B4-BE49-F238E27FC236}">
                <a16:creationId xmlns:a16="http://schemas.microsoft.com/office/drawing/2014/main" id="{90CBEC58-E9F7-D0FF-694A-EF045597BE0C}"/>
              </a:ext>
            </a:extLst>
          </p:cNvPr>
          <p:cNvCxnSpPr>
            <a:cxnSpLocks/>
          </p:cNvCxnSpPr>
          <p:nvPr/>
        </p:nvCxnSpPr>
        <p:spPr>
          <a:xfrm rot="5400000">
            <a:off x="1505557" y="7958881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" name="弧形 1331">
            <a:extLst>
              <a:ext uri="{FF2B5EF4-FFF2-40B4-BE49-F238E27FC236}">
                <a16:creationId xmlns:a16="http://schemas.microsoft.com/office/drawing/2014/main" id="{B1D56C3D-B114-BB59-BD1C-1107FEDC07DC}"/>
              </a:ext>
            </a:extLst>
          </p:cNvPr>
          <p:cNvSpPr/>
          <p:nvPr/>
        </p:nvSpPr>
        <p:spPr>
          <a:xfrm rot="16200000">
            <a:off x="1986689" y="8213147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33" name="直線接點 1332">
            <a:extLst>
              <a:ext uri="{FF2B5EF4-FFF2-40B4-BE49-F238E27FC236}">
                <a16:creationId xmlns:a16="http://schemas.microsoft.com/office/drawing/2014/main" id="{8CD4A380-4DAD-6D9F-D24D-68DD41DBFD77}"/>
              </a:ext>
            </a:extLst>
          </p:cNvPr>
          <p:cNvCxnSpPr/>
          <p:nvPr/>
        </p:nvCxnSpPr>
        <p:spPr>
          <a:xfrm rot="5400000" flipH="1">
            <a:off x="2800549" y="8250565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直線接點 1333">
            <a:extLst>
              <a:ext uri="{FF2B5EF4-FFF2-40B4-BE49-F238E27FC236}">
                <a16:creationId xmlns:a16="http://schemas.microsoft.com/office/drawing/2014/main" id="{F51AECDE-8089-07BC-8F79-B8A4BDF7FD5F}"/>
              </a:ext>
            </a:extLst>
          </p:cNvPr>
          <p:cNvCxnSpPr/>
          <p:nvPr/>
        </p:nvCxnSpPr>
        <p:spPr>
          <a:xfrm rot="5400000" flipH="1">
            <a:off x="2674769" y="8250564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9" name="橢圓 1338">
            <a:extLst>
              <a:ext uri="{FF2B5EF4-FFF2-40B4-BE49-F238E27FC236}">
                <a16:creationId xmlns:a16="http://schemas.microsoft.com/office/drawing/2014/main" id="{2C744FCC-A078-BE11-2545-94B398C9F9A7}"/>
              </a:ext>
            </a:extLst>
          </p:cNvPr>
          <p:cNvSpPr/>
          <p:nvPr/>
        </p:nvSpPr>
        <p:spPr>
          <a:xfrm rot="5400000">
            <a:off x="1912974" y="9105533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0" name="直線接點 1339">
            <a:extLst>
              <a:ext uri="{FF2B5EF4-FFF2-40B4-BE49-F238E27FC236}">
                <a16:creationId xmlns:a16="http://schemas.microsoft.com/office/drawing/2014/main" id="{EBEC3121-C33D-3D8F-EAD7-4E2621F65D16}"/>
              </a:ext>
            </a:extLst>
          </p:cNvPr>
          <p:cNvCxnSpPr>
            <a:cxnSpLocks/>
          </p:cNvCxnSpPr>
          <p:nvPr/>
        </p:nvCxnSpPr>
        <p:spPr>
          <a:xfrm rot="5400000">
            <a:off x="2784267" y="8643144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" name="橢圓 1340">
            <a:extLst>
              <a:ext uri="{FF2B5EF4-FFF2-40B4-BE49-F238E27FC236}">
                <a16:creationId xmlns:a16="http://schemas.microsoft.com/office/drawing/2014/main" id="{C5B2B61F-A155-CB66-AF00-AA852C9D8E40}"/>
              </a:ext>
            </a:extLst>
          </p:cNvPr>
          <p:cNvSpPr/>
          <p:nvPr/>
        </p:nvSpPr>
        <p:spPr>
          <a:xfrm rot="5134159">
            <a:off x="2181894" y="9101650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2" name="直線接點 1341">
            <a:extLst>
              <a:ext uri="{FF2B5EF4-FFF2-40B4-BE49-F238E27FC236}">
                <a16:creationId xmlns:a16="http://schemas.microsoft.com/office/drawing/2014/main" id="{931F7148-BEC1-7F51-E19F-AE0E3D38B11E}"/>
              </a:ext>
            </a:extLst>
          </p:cNvPr>
          <p:cNvCxnSpPr>
            <a:cxnSpLocks/>
          </p:cNvCxnSpPr>
          <p:nvPr/>
        </p:nvCxnSpPr>
        <p:spPr>
          <a:xfrm rot="5400000">
            <a:off x="1495016" y="8737055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3" name="弧形 1342">
            <a:extLst>
              <a:ext uri="{FF2B5EF4-FFF2-40B4-BE49-F238E27FC236}">
                <a16:creationId xmlns:a16="http://schemas.microsoft.com/office/drawing/2014/main" id="{9F5D6143-F30F-DA9D-6EAB-467AE920F03B}"/>
              </a:ext>
            </a:extLst>
          </p:cNvPr>
          <p:cNvSpPr/>
          <p:nvPr/>
        </p:nvSpPr>
        <p:spPr>
          <a:xfrm rot="16200000">
            <a:off x="1976147" y="8990981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4" name="直線接點 1343">
            <a:extLst>
              <a:ext uri="{FF2B5EF4-FFF2-40B4-BE49-F238E27FC236}">
                <a16:creationId xmlns:a16="http://schemas.microsoft.com/office/drawing/2014/main" id="{4E0B80D7-1DB4-2AF9-A120-D6509987C486}"/>
              </a:ext>
            </a:extLst>
          </p:cNvPr>
          <p:cNvCxnSpPr/>
          <p:nvPr/>
        </p:nvCxnSpPr>
        <p:spPr>
          <a:xfrm rot="5400000" flipH="1">
            <a:off x="2790007" y="9028739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直線接點 1344">
            <a:extLst>
              <a:ext uri="{FF2B5EF4-FFF2-40B4-BE49-F238E27FC236}">
                <a16:creationId xmlns:a16="http://schemas.microsoft.com/office/drawing/2014/main" id="{9241314F-7E3C-B0D1-020B-E96496FA7BEA}"/>
              </a:ext>
            </a:extLst>
          </p:cNvPr>
          <p:cNvCxnSpPr/>
          <p:nvPr/>
        </p:nvCxnSpPr>
        <p:spPr>
          <a:xfrm rot="5400000" flipH="1">
            <a:off x="2664227" y="9028737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8" name="橢圓 1347">
            <a:extLst>
              <a:ext uri="{FF2B5EF4-FFF2-40B4-BE49-F238E27FC236}">
                <a16:creationId xmlns:a16="http://schemas.microsoft.com/office/drawing/2014/main" id="{FDDAB246-C297-11E3-5B44-84B174AD4833}"/>
              </a:ext>
            </a:extLst>
          </p:cNvPr>
          <p:cNvSpPr/>
          <p:nvPr/>
        </p:nvSpPr>
        <p:spPr>
          <a:xfrm rot="5400000">
            <a:off x="1912974" y="991694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9" name="直線接點 1348">
            <a:extLst>
              <a:ext uri="{FF2B5EF4-FFF2-40B4-BE49-F238E27FC236}">
                <a16:creationId xmlns:a16="http://schemas.microsoft.com/office/drawing/2014/main" id="{DF2A631A-AED5-946F-6627-ED287F8D084D}"/>
              </a:ext>
            </a:extLst>
          </p:cNvPr>
          <p:cNvCxnSpPr>
            <a:cxnSpLocks/>
          </p:cNvCxnSpPr>
          <p:nvPr/>
        </p:nvCxnSpPr>
        <p:spPr>
          <a:xfrm rot="5400000">
            <a:off x="2784267" y="9454560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0" name="橢圓 1349">
            <a:extLst>
              <a:ext uri="{FF2B5EF4-FFF2-40B4-BE49-F238E27FC236}">
                <a16:creationId xmlns:a16="http://schemas.microsoft.com/office/drawing/2014/main" id="{26171E5A-0873-6E58-B537-FEBAFBFCF97A}"/>
              </a:ext>
            </a:extLst>
          </p:cNvPr>
          <p:cNvSpPr/>
          <p:nvPr/>
        </p:nvSpPr>
        <p:spPr>
          <a:xfrm rot="5134159">
            <a:off x="2181894" y="9913065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1" name="直線接點 1350">
            <a:extLst>
              <a:ext uri="{FF2B5EF4-FFF2-40B4-BE49-F238E27FC236}">
                <a16:creationId xmlns:a16="http://schemas.microsoft.com/office/drawing/2014/main" id="{102587B5-483C-D511-2CE6-B5AACE62A87E}"/>
              </a:ext>
            </a:extLst>
          </p:cNvPr>
          <p:cNvCxnSpPr>
            <a:cxnSpLocks/>
          </p:cNvCxnSpPr>
          <p:nvPr/>
        </p:nvCxnSpPr>
        <p:spPr>
          <a:xfrm rot="5400000">
            <a:off x="1495016" y="9548472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弧形 1351">
            <a:extLst>
              <a:ext uri="{FF2B5EF4-FFF2-40B4-BE49-F238E27FC236}">
                <a16:creationId xmlns:a16="http://schemas.microsoft.com/office/drawing/2014/main" id="{F2D363BE-464E-FE5D-942B-3ECB8B8CAA6C}"/>
              </a:ext>
            </a:extLst>
          </p:cNvPr>
          <p:cNvSpPr/>
          <p:nvPr/>
        </p:nvSpPr>
        <p:spPr>
          <a:xfrm rot="16200000">
            <a:off x="1976147" y="9802393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3" name="直線接點 1352">
            <a:extLst>
              <a:ext uri="{FF2B5EF4-FFF2-40B4-BE49-F238E27FC236}">
                <a16:creationId xmlns:a16="http://schemas.microsoft.com/office/drawing/2014/main" id="{4D72F512-3688-C1EB-5C07-7C6906520750}"/>
              </a:ext>
            </a:extLst>
          </p:cNvPr>
          <p:cNvCxnSpPr/>
          <p:nvPr/>
        </p:nvCxnSpPr>
        <p:spPr>
          <a:xfrm rot="5400000" flipH="1">
            <a:off x="2790007" y="9840153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直線接點 1353">
            <a:extLst>
              <a:ext uri="{FF2B5EF4-FFF2-40B4-BE49-F238E27FC236}">
                <a16:creationId xmlns:a16="http://schemas.microsoft.com/office/drawing/2014/main" id="{52594056-B5C2-62EE-529F-0D47BF70D3F8}"/>
              </a:ext>
            </a:extLst>
          </p:cNvPr>
          <p:cNvCxnSpPr/>
          <p:nvPr/>
        </p:nvCxnSpPr>
        <p:spPr>
          <a:xfrm rot="5400000" flipH="1">
            <a:off x="2664227" y="9840151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7" name="橢圓 1356">
            <a:extLst>
              <a:ext uri="{FF2B5EF4-FFF2-40B4-BE49-F238E27FC236}">
                <a16:creationId xmlns:a16="http://schemas.microsoft.com/office/drawing/2014/main" id="{3171C9D1-F740-F1E7-5A0B-D919F1E633C3}"/>
              </a:ext>
            </a:extLst>
          </p:cNvPr>
          <p:cNvSpPr/>
          <p:nvPr/>
        </p:nvSpPr>
        <p:spPr>
          <a:xfrm rot="5400000">
            <a:off x="1918244" y="10729260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8" name="直線接點 1357">
            <a:extLst>
              <a:ext uri="{FF2B5EF4-FFF2-40B4-BE49-F238E27FC236}">
                <a16:creationId xmlns:a16="http://schemas.microsoft.com/office/drawing/2014/main" id="{F2B28693-70F7-E85E-9646-FC99095F2E0C}"/>
              </a:ext>
            </a:extLst>
          </p:cNvPr>
          <p:cNvCxnSpPr>
            <a:cxnSpLocks/>
          </p:cNvCxnSpPr>
          <p:nvPr/>
        </p:nvCxnSpPr>
        <p:spPr>
          <a:xfrm rot="5400000">
            <a:off x="2789538" y="10266872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9" name="橢圓 1358">
            <a:extLst>
              <a:ext uri="{FF2B5EF4-FFF2-40B4-BE49-F238E27FC236}">
                <a16:creationId xmlns:a16="http://schemas.microsoft.com/office/drawing/2014/main" id="{8491A64E-A257-D2AA-E09F-DE65E3661A50}"/>
              </a:ext>
            </a:extLst>
          </p:cNvPr>
          <p:cNvSpPr/>
          <p:nvPr/>
        </p:nvSpPr>
        <p:spPr>
          <a:xfrm rot="5134159">
            <a:off x="2187164" y="1072537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0" name="直線接點 1359">
            <a:extLst>
              <a:ext uri="{FF2B5EF4-FFF2-40B4-BE49-F238E27FC236}">
                <a16:creationId xmlns:a16="http://schemas.microsoft.com/office/drawing/2014/main" id="{B7A8180F-D7A6-C958-D9A4-552646E3A0BF}"/>
              </a:ext>
            </a:extLst>
          </p:cNvPr>
          <p:cNvCxnSpPr>
            <a:cxnSpLocks/>
          </p:cNvCxnSpPr>
          <p:nvPr/>
        </p:nvCxnSpPr>
        <p:spPr>
          <a:xfrm rot="5400000">
            <a:off x="1500286" y="10360782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1" name="弧形 1360">
            <a:extLst>
              <a:ext uri="{FF2B5EF4-FFF2-40B4-BE49-F238E27FC236}">
                <a16:creationId xmlns:a16="http://schemas.microsoft.com/office/drawing/2014/main" id="{8A492B49-BAE3-81BA-CA35-EAF4E8EA6273}"/>
              </a:ext>
            </a:extLst>
          </p:cNvPr>
          <p:cNvSpPr/>
          <p:nvPr/>
        </p:nvSpPr>
        <p:spPr>
          <a:xfrm rot="16200000">
            <a:off x="1981417" y="10639192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2" name="直線接點 1361">
            <a:extLst>
              <a:ext uri="{FF2B5EF4-FFF2-40B4-BE49-F238E27FC236}">
                <a16:creationId xmlns:a16="http://schemas.microsoft.com/office/drawing/2014/main" id="{F1C056BB-9C42-75AA-BD21-ED3AB4F386AF}"/>
              </a:ext>
            </a:extLst>
          </p:cNvPr>
          <p:cNvCxnSpPr/>
          <p:nvPr/>
        </p:nvCxnSpPr>
        <p:spPr>
          <a:xfrm rot="5400000" flipH="1">
            <a:off x="2795279" y="10672884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直線接點 1362">
            <a:extLst>
              <a:ext uri="{FF2B5EF4-FFF2-40B4-BE49-F238E27FC236}">
                <a16:creationId xmlns:a16="http://schemas.microsoft.com/office/drawing/2014/main" id="{8C284047-E3B1-E885-93C8-0EFC687D7594}"/>
              </a:ext>
            </a:extLst>
          </p:cNvPr>
          <p:cNvCxnSpPr/>
          <p:nvPr/>
        </p:nvCxnSpPr>
        <p:spPr>
          <a:xfrm rot="5400000" flipH="1">
            <a:off x="2669499" y="10672883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6" name="橢圓 1365">
            <a:extLst>
              <a:ext uri="{FF2B5EF4-FFF2-40B4-BE49-F238E27FC236}">
                <a16:creationId xmlns:a16="http://schemas.microsoft.com/office/drawing/2014/main" id="{14FB2922-24FE-C93D-301B-91AE9580C173}"/>
              </a:ext>
            </a:extLst>
          </p:cNvPr>
          <p:cNvSpPr/>
          <p:nvPr/>
        </p:nvSpPr>
        <p:spPr>
          <a:xfrm rot="5400000">
            <a:off x="1928785" y="1153929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7" name="直線接點 1366">
            <a:extLst>
              <a:ext uri="{FF2B5EF4-FFF2-40B4-BE49-F238E27FC236}">
                <a16:creationId xmlns:a16="http://schemas.microsoft.com/office/drawing/2014/main" id="{3E71FB33-0010-518E-3E74-37D9541D3284}"/>
              </a:ext>
            </a:extLst>
          </p:cNvPr>
          <p:cNvCxnSpPr>
            <a:cxnSpLocks/>
          </p:cNvCxnSpPr>
          <p:nvPr/>
        </p:nvCxnSpPr>
        <p:spPr>
          <a:xfrm rot="5400000">
            <a:off x="2817648" y="11076910"/>
            <a:ext cx="2302" cy="1011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8" name="橢圓 1367">
            <a:extLst>
              <a:ext uri="{FF2B5EF4-FFF2-40B4-BE49-F238E27FC236}">
                <a16:creationId xmlns:a16="http://schemas.microsoft.com/office/drawing/2014/main" id="{2A8B395A-ABBD-674F-48AB-879A03FDAD67}"/>
              </a:ext>
            </a:extLst>
          </p:cNvPr>
          <p:cNvSpPr/>
          <p:nvPr/>
        </p:nvSpPr>
        <p:spPr>
          <a:xfrm rot="5134159">
            <a:off x="2197705" y="11535416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9" name="直線接點 1368">
            <a:extLst>
              <a:ext uri="{FF2B5EF4-FFF2-40B4-BE49-F238E27FC236}">
                <a16:creationId xmlns:a16="http://schemas.microsoft.com/office/drawing/2014/main" id="{0ECAD6C2-2302-3376-0CAB-9E4CDF6C2FB3}"/>
              </a:ext>
            </a:extLst>
          </p:cNvPr>
          <p:cNvCxnSpPr>
            <a:cxnSpLocks/>
          </p:cNvCxnSpPr>
          <p:nvPr/>
        </p:nvCxnSpPr>
        <p:spPr>
          <a:xfrm rot="5400000">
            <a:off x="1510826" y="11170821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0" name="弧形 1369">
            <a:extLst>
              <a:ext uri="{FF2B5EF4-FFF2-40B4-BE49-F238E27FC236}">
                <a16:creationId xmlns:a16="http://schemas.microsoft.com/office/drawing/2014/main" id="{C81FDBE5-3A0E-47C9-1D4A-D61E68191BC2}"/>
              </a:ext>
            </a:extLst>
          </p:cNvPr>
          <p:cNvSpPr/>
          <p:nvPr/>
        </p:nvSpPr>
        <p:spPr>
          <a:xfrm rot="16200000">
            <a:off x="1991959" y="11432876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1" name="直線接點 1370">
            <a:extLst>
              <a:ext uri="{FF2B5EF4-FFF2-40B4-BE49-F238E27FC236}">
                <a16:creationId xmlns:a16="http://schemas.microsoft.com/office/drawing/2014/main" id="{306DB348-B1C7-96E0-36BE-E14A2C25327B}"/>
              </a:ext>
            </a:extLst>
          </p:cNvPr>
          <p:cNvCxnSpPr/>
          <p:nvPr/>
        </p:nvCxnSpPr>
        <p:spPr>
          <a:xfrm rot="5400000" flipH="1">
            <a:off x="2805820" y="11462503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直線接點 1371">
            <a:extLst>
              <a:ext uri="{FF2B5EF4-FFF2-40B4-BE49-F238E27FC236}">
                <a16:creationId xmlns:a16="http://schemas.microsoft.com/office/drawing/2014/main" id="{AB742051-0B51-6681-0DEE-DD329B4B2FD6}"/>
              </a:ext>
            </a:extLst>
          </p:cNvPr>
          <p:cNvCxnSpPr/>
          <p:nvPr/>
        </p:nvCxnSpPr>
        <p:spPr>
          <a:xfrm rot="5400000" flipH="1">
            <a:off x="2680039" y="11462503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5" name="橢圓 1374">
            <a:extLst>
              <a:ext uri="{FF2B5EF4-FFF2-40B4-BE49-F238E27FC236}">
                <a16:creationId xmlns:a16="http://schemas.microsoft.com/office/drawing/2014/main" id="{16710684-BF23-9EF7-0F67-121320A3E4BC}"/>
              </a:ext>
            </a:extLst>
          </p:cNvPr>
          <p:cNvSpPr/>
          <p:nvPr/>
        </p:nvSpPr>
        <p:spPr>
          <a:xfrm rot="5400000">
            <a:off x="4113009" y="300118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AB695577-D94E-1B34-BED4-699BBC3F2F49}"/>
              </a:ext>
            </a:extLst>
          </p:cNvPr>
          <p:cNvSpPr/>
          <p:nvPr/>
        </p:nvSpPr>
        <p:spPr>
          <a:xfrm rot="5134159">
            <a:off x="4381927" y="300654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8F0DA52D-C282-D6D9-3F60-605B82AEA756}"/>
              </a:ext>
            </a:extLst>
          </p:cNvPr>
          <p:cNvCxnSpPr>
            <a:cxnSpLocks/>
          </p:cNvCxnSpPr>
          <p:nvPr/>
        </p:nvCxnSpPr>
        <p:spPr>
          <a:xfrm rot="5400000">
            <a:off x="3695050" y="2632710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EE3DF6A5-9711-BA58-62C2-8F9727C745BB}"/>
              </a:ext>
            </a:extLst>
          </p:cNvPr>
          <p:cNvSpPr/>
          <p:nvPr/>
        </p:nvSpPr>
        <p:spPr>
          <a:xfrm rot="16200000">
            <a:off x="4125719" y="2871750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3BDDFE11-429D-689F-ECEA-E40881CD1617}"/>
              </a:ext>
            </a:extLst>
          </p:cNvPr>
          <p:cNvCxnSpPr/>
          <p:nvPr/>
        </p:nvCxnSpPr>
        <p:spPr>
          <a:xfrm rot="5400000" flipH="1">
            <a:off x="3701829" y="2942878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03BC8E20-002B-025C-A157-08AFFAD03DBB}"/>
              </a:ext>
            </a:extLst>
          </p:cNvPr>
          <p:cNvCxnSpPr/>
          <p:nvPr/>
        </p:nvCxnSpPr>
        <p:spPr>
          <a:xfrm rot="5400000" flipH="1">
            <a:off x="3576049" y="2942876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4B2B40E0-FDE4-8A00-DEF5-B6FA37AD0B86}"/>
              </a:ext>
            </a:extLst>
          </p:cNvPr>
          <p:cNvSpPr/>
          <p:nvPr/>
        </p:nvSpPr>
        <p:spPr>
          <a:xfrm rot="5400000">
            <a:off x="4113009" y="3767352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9499B168-B484-D0BE-1521-700436A67BB0}"/>
              </a:ext>
            </a:extLst>
          </p:cNvPr>
          <p:cNvCxnSpPr>
            <a:cxnSpLocks/>
            <a:stCxn id="1524" idx="1"/>
          </p:cNvCxnSpPr>
          <p:nvPr/>
        </p:nvCxnSpPr>
        <p:spPr>
          <a:xfrm flipH="1" flipV="1">
            <a:off x="4413408" y="3822756"/>
            <a:ext cx="984362" cy="47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F2394861-F963-4F78-93EA-A08B92450DF2}"/>
              </a:ext>
            </a:extLst>
          </p:cNvPr>
          <p:cNvSpPr/>
          <p:nvPr/>
        </p:nvSpPr>
        <p:spPr>
          <a:xfrm rot="5134159">
            <a:off x="4381927" y="3774253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11C098B5-41F6-4E0A-C59C-A70EDD72F98C}"/>
              </a:ext>
            </a:extLst>
          </p:cNvPr>
          <p:cNvCxnSpPr>
            <a:cxnSpLocks/>
          </p:cNvCxnSpPr>
          <p:nvPr/>
        </p:nvCxnSpPr>
        <p:spPr>
          <a:xfrm rot="5400000" flipH="1">
            <a:off x="3701703" y="3401158"/>
            <a:ext cx="6607" cy="8249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815BD006-D00D-5DD5-B094-A220780302CB}"/>
              </a:ext>
            </a:extLst>
          </p:cNvPr>
          <p:cNvSpPr/>
          <p:nvPr/>
        </p:nvSpPr>
        <p:spPr>
          <a:xfrm rot="16200000">
            <a:off x="4169815" y="3648453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8A7348C2-E593-BDB0-5F2A-632063D15CCB}"/>
              </a:ext>
            </a:extLst>
          </p:cNvPr>
          <p:cNvCxnSpPr/>
          <p:nvPr/>
        </p:nvCxnSpPr>
        <p:spPr>
          <a:xfrm rot="5400000" flipH="1">
            <a:off x="3701829" y="3710583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A37B4BB4-62F7-AEF2-E388-1A663740270E}"/>
              </a:ext>
            </a:extLst>
          </p:cNvPr>
          <p:cNvCxnSpPr/>
          <p:nvPr/>
        </p:nvCxnSpPr>
        <p:spPr>
          <a:xfrm rot="5400000" flipH="1">
            <a:off x="3576049" y="3710582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3" name="橢圓 1392">
            <a:extLst>
              <a:ext uri="{FF2B5EF4-FFF2-40B4-BE49-F238E27FC236}">
                <a16:creationId xmlns:a16="http://schemas.microsoft.com/office/drawing/2014/main" id="{B12B5AB3-2491-487C-9709-F359259CC376}"/>
              </a:ext>
            </a:extLst>
          </p:cNvPr>
          <p:cNvSpPr/>
          <p:nvPr/>
        </p:nvSpPr>
        <p:spPr>
          <a:xfrm rot="5400000">
            <a:off x="4118278" y="449359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4" name="直線接點 1393">
            <a:extLst>
              <a:ext uri="{FF2B5EF4-FFF2-40B4-BE49-F238E27FC236}">
                <a16:creationId xmlns:a16="http://schemas.microsoft.com/office/drawing/2014/main" id="{4D527773-0451-6B08-DD01-35BCD855EF68}"/>
              </a:ext>
            </a:extLst>
          </p:cNvPr>
          <p:cNvCxnSpPr>
            <a:cxnSpLocks/>
          </p:cNvCxnSpPr>
          <p:nvPr/>
        </p:nvCxnSpPr>
        <p:spPr>
          <a:xfrm rot="5400000">
            <a:off x="4994846" y="4077155"/>
            <a:ext cx="10875" cy="9070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5" name="橢圓 1394">
            <a:extLst>
              <a:ext uri="{FF2B5EF4-FFF2-40B4-BE49-F238E27FC236}">
                <a16:creationId xmlns:a16="http://schemas.microsoft.com/office/drawing/2014/main" id="{1CDDB8AA-8679-1685-EA31-A49172F46B50}"/>
              </a:ext>
            </a:extLst>
          </p:cNvPr>
          <p:cNvSpPr/>
          <p:nvPr/>
        </p:nvSpPr>
        <p:spPr>
          <a:xfrm rot="5134159">
            <a:off x="4387198" y="4480472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6" name="直線接點 1395">
            <a:extLst>
              <a:ext uri="{FF2B5EF4-FFF2-40B4-BE49-F238E27FC236}">
                <a16:creationId xmlns:a16="http://schemas.microsoft.com/office/drawing/2014/main" id="{2F11B8EC-D820-E5D3-E882-7E6E98B351A7}"/>
              </a:ext>
            </a:extLst>
          </p:cNvPr>
          <p:cNvCxnSpPr>
            <a:cxnSpLocks/>
          </p:cNvCxnSpPr>
          <p:nvPr/>
        </p:nvCxnSpPr>
        <p:spPr>
          <a:xfrm rot="5400000">
            <a:off x="3700320" y="4125119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7" name="弧形 1396">
            <a:extLst>
              <a:ext uri="{FF2B5EF4-FFF2-40B4-BE49-F238E27FC236}">
                <a16:creationId xmlns:a16="http://schemas.microsoft.com/office/drawing/2014/main" id="{C798D418-D177-1837-F142-5303165C7715}"/>
              </a:ext>
            </a:extLst>
          </p:cNvPr>
          <p:cNvSpPr/>
          <p:nvPr/>
        </p:nvSpPr>
        <p:spPr>
          <a:xfrm rot="16200000">
            <a:off x="4165477" y="4367387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8" name="直線接點 1397">
            <a:extLst>
              <a:ext uri="{FF2B5EF4-FFF2-40B4-BE49-F238E27FC236}">
                <a16:creationId xmlns:a16="http://schemas.microsoft.com/office/drawing/2014/main" id="{2F7C3985-88C9-1980-3EBA-442E4566AD3B}"/>
              </a:ext>
            </a:extLst>
          </p:cNvPr>
          <p:cNvCxnSpPr/>
          <p:nvPr/>
        </p:nvCxnSpPr>
        <p:spPr>
          <a:xfrm rot="5400000" flipH="1">
            <a:off x="3707099" y="4416803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直線接點 1398">
            <a:extLst>
              <a:ext uri="{FF2B5EF4-FFF2-40B4-BE49-F238E27FC236}">
                <a16:creationId xmlns:a16="http://schemas.microsoft.com/office/drawing/2014/main" id="{7D517E44-4FD7-1E1F-F228-BFEAB3105AEB}"/>
              </a:ext>
            </a:extLst>
          </p:cNvPr>
          <p:cNvCxnSpPr/>
          <p:nvPr/>
        </p:nvCxnSpPr>
        <p:spPr>
          <a:xfrm rot="5400000" flipH="1">
            <a:off x="3581319" y="4416801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2" name="橢圓 1401">
            <a:extLst>
              <a:ext uri="{FF2B5EF4-FFF2-40B4-BE49-F238E27FC236}">
                <a16:creationId xmlns:a16="http://schemas.microsoft.com/office/drawing/2014/main" id="{8583F182-CD6A-E93A-EF5C-090C2046EECA}"/>
              </a:ext>
            </a:extLst>
          </p:cNvPr>
          <p:cNvSpPr/>
          <p:nvPr/>
        </p:nvSpPr>
        <p:spPr>
          <a:xfrm rot="5400000">
            <a:off x="4128819" y="5208770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3" name="直線接點 1402">
            <a:extLst>
              <a:ext uri="{FF2B5EF4-FFF2-40B4-BE49-F238E27FC236}">
                <a16:creationId xmlns:a16="http://schemas.microsoft.com/office/drawing/2014/main" id="{6011C5F1-1335-98D0-57ED-5CD5846B147E}"/>
              </a:ext>
            </a:extLst>
          </p:cNvPr>
          <p:cNvCxnSpPr>
            <a:cxnSpLocks/>
          </p:cNvCxnSpPr>
          <p:nvPr/>
        </p:nvCxnSpPr>
        <p:spPr>
          <a:xfrm rot="5400000">
            <a:off x="4975876" y="4779918"/>
            <a:ext cx="1845" cy="927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" name="橢圓 1403">
            <a:extLst>
              <a:ext uri="{FF2B5EF4-FFF2-40B4-BE49-F238E27FC236}">
                <a16:creationId xmlns:a16="http://schemas.microsoft.com/office/drawing/2014/main" id="{AB0B75EA-FFFB-9CD4-27B6-18681071C8D7}"/>
              </a:ext>
            </a:extLst>
          </p:cNvPr>
          <p:cNvSpPr/>
          <p:nvPr/>
        </p:nvSpPr>
        <p:spPr>
          <a:xfrm rot="5134159">
            <a:off x="4397738" y="5196160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5" name="直線接點 1404">
            <a:extLst>
              <a:ext uri="{FF2B5EF4-FFF2-40B4-BE49-F238E27FC236}">
                <a16:creationId xmlns:a16="http://schemas.microsoft.com/office/drawing/2014/main" id="{54120881-F97F-6460-29C3-3EF34B1D4D39}"/>
              </a:ext>
            </a:extLst>
          </p:cNvPr>
          <p:cNvCxnSpPr>
            <a:cxnSpLocks/>
          </p:cNvCxnSpPr>
          <p:nvPr/>
        </p:nvCxnSpPr>
        <p:spPr>
          <a:xfrm rot="5400000">
            <a:off x="3710861" y="4840293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6" name="弧形 1405">
            <a:extLst>
              <a:ext uri="{FF2B5EF4-FFF2-40B4-BE49-F238E27FC236}">
                <a16:creationId xmlns:a16="http://schemas.microsoft.com/office/drawing/2014/main" id="{DA4FCB4F-C9CB-00DF-23E2-24E731F9B80F}"/>
              </a:ext>
            </a:extLst>
          </p:cNvPr>
          <p:cNvSpPr/>
          <p:nvPr/>
        </p:nvSpPr>
        <p:spPr>
          <a:xfrm rot="16200000">
            <a:off x="4165477" y="5104144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7" name="直線接點 1406">
            <a:extLst>
              <a:ext uri="{FF2B5EF4-FFF2-40B4-BE49-F238E27FC236}">
                <a16:creationId xmlns:a16="http://schemas.microsoft.com/office/drawing/2014/main" id="{29474E8D-BF33-53D1-558F-1750B8D5C224}"/>
              </a:ext>
            </a:extLst>
          </p:cNvPr>
          <p:cNvCxnSpPr/>
          <p:nvPr/>
        </p:nvCxnSpPr>
        <p:spPr>
          <a:xfrm rot="5400000" flipH="1">
            <a:off x="3717639" y="5132490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8" name="直線接點 1407">
            <a:extLst>
              <a:ext uri="{FF2B5EF4-FFF2-40B4-BE49-F238E27FC236}">
                <a16:creationId xmlns:a16="http://schemas.microsoft.com/office/drawing/2014/main" id="{AF651CB5-64AD-16D9-09DE-F73E5D68D286}"/>
              </a:ext>
            </a:extLst>
          </p:cNvPr>
          <p:cNvCxnSpPr/>
          <p:nvPr/>
        </p:nvCxnSpPr>
        <p:spPr>
          <a:xfrm rot="5400000" flipH="1">
            <a:off x="3591859" y="5132489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0" name="橢圓 1409">
            <a:extLst>
              <a:ext uri="{FF2B5EF4-FFF2-40B4-BE49-F238E27FC236}">
                <a16:creationId xmlns:a16="http://schemas.microsoft.com/office/drawing/2014/main" id="{3BABD125-4487-D10C-37BD-F2B7839793CD}"/>
              </a:ext>
            </a:extLst>
          </p:cNvPr>
          <p:cNvSpPr/>
          <p:nvPr/>
        </p:nvSpPr>
        <p:spPr>
          <a:xfrm rot="5400000">
            <a:off x="4131615" y="5959753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1" name="直線接點 1410">
            <a:extLst>
              <a:ext uri="{FF2B5EF4-FFF2-40B4-BE49-F238E27FC236}">
                <a16:creationId xmlns:a16="http://schemas.microsoft.com/office/drawing/2014/main" id="{0AA5B892-AC7A-86B8-2504-14252B5EC535}"/>
              </a:ext>
            </a:extLst>
          </p:cNvPr>
          <p:cNvCxnSpPr>
            <a:cxnSpLocks/>
          </p:cNvCxnSpPr>
          <p:nvPr/>
        </p:nvCxnSpPr>
        <p:spPr>
          <a:xfrm rot="5400000">
            <a:off x="4968488" y="5523003"/>
            <a:ext cx="1844" cy="9424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2" name="橢圓 1411">
            <a:extLst>
              <a:ext uri="{FF2B5EF4-FFF2-40B4-BE49-F238E27FC236}">
                <a16:creationId xmlns:a16="http://schemas.microsoft.com/office/drawing/2014/main" id="{21B0F53C-CE6C-573F-69BA-F00299328D71}"/>
              </a:ext>
            </a:extLst>
          </p:cNvPr>
          <p:cNvSpPr/>
          <p:nvPr/>
        </p:nvSpPr>
        <p:spPr>
          <a:xfrm rot="5134159">
            <a:off x="4400535" y="5946631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3" name="直線接點 1412">
            <a:extLst>
              <a:ext uri="{FF2B5EF4-FFF2-40B4-BE49-F238E27FC236}">
                <a16:creationId xmlns:a16="http://schemas.microsoft.com/office/drawing/2014/main" id="{96A7DC57-9C93-655D-B8A0-A4D2EF11C8A1}"/>
              </a:ext>
            </a:extLst>
          </p:cNvPr>
          <p:cNvCxnSpPr>
            <a:cxnSpLocks/>
          </p:cNvCxnSpPr>
          <p:nvPr/>
        </p:nvCxnSpPr>
        <p:spPr>
          <a:xfrm rot="5400000">
            <a:off x="3713657" y="5578185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4" name="弧形 1413">
            <a:extLst>
              <a:ext uri="{FF2B5EF4-FFF2-40B4-BE49-F238E27FC236}">
                <a16:creationId xmlns:a16="http://schemas.microsoft.com/office/drawing/2014/main" id="{AF8BF4C3-0192-28AC-0066-171F6BD0B8B5}"/>
              </a:ext>
            </a:extLst>
          </p:cNvPr>
          <p:cNvSpPr/>
          <p:nvPr/>
        </p:nvSpPr>
        <p:spPr>
          <a:xfrm rot="16200000">
            <a:off x="4181693" y="5841245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5" name="直線接點 1414">
            <a:extLst>
              <a:ext uri="{FF2B5EF4-FFF2-40B4-BE49-F238E27FC236}">
                <a16:creationId xmlns:a16="http://schemas.microsoft.com/office/drawing/2014/main" id="{19AADA36-84BB-845C-82FD-6141C1EEBDAE}"/>
              </a:ext>
            </a:extLst>
          </p:cNvPr>
          <p:cNvCxnSpPr/>
          <p:nvPr/>
        </p:nvCxnSpPr>
        <p:spPr>
          <a:xfrm rot="5400000" flipH="1">
            <a:off x="3720435" y="5882959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直線接點 1415">
            <a:extLst>
              <a:ext uri="{FF2B5EF4-FFF2-40B4-BE49-F238E27FC236}">
                <a16:creationId xmlns:a16="http://schemas.microsoft.com/office/drawing/2014/main" id="{39C06D12-5EBE-B1A8-65FA-DE9671C91807}"/>
              </a:ext>
            </a:extLst>
          </p:cNvPr>
          <p:cNvCxnSpPr/>
          <p:nvPr/>
        </p:nvCxnSpPr>
        <p:spPr>
          <a:xfrm rot="5400000" flipH="1">
            <a:off x="3594656" y="5882958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9" name="橢圓 1418">
            <a:extLst>
              <a:ext uri="{FF2B5EF4-FFF2-40B4-BE49-F238E27FC236}">
                <a16:creationId xmlns:a16="http://schemas.microsoft.com/office/drawing/2014/main" id="{AB3EC961-9D59-D972-C80A-A02A25C9A8E8}"/>
              </a:ext>
            </a:extLst>
          </p:cNvPr>
          <p:cNvSpPr/>
          <p:nvPr/>
        </p:nvSpPr>
        <p:spPr>
          <a:xfrm rot="5400000">
            <a:off x="4131615" y="6701650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1" name="橢圓 1420">
            <a:extLst>
              <a:ext uri="{FF2B5EF4-FFF2-40B4-BE49-F238E27FC236}">
                <a16:creationId xmlns:a16="http://schemas.microsoft.com/office/drawing/2014/main" id="{342FFBE0-4EAC-B5BE-378E-8DB3CD533C1A}"/>
              </a:ext>
            </a:extLst>
          </p:cNvPr>
          <p:cNvSpPr/>
          <p:nvPr/>
        </p:nvSpPr>
        <p:spPr>
          <a:xfrm rot="5134159">
            <a:off x="4400535" y="669776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22" name="直線接點 1421">
            <a:extLst>
              <a:ext uri="{FF2B5EF4-FFF2-40B4-BE49-F238E27FC236}">
                <a16:creationId xmlns:a16="http://schemas.microsoft.com/office/drawing/2014/main" id="{738AC383-8BE0-F8B9-9E2F-F9A5FB207FBA}"/>
              </a:ext>
            </a:extLst>
          </p:cNvPr>
          <p:cNvCxnSpPr>
            <a:cxnSpLocks/>
          </p:cNvCxnSpPr>
          <p:nvPr/>
        </p:nvCxnSpPr>
        <p:spPr>
          <a:xfrm rot="5400000">
            <a:off x="3713657" y="6333174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" name="弧形 1422">
            <a:extLst>
              <a:ext uri="{FF2B5EF4-FFF2-40B4-BE49-F238E27FC236}">
                <a16:creationId xmlns:a16="http://schemas.microsoft.com/office/drawing/2014/main" id="{A6589FD3-F9BD-BCAB-232F-C0BC78062E8B}"/>
              </a:ext>
            </a:extLst>
          </p:cNvPr>
          <p:cNvSpPr/>
          <p:nvPr/>
        </p:nvSpPr>
        <p:spPr>
          <a:xfrm rot="16200000">
            <a:off x="4165477" y="6574215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 dirty="0"/>
          </a:p>
        </p:txBody>
      </p:sp>
      <p:cxnSp>
        <p:nvCxnSpPr>
          <p:cNvPr id="1424" name="直線接點 1423">
            <a:extLst>
              <a:ext uri="{FF2B5EF4-FFF2-40B4-BE49-F238E27FC236}">
                <a16:creationId xmlns:a16="http://schemas.microsoft.com/office/drawing/2014/main" id="{5A4029FA-13AA-ECCD-C028-075384351028}"/>
              </a:ext>
            </a:extLst>
          </p:cNvPr>
          <p:cNvCxnSpPr/>
          <p:nvPr/>
        </p:nvCxnSpPr>
        <p:spPr>
          <a:xfrm rot="5400000" flipH="1">
            <a:off x="3720435" y="6634099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直線接點 1424">
            <a:extLst>
              <a:ext uri="{FF2B5EF4-FFF2-40B4-BE49-F238E27FC236}">
                <a16:creationId xmlns:a16="http://schemas.microsoft.com/office/drawing/2014/main" id="{1A39ED11-CB8F-0380-81DA-0B1A5DEC2C86}"/>
              </a:ext>
            </a:extLst>
          </p:cNvPr>
          <p:cNvCxnSpPr/>
          <p:nvPr/>
        </p:nvCxnSpPr>
        <p:spPr>
          <a:xfrm rot="5400000" flipH="1">
            <a:off x="3594656" y="6634097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8" name="橢圓 1427">
            <a:extLst>
              <a:ext uri="{FF2B5EF4-FFF2-40B4-BE49-F238E27FC236}">
                <a16:creationId xmlns:a16="http://schemas.microsoft.com/office/drawing/2014/main" id="{61F51685-B85F-F9EB-B80E-3875F854F94C}"/>
              </a:ext>
            </a:extLst>
          </p:cNvPr>
          <p:cNvSpPr/>
          <p:nvPr/>
        </p:nvSpPr>
        <p:spPr>
          <a:xfrm rot="5400000">
            <a:off x="4136886" y="7492583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29" name="直線接點 1428">
            <a:extLst>
              <a:ext uri="{FF2B5EF4-FFF2-40B4-BE49-F238E27FC236}">
                <a16:creationId xmlns:a16="http://schemas.microsoft.com/office/drawing/2014/main" id="{45952C4D-9C6F-11AC-2D16-520478E60AB1}"/>
              </a:ext>
            </a:extLst>
          </p:cNvPr>
          <p:cNvCxnSpPr>
            <a:cxnSpLocks/>
            <a:endCxn id="1430" idx="7"/>
          </p:cNvCxnSpPr>
          <p:nvPr/>
        </p:nvCxnSpPr>
        <p:spPr>
          <a:xfrm rot="5400000">
            <a:off x="4958494" y="7078760"/>
            <a:ext cx="14433" cy="949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0" name="橢圓 1429">
            <a:extLst>
              <a:ext uri="{FF2B5EF4-FFF2-40B4-BE49-F238E27FC236}">
                <a16:creationId xmlns:a16="http://schemas.microsoft.com/office/drawing/2014/main" id="{F571FFCB-66C8-C625-7968-22CD3DC8C20C}"/>
              </a:ext>
            </a:extLst>
          </p:cNvPr>
          <p:cNvSpPr/>
          <p:nvPr/>
        </p:nvSpPr>
        <p:spPr>
          <a:xfrm rot="5134159">
            <a:off x="4405805" y="747945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1" name="直線接點 1430">
            <a:extLst>
              <a:ext uri="{FF2B5EF4-FFF2-40B4-BE49-F238E27FC236}">
                <a16:creationId xmlns:a16="http://schemas.microsoft.com/office/drawing/2014/main" id="{C2FA041B-2045-F798-14B0-2E9E0E8ABD44}"/>
              </a:ext>
            </a:extLst>
          </p:cNvPr>
          <p:cNvCxnSpPr>
            <a:cxnSpLocks/>
          </p:cNvCxnSpPr>
          <p:nvPr/>
        </p:nvCxnSpPr>
        <p:spPr>
          <a:xfrm rot="5400000">
            <a:off x="3718928" y="7114863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2" name="弧形 1431">
            <a:extLst>
              <a:ext uri="{FF2B5EF4-FFF2-40B4-BE49-F238E27FC236}">
                <a16:creationId xmlns:a16="http://schemas.microsoft.com/office/drawing/2014/main" id="{889D5FAD-9D32-F125-E7FA-7A67F98B43A7}"/>
              </a:ext>
            </a:extLst>
          </p:cNvPr>
          <p:cNvSpPr/>
          <p:nvPr/>
        </p:nvSpPr>
        <p:spPr>
          <a:xfrm rot="16200000">
            <a:off x="4193693" y="7352823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3" name="直線接點 1432">
            <a:extLst>
              <a:ext uri="{FF2B5EF4-FFF2-40B4-BE49-F238E27FC236}">
                <a16:creationId xmlns:a16="http://schemas.microsoft.com/office/drawing/2014/main" id="{7988CCC7-0574-37C1-AD4F-4C938FAA782A}"/>
              </a:ext>
            </a:extLst>
          </p:cNvPr>
          <p:cNvCxnSpPr/>
          <p:nvPr/>
        </p:nvCxnSpPr>
        <p:spPr>
          <a:xfrm rot="5400000" flipH="1">
            <a:off x="3725707" y="7415788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直線接點 1433">
            <a:extLst>
              <a:ext uri="{FF2B5EF4-FFF2-40B4-BE49-F238E27FC236}">
                <a16:creationId xmlns:a16="http://schemas.microsoft.com/office/drawing/2014/main" id="{C6520814-34B5-4ADC-6B18-7B5061756D8E}"/>
              </a:ext>
            </a:extLst>
          </p:cNvPr>
          <p:cNvCxnSpPr/>
          <p:nvPr/>
        </p:nvCxnSpPr>
        <p:spPr>
          <a:xfrm rot="5400000" flipH="1">
            <a:off x="3599927" y="7415787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7" name="橢圓 1436">
            <a:extLst>
              <a:ext uri="{FF2B5EF4-FFF2-40B4-BE49-F238E27FC236}">
                <a16:creationId xmlns:a16="http://schemas.microsoft.com/office/drawing/2014/main" id="{C61975D3-5B31-F06F-DDA1-C679BF5B6BBD}"/>
              </a:ext>
            </a:extLst>
          </p:cNvPr>
          <p:cNvSpPr/>
          <p:nvPr/>
        </p:nvSpPr>
        <p:spPr>
          <a:xfrm rot="5400000">
            <a:off x="4147426" y="831380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8" name="直線接點 1437">
            <a:extLst>
              <a:ext uri="{FF2B5EF4-FFF2-40B4-BE49-F238E27FC236}">
                <a16:creationId xmlns:a16="http://schemas.microsoft.com/office/drawing/2014/main" id="{1F9CA5CA-EBF4-E7C2-F73B-9232EC227C11}"/>
              </a:ext>
            </a:extLst>
          </p:cNvPr>
          <p:cNvCxnSpPr>
            <a:cxnSpLocks/>
          </p:cNvCxnSpPr>
          <p:nvPr/>
        </p:nvCxnSpPr>
        <p:spPr>
          <a:xfrm rot="5400000">
            <a:off x="4967810" y="7878358"/>
            <a:ext cx="0" cy="9598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" name="橢圓 1438">
            <a:extLst>
              <a:ext uri="{FF2B5EF4-FFF2-40B4-BE49-F238E27FC236}">
                <a16:creationId xmlns:a16="http://schemas.microsoft.com/office/drawing/2014/main" id="{ED070D75-8279-0D3E-1F60-8DCFA8C8C966}"/>
              </a:ext>
            </a:extLst>
          </p:cNvPr>
          <p:cNvSpPr/>
          <p:nvPr/>
        </p:nvSpPr>
        <p:spPr>
          <a:xfrm rot="5134159">
            <a:off x="4416346" y="830992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0" name="直線接點 1439">
            <a:extLst>
              <a:ext uri="{FF2B5EF4-FFF2-40B4-BE49-F238E27FC236}">
                <a16:creationId xmlns:a16="http://schemas.microsoft.com/office/drawing/2014/main" id="{A42A6BDF-7675-5783-C19A-2DFF8084FED3}"/>
              </a:ext>
            </a:extLst>
          </p:cNvPr>
          <p:cNvCxnSpPr>
            <a:cxnSpLocks/>
          </p:cNvCxnSpPr>
          <p:nvPr/>
        </p:nvCxnSpPr>
        <p:spPr>
          <a:xfrm rot="5400000">
            <a:off x="3729469" y="7945332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1" name="弧形 1440">
            <a:extLst>
              <a:ext uri="{FF2B5EF4-FFF2-40B4-BE49-F238E27FC236}">
                <a16:creationId xmlns:a16="http://schemas.microsoft.com/office/drawing/2014/main" id="{5CD51486-6603-B4A1-553F-2936FE792317}"/>
              </a:ext>
            </a:extLst>
          </p:cNvPr>
          <p:cNvSpPr/>
          <p:nvPr/>
        </p:nvSpPr>
        <p:spPr>
          <a:xfrm rot="16200000">
            <a:off x="4204235" y="8174050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2" name="直線接點 1441">
            <a:extLst>
              <a:ext uri="{FF2B5EF4-FFF2-40B4-BE49-F238E27FC236}">
                <a16:creationId xmlns:a16="http://schemas.microsoft.com/office/drawing/2014/main" id="{4A33255C-448A-658E-D578-76A2AA88F83C}"/>
              </a:ext>
            </a:extLst>
          </p:cNvPr>
          <p:cNvCxnSpPr/>
          <p:nvPr/>
        </p:nvCxnSpPr>
        <p:spPr>
          <a:xfrm rot="5400000" flipH="1">
            <a:off x="3736247" y="8246256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3" name="直線接點 1442">
            <a:extLst>
              <a:ext uri="{FF2B5EF4-FFF2-40B4-BE49-F238E27FC236}">
                <a16:creationId xmlns:a16="http://schemas.microsoft.com/office/drawing/2014/main" id="{97BCF59E-25FE-997D-BBAD-EAD608C43D94}"/>
              </a:ext>
            </a:extLst>
          </p:cNvPr>
          <p:cNvCxnSpPr/>
          <p:nvPr/>
        </p:nvCxnSpPr>
        <p:spPr>
          <a:xfrm rot="5400000" flipH="1">
            <a:off x="3610467" y="8246255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7" name="橢圓 1446">
            <a:extLst>
              <a:ext uri="{FF2B5EF4-FFF2-40B4-BE49-F238E27FC236}">
                <a16:creationId xmlns:a16="http://schemas.microsoft.com/office/drawing/2014/main" id="{28C55C60-DD06-6869-3DBC-5B07F53B9CD7}"/>
              </a:ext>
            </a:extLst>
          </p:cNvPr>
          <p:cNvSpPr/>
          <p:nvPr/>
        </p:nvSpPr>
        <p:spPr>
          <a:xfrm rot="5400000">
            <a:off x="4136886" y="9091981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8" name="直線接點 1447">
            <a:extLst>
              <a:ext uri="{FF2B5EF4-FFF2-40B4-BE49-F238E27FC236}">
                <a16:creationId xmlns:a16="http://schemas.microsoft.com/office/drawing/2014/main" id="{EC5C7F4D-F1F9-A055-3182-8C0709C4225E}"/>
              </a:ext>
            </a:extLst>
          </p:cNvPr>
          <p:cNvCxnSpPr>
            <a:cxnSpLocks/>
          </p:cNvCxnSpPr>
          <p:nvPr/>
        </p:nvCxnSpPr>
        <p:spPr>
          <a:xfrm rot="5400000">
            <a:off x="4942746" y="8639203"/>
            <a:ext cx="0" cy="10541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9" name="橢圓 1448">
            <a:extLst>
              <a:ext uri="{FF2B5EF4-FFF2-40B4-BE49-F238E27FC236}">
                <a16:creationId xmlns:a16="http://schemas.microsoft.com/office/drawing/2014/main" id="{413B3113-8865-DF18-42BD-7FA8FE80EAEE}"/>
              </a:ext>
            </a:extLst>
          </p:cNvPr>
          <p:cNvSpPr/>
          <p:nvPr/>
        </p:nvSpPr>
        <p:spPr>
          <a:xfrm rot="5134159">
            <a:off x="4405805" y="9097341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0" name="直線接點 1449">
            <a:extLst>
              <a:ext uri="{FF2B5EF4-FFF2-40B4-BE49-F238E27FC236}">
                <a16:creationId xmlns:a16="http://schemas.microsoft.com/office/drawing/2014/main" id="{58E13FDA-DA84-3100-ECB1-C71E1ADB18B3}"/>
              </a:ext>
            </a:extLst>
          </p:cNvPr>
          <p:cNvCxnSpPr>
            <a:cxnSpLocks/>
          </p:cNvCxnSpPr>
          <p:nvPr/>
        </p:nvCxnSpPr>
        <p:spPr>
          <a:xfrm rot="5400000">
            <a:off x="3718928" y="8723505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1" name="弧形 1450">
            <a:extLst>
              <a:ext uri="{FF2B5EF4-FFF2-40B4-BE49-F238E27FC236}">
                <a16:creationId xmlns:a16="http://schemas.microsoft.com/office/drawing/2014/main" id="{D75A1B3C-42A2-3E35-9C9D-01894023BD3E}"/>
              </a:ext>
            </a:extLst>
          </p:cNvPr>
          <p:cNvSpPr/>
          <p:nvPr/>
        </p:nvSpPr>
        <p:spPr>
          <a:xfrm rot="16200000">
            <a:off x="4193693" y="8952222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2" name="直線接點 1451">
            <a:extLst>
              <a:ext uri="{FF2B5EF4-FFF2-40B4-BE49-F238E27FC236}">
                <a16:creationId xmlns:a16="http://schemas.microsoft.com/office/drawing/2014/main" id="{614D34C2-0418-6DC7-0F07-1B074E86008A}"/>
              </a:ext>
            </a:extLst>
          </p:cNvPr>
          <p:cNvCxnSpPr/>
          <p:nvPr/>
        </p:nvCxnSpPr>
        <p:spPr>
          <a:xfrm rot="5400000" flipH="1">
            <a:off x="3725707" y="9033671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直線接點 1452">
            <a:extLst>
              <a:ext uri="{FF2B5EF4-FFF2-40B4-BE49-F238E27FC236}">
                <a16:creationId xmlns:a16="http://schemas.microsoft.com/office/drawing/2014/main" id="{10258C7B-E997-12B1-B2E4-85B907731F01}"/>
              </a:ext>
            </a:extLst>
          </p:cNvPr>
          <p:cNvCxnSpPr/>
          <p:nvPr/>
        </p:nvCxnSpPr>
        <p:spPr>
          <a:xfrm rot="5400000" flipH="1">
            <a:off x="3599927" y="9033670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6" name="橢圓 1455">
            <a:extLst>
              <a:ext uri="{FF2B5EF4-FFF2-40B4-BE49-F238E27FC236}">
                <a16:creationId xmlns:a16="http://schemas.microsoft.com/office/drawing/2014/main" id="{3245A19D-60D5-92A0-E6A0-02616893ECE7}"/>
              </a:ext>
            </a:extLst>
          </p:cNvPr>
          <p:cNvSpPr/>
          <p:nvPr/>
        </p:nvSpPr>
        <p:spPr>
          <a:xfrm rot="5400000">
            <a:off x="4136886" y="9903397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7" name="直線接點 1456">
            <a:extLst>
              <a:ext uri="{FF2B5EF4-FFF2-40B4-BE49-F238E27FC236}">
                <a16:creationId xmlns:a16="http://schemas.microsoft.com/office/drawing/2014/main" id="{01512280-1B7A-200E-7F66-80C8822F36B6}"/>
              </a:ext>
            </a:extLst>
          </p:cNvPr>
          <p:cNvCxnSpPr>
            <a:cxnSpLocks/>
          </p:cNvCxnSpPr>
          <p:nvPr/>
        </p:nvCxnSpPr>
        <p:spPr>
          <a:xfrm rot="5400000">
            <a:off x="4994166" y="9457325"/>
            <a:ext cx="0" cy="981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8" name="橢圓 1457">
            <a:extLst>
              <a:ext uri="{FF2B5EF4-FFF2-40B4-BE49-F238E27FC236}">
                <a16:creationId xmlns:a16="http://schemas.microsoft.com/office/drawing/2014/main" id="{4410428A-A67F-9443-A5D6-EFBCD039A307}"/>
              </a:ext>
            </a:extLst>
          </p:cNvPr>
          <p:cNvSpPr/>
          <p:nvPr/>
        </p:nvSpPr>
        <p:spPr>
          <a:xfrm rot="5134159">
            <a:off x="4405805" y="9899516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9" name="直線接點 1458">
            <a:extLst>
              <a:ext uri="{FF2B5EF4-FFF2-40B4-BE49-F238E27FC236}">
                <a16:creationId xmlns:a16="http://schemas.microsoft.com/office/drawing/2014/main" id="{08A5877F-2B53-CCD1-579E-02BDDD3EB134}"/>
              </a:ext>
            </a:extLst>
          </p:cNvPr>
          <p:cNvCxnSpPr>
            <a:cxnSpLocks/>
          </p:cNvCxnSpPr>
          <p:nvPr/>
        </p:nvCxnSpPr>
        <p:spPr>
          <a:xfrm rot="5400000">
            <a:off x="3718928" y="9534920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0" name="弧形 1459">
            <a:extLst>
              <a:ext uri="{FF2B5EF4-FFF2-40B4-BE49-F238E27FC236}">
                <a16:creationId xmlns:a16="http://schemas.microsoft.com/office/drawing/2014/main" id="{EE580D17-995D-F4CB-CA47-BC0E06E50DDE}"/>
              </a:ext>
            </a:extLst>
          </p:cNvPr>
          <p:cNvSpPr/>
          <p:nvPr/>
        </p:nvSpPr>
        <p:spPr>
          <a:xfrm rot="16200000">
            <a:off x="4178325" y="9772880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1" name="直線接點 1460">
            <a:extLst>
              <a:ext uri="{FF2B5EF4-FFF2-40B4-BE49-F238E27FC236}">
                <a16:creationId xmlns:a16="http://schemas.microsoft.com/office/drawing/2014/main" id="{173D893D-77E7-1030-2E2E-0A120E1BC3F4}"/>
              </a:ext>
            </a:extLst>
          </p:cNvPr>
          <p:cNvCxnSpPr/>
          <p:nvPr/>
        </p:nvCxnSpPr>
        <p:spPr>
          <a:xfrm rot="5400000" flipH="1">
            <a:off x="3725707" y="9835845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直線接點 1461">
            <a:extLst>
              <a:ext uri="{FF2B5EF4-FFF2-40B4-BE49-F238E27FC236}">
                <a16:creationId xmlns:a16="http://schemas.microsoft.com/office/drawing/2014/main" id="{483460E5-A10B-2789-30C5-BAE1B84D4FF4}"/>
              </a:ext>
            </a:extLst>
          </p:cNvPr>
          <p:cNvCxnSpPr/>
          <p:nvPr/>
        </p:nvCxnSpPr>
        <p:spPr>
          <a:xfrm rot="5400000" flipH="1">
            <a:off x="3599927" y="9835844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5" name="橢圓 1464">
            <a:extLst>
              <a:ext uri="{FF2B5EF4-FFF2-40B4-BE49-F238E27FC236}">
                <a16:creationId xmlns:a16="http://schemas.microsoft.com/office/drawing/2014/main" id="{1613F0D2-31EB-EC97-C0BA-BAE337F66072}"/>
              </a:ext>
            </a:extLst>
          </p:cNvPr>
          <p:cNvSpPr/>
          <p:nvPr/>
        </p:nvSpPr>
        <p:spPr>
          <a:xfrm rot="5400000">
            <a:off x="4142156" y="10715709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6" name="直線接點 1465">
            <a:extLst>
              <a:ext uri="{FF2B5EF4-FFF2-40B4-BE49-F238E27FC236}">
                <a16:creationId xmlns:a16="http://schemas.microsoft.com/office/drawing/2014/main" id="{5EAFAB06-DC0F-D411-AF04-376B8DA599A3}"/>
              </a:ext>
            </a:extLst>
          </p:cNvPr>
          <p:cNvCxnSpPr>
            <a:cxnSpLocks/>
          </p:cNvCxnSpPr>
          <p:nvPr/>
        </p:nvCxnSpPr>
        <p:spPr>
          <a:xfrm rot="5400000">
            <a:off x="4996801" y="10263031"/>
            <a:ext cx="0" cy="9761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7" name="橢圓 1466">
            <a:extLst>
              <a:ext uri="{FF2B5EF4-FFF2-40B4-BE49-F238E27FC236}">
                <a16:creationId xmlns:a16="http://schemas.microsoft.com/office/drawing/2014/main" id="{441C5D68-665E-DC13-EE70-11EEDED4193D}"/>
              </a:ext>
            </a:extLst>
          </p:cNvPr>
          <p:cNvSpPr/>
          <p:nvPr/>
        </p:nvSpPr>
        <p:spPr>
          <a:xfrm rot="5134159">
            <a:off x="4411076" y="10702585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8" name="直線接點 1467">
            <a:extLst>
              <a:ext uri="{FF2B5EF4-FFF2-40B4-BE49-F238E27FC236}">
                <a16:creationId xmlns:a16="http://schemas.microsoft.com/office/drawing/2014/main" id="{726CE152-7BB5-1433-C52E-0E9A10CB4A0F}"/>
              </a:ext>
            </a:extLst>
          </p:cNvPr>
          <p:cNvCxnSpPr>
            <a:cxnSpLocks/>
          </p:cNvCxnSpPr>
          <p:nvPr/>
        </p:nvCxnSpPr>
        <p:spPr>
          <a:xfrm rot="5400000">
            <a:off x="3724197" y="10347232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9" name="弧形 1468">
            <a:extLst>
              <a:ext uri="{FF2B5EF4-FFF2-40B4-BE49-F238E27FC236}">
                <a16:creationId xmlns:a16="http://schemas.microsoft.com/office/drawing/2014/main" id="{339F4805-3312-F1BF-B30F-39AA34E6729C}"/>
              </a:ext>
            </a:extLst>
          </p:cNvPr>
          <p:cNvSpPr/>
          <p:nvPr/>
        </p:nvSpPr>
        <p:spPr>
          <a:xfrm rot="16200000">
            <a:off x="4181693" y="10614856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0" name="直線接點 1469">
            <a:extLst>
              <a:ext uri="{FF2B5EF4-FFF2-40B4-BE49-F238E27FC236}">
                <a16:creationId xmlns:a16="http://schemas.microsoft.com/office/drawing/2014/main" id="{6BEFD034-08FD-1746-9CB4-FD45073A79C8}"/>
              </a:ext>
            </a:extLst>
          </p:cNvPr>
          <p:cNvCxnSpPr/>
          <p:nvPr/>
        </p:nvCxnSpPr>
        <p:spPr>
          <a:xfrm rot="5400000" flipH="1">
            <a:off x="3730977" y="10638915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直線接點 1470">
            <a:extLst>
              <a:ext uri="{FF2B5EF4-FFF2-40B4-BE49-F238E27FC236}">
                <a16:creationId xmlns:a16="http://schemas.microsoft.com/office/drawing/2014/main" id="{DC498E43-E5EC-5B6A-729A-672185B585DB}"/>
              </a:ext>
            </a:extLst>
          </p:cNvPr>
          <p:cNvCxnSpPr/>
          <p:nvPr/>
        </p:nvCxnSpPr>
        <p:spPr>
          <a:xfrm rot="5400000" flipH="1">
            <a:off x="3605196" y="10638915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" name="橢圓 1472">
            <a:extLst>
              <a:ext uri="{FF2B5EF4-FFF2-40B4-BE49-F238E27FC236}">
                <a16:creationId xmlns:a16="http://schemas.microsoft.com/office/drawing/2014/main" id="{7CDB213E-1CC6-07D7-8E4E-3AC17546F1C6}"/>
              </a:ext>
            </a:extLst>
          </p:cNvPr>
          <p:cNvSpPr/>
          <p:nvPr/>
        </p:nvSpPr>
        <p:spPr>
          <a:xfrm rot="5400000">
            <a:off x="4152697" y="11570398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4" name="直線接點 1473">
            <a:extLst>
              <a:ext uri="{FF2B5EF4-FFF2-40B4-BE49-F238E27FC236}">
                <a16:creationId xmlns:a16="http://schemas.microsoft.com/office/drawing/2014/main" id="{A822064A-9B03-263E-B7A6-4FCED32903D4}"/>
              </a:ext>
            </a:extLst>
          </p:cNvPr>
          <p:cNvCxnSpPr>
            <a:cxnSpLocks/>
          </p:cNvCxnSpPr>
          <p:nvPr/>
        </p:nvCxnSpPr>
        <p:spPr>
          <a:xfrm rot="5400000">
            <a:off x="4958012" y="11165368"/>
            <a:ext cx="0" cy="8808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5" name="橢圓 1474">
            <a:extLst>
              <a:ext uri="{FF2B5EF4-FFF2-40B4-BE49-F238E27FC236}">
                <a16:creationId xmlns:a16="http://schemas.microsoft.com/office/drawing/2014/main" id="{9400453B-29F9-3919-32D0-C9052D439F91}"/>
              </a:ext>
            </a:extLst>
          </p:cNvPr>
          <p:cNvSpPr/>
          <p:nvPr/>
        </p:nvSpPr>
        <p:spPr>
          <a:xfrm rot="5134159">
            <a:off x="4421617" y="11557274"/>
            <a:ext cx="91616" cy="1034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6" name="直線接點 1475">
            <a:extLst>
              <a:ext uri="{FF2B5EF4-FFF2-40B4-BE49-F238E27FC236}">
                <a16:creationId xmlns:a16="http://schemas.microsoft.com/office/drawing/2014/main" id="{2D9D3C30-8551-3525-DCB1-F3E048C9C0E9}"/>
              </a:ext>
            </a:extLst>
          </p:cNvPr>
          <p:cNvCxnSpPr>
            <a:cxnSpLocks/>
          </p:cNvCxnSpPr>
          <p:nvPr/>
        </p:nvCxnSpPr>
        <p:spPr>
          <a:xfrm rot="5400000">
            <a:off x="3734739" y="11157272"/>
            <a:ext cx="4370" cy="840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直線接點 1477">
            <a:extLst>
              <a:ext uri="{FF2B5EF4-FFF2-40B4-BE49-F238E27FC236}">
                <a16:creationId xmlns:a16="http://schemas.microsoft.com/office/drawing/2014/main" id="{C2FD13F7-5699-1FE1-AA9F-B06794E0B765}"/>
              </a:ext>
            </a:extLst>
          </p:cNvPr>
          <p:cNvCxnSpPr/>
          <p:nvPr/>
        </p:nvCxnSpPr>
        <p:spPr>
          <a:xfrm rot="5400000" flipH="1">
            <a:off x="3741517" y="11448954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直線接點 1478">
            <a:extLst>
              <a:ext uri="{FF2B5EF4-FFF2-40B4-BE49-F238E27FC236}">
                <a16:creationId xmlns:a16="http://schemas.microsoft.com/office/drawing/2014/main" id="{A9902492-645B-CF7C-E759-6B032C59A8B8}"/>
              </a:ext>
            </a:extLst>
          </p:cNvPr>
          <p:cNvCxnSpPr/>
          <p:nvPr/>
        </p:nvCxnSpPr>
        <p:spPr>
          <a:xfrm rot="5400000" flipH="1">
            <a:off x="3615738" y="11448953"/>
            <a:ext cx="166574" cy="217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1" name="弧形 1520">
            <a:extLst>
              <a:ext uri="{FF2B5EF4-FFF2-40B4-BE49-F238E27FC236}">
                <a16:creationId xmlns:a16="http://schemas.microsoft.com/office/drawing/2014/main" id="{32CF5E62-5E60-48B7-79E7-AB1D9F003D26}"/>
              </a:ext>
            </a:extLst>
          </p:cNvPr>
          <p:cNvSpPr/>
          <p:nvPr/>
        </p:nvSpPr>
        <p:spPr>
          <a:xfrm rot="16200000">
            <a:off x="4181693" y="11434882"/>
            <a:ext cx="265735" cy="26293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522" name="文字方塊 1521">
            <a:extLst>
              <a:ext uri="{FF2B5EF4-FFF2-40B4-BE49-F238E27FC236}">
                <a16:creationId xmlns:a16="http://schemas.microsoft.com/office/drawing/2014/main" id="{7F68CDD0-3202-7D42-E134-5553D12A72EA}"/>
              </a:ext>
            </a:extLst>
          </p:cNvPr>
          <p:cNvSpPr txBox="1"/>
          <p:nvPr/>
        </p:nvSpPr>
        <p:spPr>
          <a:xfrm>
            <a:off x="316311" y="2877609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112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3" name="文字方塊 1522">
            <a:extLst>
              <a:ext uri="{FF2B5EF4-FFF2-40B4-BE49-F238E27FC236}">
                <a16:creationId xmlns:a16="http://schemas.microsoft.com/office/drawing/2014/main" id="{AA748BB1-4526-F288-A36A-EC895726EBA3}"/>
              </a:ext>
            </a:extLst>
          </p:cNvPr>
          <p:cNvSpPr txBox="1"/>
          <p:nvPr/>
        </p:nvSpPr>
        <p:spPr>
          <a:xfrm>
            <a:off x="5333273" y="2839560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113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4" name="文字方塊 1523">
            <a:extLst>
              <a:ext uri="{FF2B5EF4-FFF2-40B4-BE49-F238E27FC236}">
                <a16:creationId xmlns:a16="http://schemas.microsoft.com/office/drawing/2014/main" id="{A554164C-7098-03F7-DEC7-2D28A4260D5F}"/>
              </a:ext>
            </a:extLst>
          </p:cNvPr>
          <p:cNvSpPr txBox="1"/>
          <p:nvPr/>
        </p:nvSpPr>
        <p:spPr>
          <a:xfrm>
            <a:off x="5397770" y="3627435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8" name="文字方塊 1527">
            <a:extLst>
              <a:ext uri="{FF2B5EF4-FFF2-40B4-BE49-F238E27FC236}">
                <a16:creationId xmlns:a16="http://schemas.microsoft.com/office/drawing/2014/main" id="{51481E47-DE90-802B-4B69-9FCD8E028090}"/>
              </a:ext>
            </a:extLst>
          </p:cNvPr>
          <p:cNvSpPr txBox="1"/>
          <p:nvPr/>
        </p:nvSpPr>
        <p:spPr>
          <a:xfrm>
            <a:off x="5413317" y="6565429"/>
            <a:ext cx="145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走道電燈</a:t>
            </a:r>
          </a:p>
        </p:txBody>
      </p:sp>
      <p:sp>
        <p:nvSpPr>
          <p:cNvPr id="1530" name="文字方塊 1529">
            <a:extLst>
              <a:ext uri="{FF2B5EF4-FFF2-40B4-BE49-F238E27FC236}">
                <a16:creationId xmlns:a16="http://schemas.microsoft.com/office/drawing/2014/main" id="{A7B46C77-3455-BB0D-FEDD-EBF2C036A882}"/>
              </a:ext>
            </a:extLst>
          </p:cNvPr>
          <p:cNvSpPr txBox="1"/>
          <p:nvPr/>
        </p:nvSpPr>
        <p:spPr>
          <a:xfrm>
            <a:off x="5440618" y="8141209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大廳</a:t>
            </a:r>
          </a:p>
        </p:txBody>
      </p:sp>
      <p:sp>
        <p:nvSpPr>
          <p:cNvPr id="1531" name="文字方塊 1530">
            <a:extLst>
              <a:ext uri="{FF2B5EF4-FFF2-40B4-BE49-F238E27FC236}">
                <a16:creationId xmlns:a16="http://schemas.microsoft.com/office/drawing/2014/main" id="{5E6E5092-C6E7-0418-E221-141FD90C10F7}"/>
              </a:ext>
            </a:extLst>
          </p:cNvPr>
          <p:cNvSpPr txBox="1"/>
          <p:nvPr/>
        </p:nvSpPr>
        <p:spPr>
          <a:xfrm>
            <a:off x="5440622" y="8788169"/>
            <a:ext cx="1077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辦公室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冷氣</a:t>
            </a:r>
          </a:p>
        </p:txBody>
      </p:sp>
      <p:sp>
        <p:nvSpPr>
          <p:cNvPr id="1533" name="文字方塊 1532">
            <a:extLst>
              <a:ext uri="{FF2B5EF4-FFF2-40B4-BE49-F238E27FC236}">
                <a16:creationId xmlns:a16="http://schemas.microsoft.com/office/drawing/2014/main" id="{6DFA4949-C5BE-E64B-C92D-02180594426E}"/>
              </a:ext>
            </a:extLst>
          </p:cNvPr>
          <p:cNvSpPr txBox="1"/>
          <p:nvPr/>
        </p:nvSpPr>
        <p:spPr>
          <a:xfrm>
            <a:off x="358343" y="3611489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111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5" name="文字方塊 1534">
            <a:extLst>
              <a:ext uri="{FF2B5EF4-FFF2-40B4-BE49-F238E27FC236}">
                <a16:creationId xmlns:a16="http://schemas.microsoft.com/office/drawing/2014/main" id="{305C8DD8-3715-F071-538B-2E9AF84496EC}"/>
              </a:ext>
            </a:extLst>
          </p:cNvPr>
          <p:cNvSpPr txBox="1"/>
          <p:nvPr/>
        </p:nvSpPr>
        <p:spPr>
          <a:xfrm>
            <a:off x="5414312" y="4332315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115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6" name="文字方塊 1535">
            <a:extLst>
              <a:ext uri="{FF2B5EF4-FFF2-40B4-BE49-F238E27FC236}">
                <a16:creationId xmlns:a16="http://schemas.microsoft.com/office/drawing/2014/main" id="{60EBF5A4-D6FD-789C-98A0-CFA31109AC37}"/>
              </a:ext>
            </a:extLst>
          </p:cNvPr>
          <p:cNvSpPr txBox="1"/>
          <p:nvPr/>
        </p:nvSpPr>
        <p:spPr>
          <a:xfrm>
            <a:off x="354512" y="4362922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110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7" name="文字方塊 1536">
            <a:extLst>
              <a:ext uri="{FF2B5EF4-FFF2-40B4-BE49-F238E27FC236}">
                <a16:creationId xmlns:a16="http://schemas.microsoft.com/office/drawing/2014/main" id="{1E7C3B96-483D-6D7A-8974-940F46D7FB38}"/>
              </a:ext>
            </a:extLst>
          </p:cNvPr>
          <p:cNvSpPr txBox="1"/>
          <p:nvPr/>
        </p:nvSpPr>
        <p:spPr>
          <a:xfrm>
            <a:off x="299520" y="10610635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102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8" name="文字方塊 1537">
            <a:extLst>
              <a:ext uri="{FF2B5EF4-FFF2-40B4-BE49-F238E27FC236}">
                <a16:creationId xmlns:a16="http://schemas.microsoft.com/office/drawing/2014/main" id="{930A0D60-019D-0947-BFCB-D3632A18A7A8}"/>
              </a:ext>
            </a:extLst>
          </p:cNvPr>
          <p:cNvSpPr txBox="1"/>
          <p:nvPr/>
        </p:nvSpPr>
        <p:spPr>
          <a:xfrm>
            <a:off x="340796" y="5088883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109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9" name="文字方塊 1538">
            <a:extLst>
              <a:ext uri="{FF2B5EF4-FFF2-40B4-BE49-F238E27FC236}">
                <a16:creationId xmlns:a16="http://schemas.microsoft.com/office/drawing/2014/main" id="{1F6642E0-28FD-E55C-A499-20F64599FCD2}"/>
              </a:ext>
            </a:extLst>
          </p:cNvPr>
          <p:cNvSpPr txBox="1"/>
          <p:nvPr/>
        </p:nvSpPr>
        <p:spPr>
          <a:xfrm>
            <a:off x="338173" y="5808442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108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0" name="文字方塊 1539">
            <a:extLst>
              <a:ext uri="{FF2B5EF4-FFF2-40B4-BE49-F238E27FC236}">
                <a16:creationId xmlns:a16="http://schemas.microsoft.com/office/drawing/2014/main" id="{E7DDF34C-63C7-D6B5-D980-BAF9798DC0C9}"/>
              </a:ext>
            </a:extLst>
          </p:cNvPr>
          <p:cNvSpPr txBox="1"/>
          <p:nvPr/>
        </p:nvSpPr>
        <p:spPr>
          <a:xfrm>
            <a:off x="350484" y="6553653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107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1" name="文字方塊 1540">
            <a:extLst>
              <a:ext uri="{FF2B5EF4-FFF2-40B4-BE49-F238E27FC236}">
                <a16:creationId xmlns:a16="http://schemas.microsoft.com/office/drawing/2014/main" id="{D7A98100-E538-66BB-8DDD-FD9700952E84}"/>
              </a:ext>
            </a:extLst>
          </p:cNvPr>
          <p:cNvSpPr txBox="1"/>
          <p:nvPr/>
        </p:nvSpPr>
        <p:spPr>
          <a:xfrm>
            <a:off x="356368" y="7379114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106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2" name="文字方塊 1541">
            <a:extLst>
              <a:ext uri="{FF2B5EF4-FFF2-40B4-BE49-F238E27FC236}">
                <a16:creationId xmlns:a16="http://schemas.microsoft.com/office/drawing/2014/main" id="{4C23A9FF-6625-A5C6-936A-F24F1FEFBB2C}"/>
              </a:ext>
            </a:extLst>
          </p:cNvPr>
          <p:cNvSpPr txBox="1"/>
          <p:nvPr/>
        </p:nvSpPr>
        <p:spPr>
          <a:xfrm>
            <a:off x="372714" y="8195796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105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3" name="文字方塊 1542">
            <a:extLst>
              <a:ext uri="{FF2B5EF4-FFF2-40B4-BE49-F238E27FC236}">
                <a16:creationId xmlns:a16="http://schemas.microsoft.com/office/drawing/2014/main" id="{BAFE8F84-8554-0320-AF7F-9A7CC51775E7}"/>
              </a:ext>
            </a:extLst>
          </p:cNvPr>
          <p:cNvSpPr txBox="1"/>
          <p:nvPr/>
        </p:nvSpPr>
        <p:spPr>
          <a:xfrm>
            <a:off x="349982" y="8967729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104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4" name="文字方塊 1543">
            <a:extLst>
              <a:ext uri="{FF2B5EF4-FFF2-40B4-BE49-F238E27FC236}">
                <a16:creationId xmlns:a16="http://schemas.microsoft.com/office/drawing/2014/main" id="{D7D07A50-979E-1DB9-B92E-A7CDE5BC52B1}"/>
              </a:ext>
            </a:extLst>
          </p:cNvPr>
          <p:cNvSpPr txBox="1"/>
          <p:nvPr/>
        </p:nvSpPr>
        <p:spPr>
          <a:xfrm>
            <a:off x="317559" y="9766571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103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5" name="文字方塊 1544">
            <a:extLst>
              <a:ext uri="{FF2B5EF4-FFF2-40B4-BE49-F238E27FC236}">
                <a16:creationId xmlns:a16="http://schemas.microsoft.com/office/drawing/2014/main" id="{F1B1ADDD-E18B-D86F-1F77-176FD0FDAE80}"/>
              </a:ext>
            </a:extLst>
          </p:cNvPr>
          <p:cNvSpPr txBox="1"/>
          <p:nvPr/>
        </p:nvSpPr>
        <p:spPr>
          <a:xfrm>
            <a:off x="365125" y="11385200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101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6" name="文字方塊 1545">
            <a:extLst>
              <a:ext uri="{FF2B5EF4-FFF2-40B4-BE49-F238E27FC236}">
                <a16:creationId xmlns:a16="http://schemas.microsoft.com/office/drawing/2014/main" id="{74C469BB-A207-C4F2-A7A4-8860EA2C970E}"/>
              </a:ext>
            </a:extLst>
          </p:cNvPr>
          <p:cNvSpPr txBox="1"/>
          <p:nvPr/>
        </p:nvSpPr>
        <p:spPr>
          <a:xfrm>
            <a:off x="5357470" y="7310741"/>
            <a:ext cx="145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走道電燈</a:t>
            </a: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DD08EFE6-DAAF-A1CB-3AE1-D7E4B10A9E93}"/>
              </a:ext>
            </a:extLst>
          </p:cNvPr>
          <p:cNvCxnSpPr>
            <a:cxnSpLocks/>
            <a:stCxn id="1528" idx="1"/>
          </p:cNvCxnSpPr>
          <p:nvPr/>
        </p:nvCxnSpPr>
        <p:spPr>
          <a:xfrm flipH="1" flipV="1">
            <a:off x="4483694" y="6759365"/>
            <a:ext cx="929623" cy="61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215121-7F7F-0010-008B-CBA592F218E1}"/>
              </a:ext>
            </a:extLst>
          </p:cNvPr>
          <p:cNvSpPr txBox="1"/>
          <p:nvPr/>
        </p:nvSpPr>
        <p:spPr>
          <a:xfrm>
            <a:off x="617510" y="262608"/>
            <a:ext cx="554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</a:rPr>
              <a:t>長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1F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JCA1F-D1</a:t>
            </a:r>
            <a:endParaRPr lang="zh-TW" altLang="en-US" sz="3200" dirty="0">
              <a:latin typeface="+mn-ea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3B80F50-5C1A-7367-1FB9-F74EECE43BFE}"/>
              </a:ext>
            </a:extLst>
          </p:cNvPr>
          <p:cNvSpPr txBox="1"/>
          <p:nvPr/>
        </p:nvSpPr>
        <p:spPr>
          <a:xfrm>
            <a:off x="5399149" y="5072341"/>
            <a:ext cx="132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監視器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E61A08D-1824-F8CD-6B68-503671C02274}"/>
              </a:ext>
            </a:extLst>
          </p:cNvPr>
          <p:cNvSpPr txBox="1"/>
          <p:nvPr/>
        </p:nvSpPr>
        <p:spPr>
          <a:xfrm>
            <a:off x="5376978" y="5793233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消防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041B8FF3-91A4-FA5E-72EB-37B21BCEC18C}"/>
              </a:ext>
            </a:extLst>
          </p:cNvPr>
          <p:cNvGrpSpPr/>
          <p:nvPr/>
        </p:nvGrpSpPr>
        <p:grpSpPr>
          <a:xfrm rot="5400000">
            <a:off x="5106138" y="1042444"/>
            <a:ext cx="1018724" cy="2326217"/>
            <a:chOff x="1696190" y="79392"/>
            <a:chExt cx="1018724" cy="2326217"/>
          </a:xfrm>
        </p:grpSpPr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CB2C3194-D418-43A6-CC12-D7E5791401BC}"/>
                </a:ext>
              </a:extLst>
            </p:cNvPr>
            <p:cNvSpPr/>
            <p:nvPr/>
          </p:nvSpPr>
          <p:spPr>
            <a:xfrm rot="10800000">
              <a:off x="1696190" y="609005"/>
              <a:ext cx="225127" cy="17966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19" name="六邊形 318">
              <a:extLst>
                <a:ext uri="{FF2B5EF4-FFF2-40B4-BE49-F238E27FC236}">
                  <a16:creationId xmlns:a16="http://schemas.microsoft.com/office/drawing/2014/main" id="{8DFBE407-C6F3-5C67-6567-59536754F2C6}"/>
                </a:ext>
              </a:extLst>
            </p:cNvPr>
            <p:cNvSpPr/>
            <p:nvPr/>
          </p:nvSpPr>
          <p:spPr>
            <a:xfrm rot="10800000">
              <a:off x="1748781" y="2191667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20" name="六邊形 319">
              <a:extLst>
                <a:ext uri="{FF2B5EF4-FFF2-40B4-BE49-F238E27FC236}">
                  <a16:creationId xmlns:a16="http://schemas.microsoft.com/office/drawing/2014/main" id="{A975CA8A-587F-6E43-5229-FB61D0D8226D}"/>
                </a:ext>
              </a:extLst>
            </p:cNvPr>
            <p:cNvSpPr/>
            <p:nvPr/>
          </p:nvSpPr>
          <p:spPr>
            <a:xfrm rot="10800000">
              <a:off x="1749307" y="772475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21" name="六邊形 320">
              <a:extLst>
                <a:ext uri="{FF2B5EF4-FFF2-40B4-BE49-F238E27FC236}">
                  <a16:creationId xmlns:a16="http://schemas.microsoft.com/office/drawing/2014/main" id="{9EDFBBB2-EFE1-4502-AE8D-1FBFF0DAE0E3}"/>
                </a:ext>
              </a:extLst>
            </p:cNvPr>
            <p:cNvSpPr/>
            <p:nvPr/>
          </p:nvSpPr>
          <p:spPr>
            <a:xfrm rot="10800000">
              <a:off x="1749307" y="1950299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22" name="六邊形 321">
              <a:extLst>
                <a:ext uri="{FF2B5EF4-FFF2-40B4-BE49-F238E27FC236}">
                  <a16:creationId xmlns:a16="http://schemas.microsoft.com/office/drawing/2014/main" id="{818F3353-0909-F2C0-9833-CFC60DB703C4}"/>
                </a:ext>
              </a:extLst>
            </p:cNvPr>
            <p:cNvSpPr/>
            <p:nvPr/>
          </p:nvSpPr>
          <p:spPr>
            <a:xfrm rot="10800000">
              <a:off x="1749308" y="1705863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23" name="六邊形 322">
              <a:extLst>
                <a:ext uri="{FF2B5EF4-FFF2-40B4-BE49-F238E27FC236}">
                  <a16:creationId xmlns:a16="http://schemas.microsoft.com/office/drawing/2014/main" id="{2D7F1C10-1282-DAA5-2032-065514CE6575}"/>
                </a:ext>
              </a:extLst>
            </p:cNvPr>
            <p:cNvSpPr/>
            <p:nvPr/>
          </p:nvSpPr>
          <p:spPr>
            <a:xfrm rot="10800000">
              <a:off x="1749309" y="1459579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24" name="六邊形 323">
              <a:extLst>
                <a:ext uri="{FF2B5EF4-FFF2-40B4-BE49-F238E27FC236}">
                  <a16:creationId xmlns:a16="http://schemas.microsoft.com/office/drawing/2014/main" id="{418243F2-968A-ED3E-69E2-4C84EFB66447}"/>
                </a:ext>
              </a:extLst>
            </p:cNvPr>
            <p:cNvSpPr/>
            <p:nvPr/>
          </p:nvSpPr>
          <p:spPr>
            <a:xfrm rot="10800000">
              <a:off x="1749309" y="1221287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25" name="六邊形 324">
              <a:extLst>
                <a:ext uri="{FF2B5EF4-FFF2-40B4-BE49-F238E27FC236}">
                  <a16:creationId xmlns:a16="http://schemas.microsoft.com/office/drawing/2014/main" id="{6F7FDE5F-C7AD-D127-D9B2-817FF4E0BD7B}"/>
                </a:ext>
              </a:extLst>
            </p:cNvPr>
            <p:cNvSpPr/>
            <p:nvPr/>
          </p:nvSpPr>
          <p:spPr>
            <a:xfrm rot="10800000">
              <a:off x="1749310" y="970874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26" name="六邊形 325">
              <a:extLst>
                <a:ext uri="{FF2B5EF4-FFF2-40B4-BE49-F238E27FC236}">
                  <a16:creationId xmlns:a16="http://schemas.microsoft.com/office/drawing/2014/main" id="{50F34DE9-4AB9-E64A-38E4-BA5B7A3BAF48}"/>
                </a:ext>
              </a:extLst>
            </p:cNvPr>
            <p:cNvSpPr/>
            <p:nvPr/>
          </p:nvSpPr>
          <p:spPr>
            <a:xfrm rot="10800000">
              <a:off x="1746379" y="733643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27" name="六邊形 326">
              <a:extLst>
                <a:ext uri="{FF2B5EF4-FFF2-40B4-BE49-F238E27FC236}">
                  <a16:creationId xmlns:a16="http://schemas.microsoft.com/office/drawing/2014/main" id="{1ABBB22D-AB22-ED46-7133-6DB10009E966}"/>
                </a:ext>
              </a:extLst>
            </p:cNvPr>
            <p:cNvSpPr/>
            <p:nvPr/>
          </p:nvSpPr>
          <p:spPr>
            <a:xfrm flipV="1">
              <a:off x="1712471" y="729890"/>
              <a:ext cx="197329" cy="186003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329" name="直線接點 328">
              <a:extLst>
                <a:ext uri="{FF2B5EF4-FFF2-40B4-BE49-F238E27FC236}">
                  <a16:creationId xmlns:a16="http://schemas.microsoft.com/office/drawing/2014/main" id="{6899DD3B-CF55-E1BE-2763-25149D2278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04782" y="617010"/>
              <a:ext cx="8260" cy="4090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042D06BA-80B4-C19B-5EB9-842D7D83F4C2}"/>
                </a:ext>
              </a:extLst>
            </p:cNvPr>
            <p:cNvSpPr txBox="1"/>
            <p:nvPr/>
          </p:nvSpPr>
          <p:spPr>
            <a:xfrm rot="16200000">
              <a:off x="1663563" y="484156"/>
              <a:ext cx="1456116" cy="646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GND</a:t>
              </a:r>
            </a:p>
            <a:p>
              <a:endParaRPr lang="zh-TW" altLang="en-US" sz="1801" dirty="0"/>
            </a:p>
          </p:txBody>
        </p: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F8A14D95-9D53-5763-143C-2B8E29B217FA}"/>
                </a:ext>
              </a:extLst>
            </p:cNvPr>
            <p:cNvCxnSpPr>
              <a:cxnSpLocks/>
            </p:cNvCxnSpPr>
            <p:nvPr/>
          </p:nvCxnSpPr>
          <p:spPr>
            <a:xfrm>
              <a:off x="2214947" y="700078"/>
              <a:ext cx="0" cy="2245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111D5CCD-0604-C868-7CE3-831566364650}"/>
                </a:ext>
              </a:extLst>
            </p:cNvPr>
            <p:cNvCxnSpPr>
              <a:cxnSpLocks/>
            </p:cNvCxnSpPr>
            <p:nvPr/>
          </p:nvCxnSpPr>
          <p:spPr>
            <a:xfrm>
              <a:off x="2268414" y="720572"/>
              <a:ext cx="0" cy="1852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接點 58">
              <a:extLst>
                <a:ext uri="{FF2B5EF4-FFF2-40B4-BE49-F238E27FC236}">
                  <a16:creationId xmlns:a16="http://schemas.microsoft.com/office/drawing/2014/main" id="{79EB67F6-99C2-253E-0EC3-347F48A16ECA}"/>
                </a:ext>
              </a:extLst>
            </p:cNvPr>
            <p:cNvCxnSpPr>
              <a:cxnSpLocks/>
            </p:cNvCxnSpPr>
            <p:nvPr/>
          </p:nvCxnSpPr>
          <p:spPr>
            <a:xfrm>
              <a:off x="2313673" y="755814"/>
              <a:ext cx="0" cy="1272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27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6E6F-F422-D4BD-3244-BA72BAA0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938067-4264-1439-BEE4-2E4A397B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6958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4</a:t>
            </a:fld>
            <a:endParaRPr lang="zh-TW" altLang="en-US" dirty="0"/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4BE2BE27-AD79-9F9B-47F4-F59FB1946041}"/>
              </a:ext>
            </a:extLst>
          </p:cNvPr>
          <p:cNvCxnSpPr>
            <a:cxnSpLocks/>
          </p:cNvCxnSpPr>
          <p:nvPr/>
        </p:nvCxnSpPr>
        <p:spPr>
          <a:xfrm rot="5400000" flipH="1">
            <a:off x="5057885" y="4758084"/>
            <a:ext cx="7177" cy="941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8C1934B4-36C0-8F5E-DFF6-D8DA23BB6CEE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 flipV="1">
            <a:off x="710613" y="6056381"/>
            <a:ext cx="5453890" cy="64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73854110-A46E-86F1-532B-AF5EC66D36A5}"/>
              </a:ext>
            </a:extLst>
          </p:cNvPr>
          <p:cNvSpPr/>
          <p:nvPr/>
        </p:nvSpPr>
        <p:spPr>
          <a:xfrm>
            <a:off x="3348177" y="2992099"/>
            <a:ext cx="289234" cy="286674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14019F4D-9DC7-CC36-7FB7-D5F6AA8FBB81}"/>
              </a:ext>
            </a:extLst>
          </p:cNvPr>
          <p:cNvSpPr/>
          <p:nvPr/>
        </p:nvSpPr>
        <p:spPr>
          <a:xfrm rot="15992770">
            <a:off x="3383792" y="3226646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D9B5718E-8478-C84A-DFC6-38B3081BB04F}"/>
              </a:ext>
            </a:extLst>
          </p:cNvPr>
          <p:cNvSpPr/>
          <p:nvPr/>
        </p:nvSpPr>
        <p:spPr>
          <a:xfrm rot="16200000">
            <a:off x="3383794" y="2930921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7BF54E4D-57E0-DAC5-1321-2567C6787096}"/>
              </a:ext>
            </a:extLst>
          </p:cNvPr>
          <p:cNvCxnSpPr>
            <a:cxnSpLocks/>
          </p:cNvCxnSpPr>
          <p:nvPr/>
        </p:nvCxnSpPr>
        <p:spPr>
          <a:xfrm rot="5400000" flipH="1">
            <a:off x="2791085" y="2300962"/>
            <a:ext cx="1286537" cy="18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947EC5C5-0D70-2129-F98E-B0FE835E1FDC}"/>
              </a:ext>
            </a:extLst>
          </p:cNvPr>
          <p:cNvSpPr txBox="1"/>
          <p:nvPr/>
        </p:nvSpPr>
        <p:spPr>
          <a:xfrm>
            <a:off x="3613115" y="2937072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75A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DC92C8AD-CC4F-E8B8-BA65-FA592309D568}"/>
              </a:ext>
            </a:extLst>
          </p:cNvPr>
          <p:cNvSpPr/>
          <p:nvPr/>
        </p:nvSpPr>
        <p:spPr>
          <a:xfrm rot="5400000">
            <a:off x="2026155" y="5171492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F006AC8E-2E94-CA4F-2194-74E609B991CA}"/>
              </a:ext>
            </a:extLst>
          </p:cNvPr>
          <p:cNvGrpSpPr/>
          <p:nvPr/>
        </p:nvGrpSpPr>
        <p:grpSpPr>
          <a:xfrm rot="5400000">
            <a:off x="3199654" y="4139128"/>
            <a:ext cx="476214" cy="236213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54D3F8F4-E237-2141-E3C9-1270DE4ED6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F44DC622-2B76-9BDB-2525-E17109926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6C68735A-2FD6-CFEF-B727-2A350282B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12138E96-1ECC-CEFE-5FB2-950C59D149ED}"/>
              </a:ext>
            </a:extLst>
          </p:cNvPr>
          <p:cNvCxnSpPr>
            <a:cxnSpLocks/>
          </p:cNvCxnSpPr>
          <p:nvPr/>
        </p:nvCxnSpPr>
        <p:spPr>
          <a:xfrm rot="5400000">
            <a:off x="2911462" y="4704301"/>
            <a:ext cx="2711" cy="10191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399FBEB9-D44D-9C34-035F-6EDA48CEAE3C}"/>
              </a:ext>
            </a:extLst>
          </p:cNvPr>
          <p:cNvSpPr/>
          <p:nvPr/>
        </p:nvSpPr>
        <p:spPr>
          <a:xfrm rot="5134159">
            <a:off x="2297047" y="5166919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6F94B836-AF92-D11A-7467-02FD7574CA19}"/>
              </a:ext>
            </a:extLst>
          </p:cNvPr>
          <p:cNvCxnSpPr>
            <a:cxnSpLocks/>
          </p:cNvCxnSpPr>
          <p:nvPr/>
        </p:nvCxnSpPr>
        <p:spPr>
          <a:xfrm rot="5400000">
            <a:off x="1612584" y="4800315"/>
            <a:ext cx="5150" cy="846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C7E35F57-3E0C-BF61-F9DD-E70E1EE538FB}"/>
              </a:ext>
            </a:extLst>
          </p:cNvPr>
          <p:cNvSpPr/>
          <p:nvPr/>
        </p:nvSpPr>
        <p:spPr>
          <a:xfrm rot="16200000">
            <a:off x="2074927" y="5050154"/>
            <a:ext cx="313060" cy="264857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1" name="直線接點 1270">
            <a:extLst>
              <a:ext uri="{FF2B5EF4-FFF2-40B4-BE49-F238E27FC236}">
                <a16:creationId xmlns:a16="http://schemas.microsoft.com/office/drawing/2014/main" id="{BE2D5680-36DB-12D1-7166-5919CA6E905D}"/>
              </a:ext>
            </a:extLst>
          </p:cNvPr>
          <p:cNvCxnSpPr/>
          <p:nvPr/>
        </p:nvCxnSpPr>
        <p:spPr>
          <a:xfrm rot="5400000" flipH="1">
            <a:off x="2903217" y="5090751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81224E84-F7AA-4C3B-6EBD-FAC4551F57DE}"/>
              </a:ext>
            </a:extLst>
          </p:cNvPr>
          <p:cNvCxnSpPr/>
          <p:nvPr/>
        </p:nvCxnSpPr>
        <p:spPr>
          <a:xfrm rot="5400000" flipH="1">
            <a:off x="2776514" y="5090749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A45A36EE-DD6C-7A3E-4D3A-DFD79E1FF9D3}"/>
              </a:ext>
            </a:extLst>
          </p:cNvPr>
          <p:cNvSpPr/>
          <p:nvPr/>
        </p:nvSpPr>
        <p:spPr>
          <a:xfrm rot="5400000">
            <a:off x="2026155" y="6378969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30148B99-6725-79D5-9D0B-0498CC491F7D}"/>
              </a:ext>
            </a:extLst>
          </p:cNvPr>
          <p:cNvCxnSpPr>
            <a:cxnSpLocks/>
          </p:cNvCxnSpPr>
          <p:nvPr/>
        </p:nvCxnSpPr>
        <p:spPr>
          <a:xfrm rot="5400000">
            <a:off x="2911462" y="5911778"/>
            <a:ext cx="2711" cy="10191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ED18262E-7FB5-8F78-B538-80F644F9C4E9}"/>
              </a:ext>
            </a:extLst>
          </p:cNvPr>
          <p:cNvSpPr/>
          <p:nvPr/>
        </p:nvSpPr>
        <p:spPr>
          <a:xfrm rot="5134159">
            <a:off x="2297047" y="6374395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FBE21EDF-6875-F326-2B11-5076DB1F7A23}"/>
              </a:ext>
            </a:extLst>
          </p:cNvPr>
          <p:cNvCxnSpPr>
            <a:cxnSpLocks/>
          </p:cNvCxnSpPr>
          <p:nvPr/>
        </p:nvCxnSpPr>
        <p:spPr>
          <a:xfrm rot="5400000">
            <a:off x="1612584" y="6007792"/>
            <a:ext cx="5150" cy="846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A76A3827-ADED-FDD6-7FDC-168FF52D0A10}"/>
              </a:ext>
            </a:extLst>
          </p:cNvPr>
          <p:cNvSpPr/>
          <p:nvPr/>
        </p:nvSpPr>
        <p:spPr>
          <a:xfrm rot="16200000">
            <a:off x="2074927" y="6243256"/>
            <a:ext cx="313060" cy="264857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0" name="直線接點 1279">
            <a:extLst>
              <a:ext uri="{FF2B5EF4-FFF2-40B4-BE49-F238E27FC236}">
                <a16:creationId xmlns:a16="http://schemas.microsoft.com/office/drawing/2014/main" id="{BD249360-72A8-DB4C-8FB4-C245209DDF1D}"/>
              </a:ext>
            </a:extLst>
          </p:cNvPr>
          <p:cNvCxnSpPr/>
          <p:nvPr/>
        </p:nvCxnSpPr>
        <p:spPr>
          <a:xfrm rot="5400000" flipH="1">
            <a:off x="2903217" y="6298226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5D9489FC-12D9-53E9-81FD-9B57772B65FA}"/>
              </a:ext>
            </a:extLst>
          </p:cNvPr>
          <p:cNvCxnSpPr/>
          <p:nvPr/>
        </p:nvCxnSpPr>
        <p:spPr>
          <a:xfrm rot="5400000" flipH="1">
            <a:off x="2776514" y="6298225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4" name="橢圓 1283">
            <a:extLst>
              <a:ext uri="{FF2B5EF4-FFF2-40B4-BE49-F238E27FC236}">
                <a16:creationId xmlns:a16="http://schemas.microsoft.com/office/drawing/2014/main" id="{5F2E376D-DBB2-CDFD-617A-87280393EB20}"/>
              </a:ext>
            </a:extLst>
          </p:cNvPr>
          <p:cNvSpPr/>
          <p:nvPr/>
        </p:nvSpPr>
        <p:spPr>
          <a:xfrm rot="5400000">
            <a:off x="2031465" y="7572082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5" name="直線接點 1284">
            <a:extLst>
              <a:ext uri="{FF2B5EF4-FFF2-40B4-BE49-F238E27FC236}">
                <a16:creationId xmlns:a16="http://schemas.microsoft.com/office/drawing/2014/main" id="{E7063360-E061-3694-DA75-302349AE2193}"/>
              </a:ext>
            </a:extLst>
          </p:cNvPr>
          <p:cNvCxnSpPr>
            <a:cxnSpLocks/>
          </p:cNvCxnSpPr>
          <p:nvPr/>
        </p:nvCxnSpPr>
        <p:spPr>
          <a:xfrm rot="5400000">
            <a:off x="2916771" y="7104892"/>
            <a:ext cx="2711" cy="10191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6" name="橢圓 1285">
            <a:extLst>
              <a:ext uri="{FF2B5EF4-FFF2-40B4-BE49-F238E27FC236}">
                <a16:creationId xmlns:a16="http://schemas.microsoft.com/office/drawing/2014/main" id="{ED87FA17-F938-06CA-AE57-997100C0F683}"/>
              </a:ext>
            </a:extLst>
          </p:cNvPr>
          <p:cNvSpPr/>
          <p:nvPr/>
        </p:nvSpPr>
        <p:spPr>
          <a:xfrm rot="5134159">
            <a:off x="2302355" y="7567509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7" name="直線接點 1286">
            <a:extLst>
              <a:ext uri="{FF2B5EF4-FFF2-40B4-BE49-F238E27FC236}">
                <a16:creationId xmlns:a16="http://schemas.microsoft.com/office/drawing/2014/main" id="{000F9645-3606-F976-DF0B-997069445555}"/>
              </a:ext>
            </a:extLst>
          </p:cNvPr>
          <p:cNvCxnSpPr>
            <a:cxnSpLocks/>
          </p:cNvCxnSpPr>
          <p:nvPr/>
        </p:nvCxnSpPr>
        <p:spPr>
          <a:xfrm rot="5400000">
            <a:off x="1617893" y="7200906"/>
            <a:ext cx="5150" cy="846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8" name="弧形 1287">
            <a:extLst>
              <a:ext uri="{FF2B5EF4-FFF2-40B4-BE49-F238E27FC236}">
                <a16:creationId xmlns:a16="http://schemas.microsoft.com/office/drawing/2014/main" id="{E9F7ECB4-DCC0-30CE-3674-A6E0F27930E0}"/>
              </a:ext>
            </a:extLst>
          </p:cNvPr>
          <p:cNvSpPr/>
          <p:nvPr/>
        </p:nvSpPr>
        <p:spPr>
          <a:xfrm rot="16200000">
            <a:off x="2080236" y="7450737"/>
            <a:ext cx="313060" cy="264857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9" name="直線接點 1288">
            <a:extLst>
              <a:ext uri="{FF2B5EF4-FFF2-40B4-BE49-F238E27FC236}">
                <a16:creationId xmlns:a16="http://schemas.microsoft.com/office/drawing/2014/main" id="{D53E76C6-A707-6BD7-7917-1E220AD9A1F2}"/>
              </a:ext>
            </a:extLst>
          </p:cNvPr>
          <p:cNvCxnSpPr/>
          <p:nvPr/>
        </p:nvCxnSpPr>
        <p:spPr>
          <a:xfrm rot="5400000" flipH="1">
            <a:off x="2908526" y="7491341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直線接點 1289">
            <a:extLst>
              <a:ext uri="{FF2B5EF4-FFF2-40B4-BE49-F238E27FC236}">
                <a16:creationId xmlns:a16="http://schemas.microsoft.com/office/drawing/2014/main" id="{A481F8E5-3369-AAE0-A029-84BA7B08F082}"/>
              </a:ext>
            </a:extLst>
          </p:cNvPr>
          <p:cNvCxnSpPr/>
          <p:nvPr/>
        </p:nvCxnSpPr>
        <p:spPr>
          <a:xfrm rot="5400000" flipH="1">
            <a:off x="2781825" y="7491340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E3FD6E11-AA20-9B3F-AA60-CA8B9FA33181}"/>
              </a:ext>
            </a:extLst>
          </p:cNvPr>
          <p:cNvSpPr txBox="1"/>
          <p:nvPr/>
        </p:nvSpPr>
        <p:spPr>
          <a:xfrm>
            <a:off x="1910294" y="7010569"/>
            <a:ext cx="1210743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9E1F493D-A794-A6E7-9C39-59EBEAC0B50C}"/>
              </a:ext>
            </a:extLst>
          </p:cNvPr>
          <p:cNvSpPr/>
          <p:nvPr/>
        </p:nvSpPr>
        <p:spPr>
          <a:xfrm rot="5400000">
            <a:off x="4266363" y="5166959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C53EE221-1348-8BEC-EDC8-139323758CE3}"/>
              </a:ext>
            </a:extLst>
          </p:cNvPr>
          <p:cNvSpPr/>
          <p:nvPr/>
        </p:nvSpPr>
        <p:spPr>
          <a:xfrm rot="5134159">
            <a:off x="4537253" y="5173273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1C587F80-BB44-6B66-8370-E29E58A2C649}"/>
              </a:ext>
            </a:extLst>
          </p:cNvPr>
          <p:cNvCxnSpPr>
            <a:cxnSpLocks/>
          </p:cNvCxnSpPr>
          <p:nvPr/>
        </p:nvCxnSpPr>
        <p:spPr>
          <a:xfrm rot="5400000">
            <a:off x="3852791" y="4795782"/>
            <a:ext cx="5150" cy="8466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6ED880C8-1E9B-361E-23E5-367A3650F9D1}"/>
              </a:ext>
            </a:extLst>
          </p:cNvPr>
          <p:cNvSpPr/>
          <p:nvPr/>
        </p:nvSpPr>
        <p:spPr>
          <a:xfrm rot="16200000">
            <a:off x="4264303" y="5028082"/>
            <a:ext cx="313060" cy="264857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3E6D161B-4FB7-F922-5847-71945F919976}"/>
              </a:ext>
            </a:extLst>
          </p:cNvPr>
          <p:cNvCxnSpPr/>
          <p:nvPr/>
        </p:nvCxnSpPr>
        <p:spPr>
          <a:xfrm rot="5400000" flipH="1">
            <a:off x="3872315" y="5107993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0C868EE7-02FF-9A44-EFE9-7476E83B3732}"/>
              </a:ext>
            </a:extLst>
          </p:cNvPr>
          <p:cNvCxnSpPr/>
          <p:nvPr/>
        </p:nvCxnSpPr>
        <p:spPr>
          <a:xfrm rot="5400000" flipH="1">
            <a:off x="3745612" y="5107991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6D3DD870-B17A-6338-5FFB-A100C9D020CF}"/>
              </a:ext>
            </a:extLst>
          </p:cNvPr>
          <p:cNvSpPr/>
          <p:nvPr/>
        </p:nvSpPr>
        <p:spPr>
          <a:xfrm rot="5400000">
            <a:off x="4266363" y="6385322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76317CB6-4AFF-EC01-C7BA-45122A8FAD6D}"/>
              </a:ext>
            </a:extLst>
          </p:cNvPr>
          <p:cNvCxnSpPr>
            <a:cxnSpLocks/>
          </p:cNvCxnSpPr>
          <p:nvPr/>
        </p:nvCxnSpPr>
        <p:spPr>
          <a:xfrm rot="5400000">
            <a:off x="5070672" y="5944066"/>
            <a:ext cx="3804" cy="9915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686A0D64-A4CF-555B-1821-17CEA961B331}"/>
              </a:ext>
            </a:extLst>
          </p:cNvPr>
          <p:cNvSpPr/>
          <p:nvPr/>
        </p:nvSpPr>
        <p:spPr>
          <a:xfrm rot="5134159">
            <a:off x="4537253" y="6393452"/>
            <a:ext cx="107934" cy="1042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0E22E6B1-9138-BA42-AD31-876EE5651025}"/>
              </a:ext>
            </a:extLst>
          </p:cNvPr>
          <p:cNvCxnSpPr>
            <a:cxnSpLocks/>
          </p:cNvCxnSpPr>
          <p:nvPr/>
        </p:nvCxnSpPr>
        <p:spPr>
          <a:xfrm rot="5400000" flipH="1">
            <a:off x="3859302" y="6015508"/>
            <a:ext cx="7785" cy="8309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6748ABDB-1BE9-11F3-25EE-230DE9292BFA}"/>
              </a:ext>
            </a:extLst>
          </p:cNvPr>
          <p:cNvSpPr/>
          <p:nvPr/>
        </p:nvSpPr>
        <p:spPr>
          <a:xfrm rot="16200000">
            <a:off x="4308721" y="6258861"/>
            <a:ext cx="313060" cy="264857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EFD38312-0716-A21F-AA1E-7E8C9A790426}"/>
              </a:ext>
            </a:extLst>
          </p:cNvPr>
          <p:cNvCxnSpPr/>
          <p:nvPr/>
        </p:nvCxnSpPr>
        <p:spPr>
          <a:xfrm rot="5400000" flipH="1">
            <a:off x="3845771" y="6328172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39847475-5D83-59DB-8B3F-94FBCEC464EB}"/>
              </a:ext>
            </a:extLst>
          </p:cNvPr>
          <p:cNvCxnSpPr/>
          <p:nvPr/>
        </p:nvCxnSpPr>
        <p:spPr>
          <a:xfrm rot="5400000" flipH="1">
            <a:off x="3719070" y="6328171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D9B5E1E7-B119-98C7-E0C1-CACFF4F3C857}"/>
              </a:ext>
            </a:extLst>
          </p:cNvPr>
          <p:cNvSpPr txBox="1"/>
          <p:nvPr/>
        </p:nvSpPr>
        <p:spPr>
          <a:xfrm>
            <a:off x="4099140" y="4565191"/>
            <a:ext cx="1210743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50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45FB0E01-96DF-0FE4-5ABB-C84D9AD55923}"/>
              </a:ext>
            </a:extLst>
          </p:cNvPr>
          <p:cNvSpPr txBox="1"/>
          <p:nvPr/>
        </p:nvSpPr>
        <p:spPr>
          <a:xfrm>
            <a:off x="4138664" y="5829803"/>
            <a:ext cx="1210743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3E5931C4-9E99-3989-FBBB-A501A9F46F72}"/>
              </a:ext>
            </a:extLst>
          </p:cNvPr>
          <p:cNvSpPr txBox="1"/>
          <p:nvPr/>
        </p:nvSpPr>
        <p:spPr>
          <a:xfrm>
            <a:off x="1894367" y="4596801"/>
            <a:ext cx="1210743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73011E70-1E10-F936-8DCD-0AB48F498DD1}"/>
              </a:ext>
            </a:extLst>
          </p:cNvPr>
          <p:cNvSpPr txBox="1"/>
          <p:nvPr/>
        </p:nvSpPr>
        <p:spPr>
          <a:xfrm>
            <a:off x="1889059" y="5787911"/>
            <a:ext cx="1210743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456C14B-CBF6-94DA-58DC-41C97B8877D1}"/>
              </a:ext>
            </a:extLst>
          </p:cNvPr>
          <p:cNvCxnSpPr/>
          <p:nvPr/>
        </p:nvCxnSpPr>
        <p:spPr>
          <a:xfrm rot="5400000" flipH="1">
            <a:off x="3621270" y="5114208"/>
            <a:ext cx="196240" cy="219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2757F47-2249-A8BC-C960-EB5F56D4B341}"/>
              </a:ext>
            </a:extLst>
          </p:cNvPr>
          <p:cNvSpPr txBox="1"/>
          <p:nvPr/>
        </p:nvSpPr>
        <p:spPr>
          <a:xfrm>
            <a:off x="2489417" y="1010935"/>
            <a:ext cx="265554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220V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70ED919-6729-D669-A080-A60C48B184C3}"/>
              </a:ext>
            </a:extLst>
          </p:cNvPr>
          <p:cNvSpPr/>
          <p:nvPr/>
        </p:nvSpPr>
        <p:spPr>
          <a:xfrm rot="16200000">
            <a:off x="3449621" y="8422767"/>
            <a:ext cx="323369" cy="36129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6" name="六邊形 55">
            <a:extLst>
              <a:ext uri="{FF2B5EF4-FFF2-40B4-BE49-F238E27FC236}">
                <a16:creationId xmlns:a16="http://schemas.microsoft.com/office/drawing/2014/main" id="{3F11ACD5-A157-37EE-00A9-F2D19A0F7623}"/>
              </a:ext>
            </a:extLst>
          </p:cNvPr>
          <p:cNvSpPr/>
          <p:nvPr/>
        </p:nvSpPr>
        <p:spPr>
          <a:xfrm rot="16200000">
            <a:off x="3668149" y="10131944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7" name="六邊形 56">
            <a:extLst>
              <a:ext uri="{FF2B5EF4-FFF2-40B4-BE49-F238E27FC236}">
                <a16:creationId xmlns:a16="http://schemas.microsoft.com/office/drawing/2014/main" id="{CBF0E321-72BE-7EB7-DE94-747A27F7DFDD}"/>
              </a:ext>
            </a:extLst>
          </p:cNvPr>
          <p:cNvSpPr/>
          <p:nvPr/>
        </p:nvSpPr>
        <p:spPr>
          <a:xfrm rot="16200000">
            <a:off x="5097739" y="10132564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8" name="六邊形 57">
            <a:extLst>
              <a:ext uri="{FF2B5EF4-FFF2-40B4-BE49-F238E27FC236}">
                <a16:creationId xmlns:a16="http://schemas.microsoft.com/office/drawing/2014/main" id="{E5441FB0-6014-5E0F-5D56-9E23ABC1E1B0}"/>
              </a:ext>
            </a:extLst>
          </p:cNvPr>
          <p:cNvSpPr/>
          <p:nvPr/>
        </p:nvSpPr>
        <p:spPr>
          <a:xfrm rot="16200000">
            <a:off x="3911285" y="10132564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9" name="六邊形 58">
            <a:extLst>
              <a:ext uri="{FF2B5EF4-FFF2-40B4-BE49-F238E27FC236}">
                <a16:creationId xmlns:a16="http://schemas.microsoft.com/office/drawing/2014/main" id="{58661F11-CD65-043B-6C72-B94FE9D59339}"/>
              </a:ext>
            </a:extLst>
          </p:cNvPr>
          <p:cNvSpPr/>
          <p:nvPr/>
        </p:nvSpPr>
        <p:spPr>
          <a:xfrm rot="16200000">
            <a:off x="4157512" y="10132565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0" name="六邊形 59">
            <a:extLst>
              <a:ext uri="{FF2B5EF4-FFF2-40B4-BE49-F238E27FC236}">
                <a16:creationId xmlns:a16="http://schemas.microsoft.com/office/drawing/2014/main" id="{F5D23893-C666-104F-1790-68C1AA3663C7}"/>
              </a:ext>
            </a:extLst>
          </p:cNvPr>
          <p:cNvSpPr/>
          <p:nvPr/>
        </p:nvSpPr>
        <p:spPr>
          <a:xfrm rot="16200000">
            <a:off x="4405600" y="10132565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1" name="六邊形 60">
            <a:extLst>
              <a:ext uri="{FF2B5EF4-FFF2-40B4-BE49-F238E27FC236}">
                <a16:creationId xmlns:a16="http://schemas.microsoft.com/office/drawing/2014/main" id="{68F5071D-F1DC-2348-C477-D980EE5CA76F}"/>
              </a:ext>
            </a:extLst>
          </p:cNvPr>
          <p:cNvSpPr/>
          <p:nvPr/>
        </p:nvSpPr>
        <p:spPr>
          <a:xfrm rot="16200000">
            <a:off x="4645638" y="10132565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2" name="六邊形 61">
            <a:extLst>
              <a:ext uri="{FF2B5EF4-FFF2-40B4-BE49-F238E27FC236}">
                <a16:creationId xmlns:a16="http://schemas.microsoft.com/office/drawing/2014/main" id="{2D586F7B-FC95-634F-DAE2-166157AE6149}"/>
              </a:ext>
            </a:extLst>
          </p:cNvPr>
          <p:cNvSpPr/>
          <p:nvPr/>
        </p:nvSpPr>
        <p:spPr>
          <a:xfrm rot="16200000">
            <a:off x="4897887" y="10132566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3" name="六邊形 62">
            <a:extLst>
              <a:ext uri="{FF2B5EF4-FFF2-40B4-BE49-F238E27FC236}">
                <a16:creationId xmlns:a16="http://schemas.microsoft.com/office/drawing/2014/main" id="{915FE274-8A9C-6AFE-F8A1-6896E04D076D}"/>
              </a:ext>
            </a:extLst>
          </p:cNvPr>
          <p:cNvSpPr/>
          <p:nvPr/>
        </p:nvSpPr>
        <p:spPr>
          <a:xfrm rot="16200000">
            <a:off x="5136854" y="10129114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46" name="六邊形 1345">
            <a:extLst>
              <a:ext uri="{FF2B5EF4-FFF2-40B4-BE49-F238E27FC236}">
                <a16:creationId xmlns:a16="http://schemas.microsoft.com/office/drawing/2014/main" id="{2754A710-C596-7CC4-2ED7-634136E3E495}"/>
              </a:ext>
            </a:extLst>
          </p:cNvPr>
          <p:cNvSpPr/>
          <p:nvPr/>
        </p:nvSpPr>
        <p:spPr>
          <a:xfrm rot="5400000" flipV="1">
            <a:off x="5086100" y="10109304"/>
            <a:ext cx="232473" cy="187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5" name="直線接點 1354">
            <a:extLst>
              <a:ext uri="{FF2B5EF4-FFF2-40B4-BE49-F238E27FC236}">
                <a16:creationId xmlns:a16="http://schemas.microsoft.com/office/drawing/2014/main" id="{2942EC99-4A2B-A452-C964-A203EC8DCD86}"/>
              </a:ext>
            </a:extLst>
          </p:cNvPr>
          <p:cNvCxnSpPr>
            <a:cxnSpLocks/>
          </p:cNvCxnSpPr>
          <p:nvPr/>
        </p:nvCxnSpPr>
        <p:spPr>
          <a:xfrm>
            <a:off x="5199548" y="10195043"/>
            <a:ext cx="8320" cy="4818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4" name="六邊形 1373">
            <a:extLst>
              <a:ext uri="{FF2B5EF4-FFF2-40B4-BE49-F238E27FC236}">
                <a16:creationId xmlns:a16="http://schemas.microsoft.com/office/drawing/2014/main" id="{801610EC-6F1C-207D-6055-F1CB292D4F90}"/>
              </a:ext>
            </a:extLst>
          </p:cNvPr>
          <p:cNvSpPr/>
          <p:nvPr/>
        </p:nvSpPr>
        <p:spPr>
          <a:xfrm rot="16200000">
            <a:off x="2161277" y="10141600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2" name="六邊形 1381">
            <a:extLst>
              <a:ext uri="{FF2B5EF4-FFF2-40B4-BE49-F238E27FC236}">
                <a16:creationId xmlns:a16="http://schemas.microsoft.com/office/drawing/2014/main" id="{D6871BC6-553A-9272-8C0A-BDA3854AEE1A}"/>
              </a:ext>
            </a:extLst>
          </p:cNvPr>
          <p:cNvSpPr/>
          <p:nvPr/>
        </p:nvSpPr>
        <p:spPr>
          <a:xfrm rot="16200000">
            <a:off x="2404413" y="10142221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3" name="六邊形 1382">
            <a:extLst>
              <a:ext uri="{FF2B5EF4-FFF2-40B4-BE49-F238E27FC236}">
                <a16:creationId xmlns:a16="http://schemas.microsoft.com/office/drawing/2014/main" id="{A402BB21-D8D3-4CB6-D3D9-5DE6908C85B0}"/>
              </a:ext>
            </a:extLst>
          </p:cNvPr>
          <p:cNvSpPr/>
          <p:nvPr/>
        </p:nvSpPr>
        <p:spPr>
          <a:xfrm rot="16200000">
            <a:off x="2650640" y="10142222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1" name="六邊形 1390">
            <a:extLst>
              <a:ext uri="{FF2B5EF4-FFF2-40B4-BE49-F238E27FC236}">
                <a16:creationId xmlns:a16="http://schemas.microsoft.com/office/drawing/2014/main" id="{21AB42C0-0ECF-2910-42ED-57AB9DDB7A4F}"/>
              </a:ext>
            </a:extLst>
          </p:cNvPr>
          <p:cNvSpPr/>
          <p:nvPr/>
        </p:nvSpPr>
        <p:spPr>
          <a:xfrm rot="16200000">
            <a:off x="2898730" y="10142223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00" name="六邊形 1399">
            <a:extLst>
              <a:ext uri="{FF2B5EF4-FFF2-40B4-BE49-F238E27FC236}">
                <a16:creationId xmlns:a16="http://schemas.microsoft.com/office/drawing/2014/main" id="{D29B0ABA-7A10-2CCC-F68F-6111C847C528}"/>
              </a:ext>
            </a:extLst>
          </p:cNvPr>
          <p:cNvSpPr/>
          <p:nvPr/>
        </p:nvSpPr>
        <p:spPr>
          <a:xfrm rot="16200000">
            <a:off x="3138767" y="10142223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09" name="六邊形 1408">
            <a:extLst>
              <a:ext uri="{FF2B5EF4-FFF2-40B4-BE49-F238E27FC236}">
                <a16:creationId xmlns:a16="http://schemas.microsoft.com/office/drawing/2014/main" id="{29EAC57F-31DF-54A1-4887-D48DA721DA49}"/>
              </a:ext>
            </a:extLst>
          </p:cNvPr>
          <p:cNvSpPr/>
          <p:nvPr/>
        </p:nvSpPr>
        <p:spPr>
          <a:xfrm rot="16200000">
            <a:off x="3391014" y="10142223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17" name="矩形 1416">
            <a:extLst>
              <a:ext uri="{FF2B5EF4-FFF2-40B4-BE49-F238E27FC236}">
                <a16:creationId xmlns:a16="http://schemas.microsoft.com/office/drawing/2014/main" id="{AB812BC4-3F56-69FB-3009-A5D5DE89B744}"/>
              </a:ext>
            </a:extLst>
          </p:cNvPr>
          <p:cNvSpPr/>
          <p:nvPr/>
        </p:nvSpPr>
        <p:spPr>
          <a:xfrm rot="16200000">
            <a:off x="3413172" y="9404538"/>
            <a:ext cx="323369" cy="36129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0" name="六邊形 1419">
            <a:extLst>
              <a:ext uri="{FF2B5EF4-FFF2-40B4-BE49-F238E27FC236}">
                <a16:creationId xmlns:a16="http://schemas.microsoft.com/office/drawing/2014/main" id="{F42F1F5B-E9C9-2956-5895-39E2A5E0B2C0}"/>
              </a:ext>
            </a:extLst>
          </p:cNvPr>
          <p:cNvSpPr/>
          <p:nvPr/>
        </p:nvSpPr>
        <p:spPr>
          <a:xfrm rot="16200000">
            <a:off x="3631700" y="11113715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6" name="六邊形 1425">
            <a:extLst>
              <a:ext uri="{FF2B5EF4-FFF2-40B4-BE49-F238E27FC236}">
                <a16:creationId xmlns:a16="http://schemas.microsoft.com/office/drawing/2014/main" id="{B301539C-1BE0-F777-7790-2C28411E9156}"/>
              </a:ext>
            </a:extLst>
          </p:cNvPr>
          <p:cNvSpPr/>
          <p:nvPr/>
        </p:nvSpPr>
        <p:spPr>
          <a:xfrm rot="16200000">
            <a:off x="5061290" y="11114335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35" name="六邊形 1434">
            <a:extLst>
              <a:ext uri="{FF2B5EF4-FFF2-40B4-BE49-F238E27FC236}">
                <a16:creationId xmlns:a16="http://schemas.microsoft.com/office/drawing/2014/main" id="{1270595C-1E84-A9EF-690B-803A0871224F}"/>
              </a:ext>
            </a:extLst>
          </p:cNvPr>
          <p:cNvSpPr/>
          <p:nvPr/>
        </p:nvSpPr>
        <p:spPr>
          <a:xfrm rot="16200000">
            <a:off x="3874837" y="11114335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44" name="六邊形 1443">
            <a:extLst>
              <a:ext uri="{FF2B5EF4-FFF2-40B4-BE49-F238E27FC236}">
                <a16:creationId xmlns:a16="http://schemas.microsoft.com/office/drawing/2014/main" id="{9A09C494-D11D-A41C-F01A-49417C2B7DD8}"/>
              </a:ext>
            </a:extLst>
          </p:cNvPr>
          <p:cNvSpPr/>
          <p:nvPr/>
        </p:nvSpPr>
        <p:spPr>
          <a:xfrm rot="16200000">
            <a:off x="4121063" y="11114335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54" name="六邊形 1453">
            <a:extLst>
              <a:ext uri="{FF2B5EF4-FFF2-40B4-BE49-F238E27FC236}">
                <a16:creationId xmlns:a16="http://schemas.microsoft.com/office/drawing/2014/main" id="{EE9C40EA-7058-4A4A-F5CE-5B508E7D833B}"/>
              </a:ext>
            </a:extLst>
          </p:cNvPr>
          <p:cNvSpPr/>
          <p:nvPr/>
        </p:nvSpPr>
        <p:spPr>
          <a:xfrm rot="16200000">
            <a:off x="4369151" y="11114336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63" name="六邊形 1462">
            <a:extLst>
              <a:ext uri="{FF2B5EF4-FFF2-40B4-BE49-F238E27FC236}">
                <a16:creationId xmlns:a16="http://schemas.microsoft.com/office/drawing/2014/main" id="{84F72515-5C26-3C15-77DD-7E070E99BF1B}"/>
              </a:ext>
            </a:extLst>
          </p:cNvPr>
          <p:cNvSpPr/>
          <p:nvPr/>
        </p:nvSpPr>
        <p:spPr>
          <a:xfrm rot="16200000">
            <a:off x="4609189" y="11114336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28" name="六邊形 127">
            <a:extLst>
              <a:ext uri="{FF2B5EF4-FFF2-40B4-BE49-F238E27FC236}">
                <a16:creationId xmlns:a16="http://schemas.microsoft.com/office/drawing/2014/main" id="{EA62DE8A-3A28-3CE6-7ECE-619D23A0D6CD}"/>
              </a:ext>
            </a:extLst>
          </p:cNvPr>
          <p:cNvSpPr/>
          <p:nvPr/>
        </p:nvSpPr>
        <p:spPr>
          <a:xfrm rot="16200000">
            <a:off x="4861437" y="11114337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29" name="六邊形 128">
            <a:extLst>
              <a:ext uri="{FF2B5EF4-FFF2-40B4-BE49-F238E27FC236}">
                <a16:creationId xmlns:a16="http://schemas.microsoft.com/office/drawing/2014/main" id="{F432CDEF-C53D-23C2-83CA-64873B59E1FD}"/>
              </a:ext>
            </a:extLst>
          </p:cNvPr>
          <p:cNvSpPr/>
          <p:nvPr/>
        </p:nvSpPr>
        <p:spPr>
          <a:xfrm rot="16200000">
            <a:off x="5100406" y="11110885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0" name="六邊形 129">
            <a:extLst>
              <a:ext uri="{FF2B5EF4-FFF2-40B4-BE49-F238E27FC236}">
                <a16:creationId xmlns:a16="http://schemas.microsoft.com/office/drawing/2014/main" id="{31A2AC97-C993-9A94-2F99-96EA908FF94E}"/>
              </a:ext>
            </a:extLst>
          </p:cNvPr>
          <p:cNvSpPr/>
          <p:nvPr/>
        </p:nvSpPr>
        <p:spPr>
          <a:xfrm rot="5400000" flipV="1">
            <a:off x="5049651" y="11091075"/>
            <a:ext cx="232473" cy="187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38ECF3E3-8C4B-D937-8B97-F511591E1AB9}"/>
              </a:ext>
            </a:extLst>
          </p:cNvPr>
          <p:cNvCxnSpPr>
            <a:cxnSpLocks/>
          </p:cNvCxnSpPr>
          <p:nvPr/>
        </p:nvCxnSpPr>
        <p:spPr>
          <a:xfrm>
            <a:off x="5163098" y="11176814"/>
            <a:ext cx="8320" cy="4818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六邊形 131">
            <a:extLst>
              <a:ext uri="{FF2B5EF4-FFF2-40B4-BE49-F238E27FC236}">
                <a16:creationId xmlns:a16="http://schemas.microsoft.com/office/drawing/2014/main" id="{5D8F4262-E3E8-C6C8-E72F-564674A46675}"/>
              </a:ext>
            </a:extLst>
          </p:cNvPr>
          <p:cNvSpPr/>
          <p:nvPr/>
        </p:nvSpPr>
        <p:spPr>
          <a:xfrm rot="16200000">
            <a:off x="2124828" y="11123371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3" name="六邊形 132">
            <a:extLst>
              <a:ext uri="{FF2B5EF4-FFF2-40B4-BE49-F238E27FC236}">
                <a16:creationId xmlns:a16="http://schemas.microsoft.com/office/drawing/2014/main" id="{E39E7891-C12B-6AE4-1659-292967770F89}"/>
              </a:ext>
            </a:extLst>
          </p:cNvPr>
          <p:cNvSpPr/>
          <p:nvPr/>
        </p:nvSpPr>
        <p:spPr>
          <a:xfrm rot="16200000">
            <a:off x="2367964" y="11123992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4" name="六邊形 133">
            <a:extLst>
              <a:ext uri="{FF2B5EF4-FFF2-40B4-BE49-F238E27FC236}">
                <a16:creationId xmlns:a16="http://schemas.microsoft.com/office/drawing/2014/main" id="{B294F077-91A2-2269-1AB4-B7D9112DBCF1}"/>
              </a:ext>
            </a:extLst>
          </p:cNvPr>
          <p:cNvSpPr/>
          <p:nvPr/>
        </p:nvSpPr>
        <p:spPr>
          <a:xfrm rot="16200000">
            <a:off x="2614191" y="11123993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5" name="六邊形 134">
            <a:extLst>
              <a:ext uri="{FF2B5EF4-FFF2-40B4-BE49-F238E27FC236}">
                <a16:creationId xmlns:a16="http://schemas.microsoft.com/office/drawing/2014/main" id="{B6143B43-E2E8-1972-A6C4-21088ACC0C91}"/>
              </a:ext>
            </a:extLst>
          </p:cNvPr>
          <p:cNvSpPr/>
          <p:nvPr/>
        </p:nvSpPr>
        <p:spPr>
          <a:xfrm rot="16200000">
            <a:off x="2862280" y="11123994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3" name="六邊形 142">
            <a:extLst>
              <a:ext uri="{FF2B5EF4-FFF2-40B4-BE49-F238E27FC236}">
                <a16:creationId xmlns:a16="http://schemas.microsoft.com/office/drawing/2014/main" id="{B7E404AD-1346-3C77-6D6D-81B64B80F6D4}"/>
              </a:ext>
            </a:extLst>
          </p:cNvPr>
          <p:cNvSpPr/>
          <p:nvPr/>
        </p:nvSpPr>
        <p:spPr>
          <a:xfrm rot="16200000">
            <a:off x="3102319" y="11123994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5" name="六邊形 144">
            <a:extLst>
              <a:ext uri="{FF2B5EF4-FFF2-40B4-BE49-F238E27FC236}">
                <a16:creationId xmlns:a16="http://schemas.microsoft.com/office/drawing/2014/main" id="{048C4192-87F6-A05D-6C73-BBD0BA6214CD}"/>
              </a:ext>
            </a:extLst>
          </p:cNvPr>
          <p:cNvSpPr/>
          <p:nvPr/>
        </p:nvSpPr>
        <p:spPr>
          <a:xfrm rot="16200000">
            <a:off x="3354565" y="11123994"/>
            <a:ext cx="157801" cy="15296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A644E723-43FB-2CED-9850-756F0BF62F80}"/>
              </a:ext>
            </a:extLst>
          </p:cNvPr>
          <p:cNvCxnSpPr>
            <a:cxnSpLocks/>
          </p:cNvCxnSpPr>
          <p:nvPr/>
        </p:nvCxnSpPr>
        <p:spPr>
          <a:xfrm rot="5400000">
            <a:off x="5165540" y="11543857"/>
            <a:ext cx="0" cy="2245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149F1A0A-AD6F-CE7F-2F7A-0ABFEC2E1F66}"/>
              </a:ext>
            </a:extLst>
          </p:cNvPr>
          <p:cNvCxnSpPr>
            <a:cxnSpLocks/>
          </p:cNvCxnSpPr>
          <p:nvPr/>
        </p:nvCxnSpPr>
        <p:spPr>
          <a:xfrm rot="5400000">
            <a:off x="5164669" y="11616945"/>
            <a:ext cx="0" cy="1852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A2E929A1-5410-8729-911D-590296377A43}"/>
              </a:ext>
            </a:extLst>
          </p:cNvPr>
          <p:cNvCxnSpPr>
            <a:cxnSpLocks/>
          </p:cNvCxnSpPr>
          <p:nvPr/>
        </p:nvCxnSpPr>
        <p:spPr>
          <a:xfrm rot="5400000">
            <a:off x="5158460" y="11691239"/>
            <a:ext cx="0" cy="1272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52A7218D-FF6C-EF3B-A129-E6D2BBE2B4B8}"/>
              </a:ext>
            </a:extLst>
          </p:cNvPr>
          <p:cNvSpPr txBox="1"/>
          <p:nvPr/>
        </p:nvSpPr>
        <p:spPr>
          <a:xfrm>
            <a:off x="5261620" y="9994987"/>
            <a:ext cx="1460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外接地</a:t>
            </a:r>
            <a:r>
              <a:rPr lang="en-US" altLang="zh-TW" sz="20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Gnd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AE3533D6-777E-651D-3392-1DBEFDB05CD2}"/>
              </a:ext>
            </a:extLst>
          </p:cNvPr>
          <p:cNvSpPr txBox="1"/>
          <p:nvPr/>
        </p:nvSpPr>
        <p:spPr>
          <a:xfrm>
            <a:off x="5523865" y="10936387"/>
            <a:ext cx="1562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電箱</a:t>
            </a:r>
            <a:r>
              <a:rPr lang="en-US" altLang="zh-TW" sz="20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Gnd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AAA7639-C00D-3745-EEE9-51E843A78CA9}"/>
              </a:ext>
            </a:extLst>
          </p:cNvPr>
          <p:cNvSpPr txBox="1"/>
          <p:nvPr/>
        </p:nvSpPr>
        <p:spPr>
          <a:xfrm>
            <a:off x="537211" y="260999"/>
            <a:ext cx="6143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1F </a:t>
            </a:r>
            <a:r>
              <a:rPr lang="zh-TW" altLang="en-US" sz="3200" b="1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電盤 </a:t>
            </a:r>
            <a:r>
              <a:rPr lang="en-US" altLang="zh-TW" sz="3200" b="1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JCA1F-D2 (</a:t>
            </a:r>
            <a:r>
              <a:rPr lang="zh-TW" altLang="en-US" sz="3200" b="1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左</a:t>
            </a:r>
            <a:r>
              <a:rPr lang="en-US" altLang="zh-TW" sz="3200" b="1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endParaRPr lang="zh-TW" altLang="en-US" sz="3200" dirty="0"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33D0A685-5099-5420-32D4-08040CF13E8D}"/>
              </a:ext>
            </a:extLst>
          </p:cNvPr>
          <p:cNvCxnSpPr>
            <a:cxnSpLocks/>
          </p:cNvCxnSpPr>
          <p:nvPr/>
        </p:nvCxnSpPr>
        <p:spPr>
          <a:xfrm rot="5400000">
            <a:off x="5218881" y="10553459"/>
            <a:ext cx="0" cy="2469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8AADAEB-FE27-CEFC-8455-C8F8EE142C8D}"/>
              </a:ext>
            </a:extLst>
          </p:cNvPr>
          <p:cNvCxnSpPr>
            <a:cxnSpLocks/>
          </p:cNvCxnSpPr>
          <p:nvPr/>
        </p:nvCxnSpPr>
        <p:spPr>
          <a:xfrm rot="5400000">
            <a:off x="5218009" y="10628512"/>
            <a:ext cx="0" cy="203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2351516-C2FB-19EF-EB6E-874D5A8A827D}"/>
              </a:ext>
            </a:extLst>
          </p:cNvPr>
          <p:cNvCxnSpPr>
            <a:cxnSpLocks/>
          </p:cNvCxnSpPr>
          <p:nvPr/>
        </p:nvCxnSpPr>
        <p:spPr>
          <a:xfrm rot="5400000">
            <a:off x="5211801" y="10705707"/>
            <a:ext cx="0" cy="1399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670D2EF8-B5BF-2836-250C-72BF5D07008F}"/>
              </a:ext>
            </a:extLst>
          </p:cNvPr>
          <p:cNvSpPr txBox="1"/>
          <p:nvPr/>
        </p:nvSpPr>
        <p:spPr>
          <a:xfrm>
            <a:off x="258551" y="5026052"/>
            <a:ext cx="93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冰箱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2937AFB-7FF0-C9D6-57F2-353694A9D508}"/>
              </a:ext>
            </a:extLst>
          </p:cNvPr>
          <p:cNvSpPr txBox="1"/>
          <p:nvPr/>
        </p:nvSpPr>
        <p:spPr>
          <a:xfrm>
            <a:off x="5626404" y="4858568"/>
            <a:ext cx="1079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110V</a:t>
            </a:r>
          </a:p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變壓器</a:t>
            </a:r>
          </a:p>
        </p:txBody>
      </p:sp>
    </p:spTree>
    <p:extLst>
      <p:ext uri="{BB962C8B-B14F-4D97-AF65-F5344CB8AC3E}">
        <p14:creationId xmlns:p14="http://schemas.microsoft.com/office/powerpoint/2010/main" val="118102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3ED89-A9AE-E4E3-8496-F12A1099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1FE5B7BD-685A-9339-965E-CB26F80D1F7F}"/>
              </a:ext>
            </a:extLst>
          </p:cNvPr>
          <p:cNvCxnSpPr>
            <a:cxnSpLocks/>
            <a:endCxn id="138" idx="6"/>
          </p:cNvCxnSpPr>
          <p:nvPr/>
        </p:nvCxnSpPr>
        <p:spPr>
          <a:xfrm rot="5400000" flipH="1">
            <a:off x="-714930" y="6140606"/>
            <a:ext cx="8362257" cy="219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B78F6332-7A90-97FA-BEAE-044DDF910A54}"/>
              </a:ext>
            </a:extLst>
          </p:cNvPr>
          <p:cNvSpPr/>
          <p:nvPr/>
        </p:nvSpPr>
        <p:spPr>
          <a:xfrm>
            <a:off x="3377623" y="1774306"/>
            <a:ext cx="259359" cy="241545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868C50E0-E43F-0363-5995-BC50E9F7B4CA}"/>
              </a:ext>
            </a:extLst>
          </p:cNvPr>
          <p:cNvSpPr/>
          <p:nvPr/>
        </p:nvSpPr>
        <p:spPr>
          <a:xfrm rot="15992770">
            <a:off x="3412480" y="1969108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6D703304-9D76-E21F-F71B-CEA024C518F0}"/>
              </a:ext>
            </a:extLst>
          </p:cNvPr>
          <p:cNvSpPr/>
          <p:nvPr/>
        </p:nvSpPr>
        <p:spPr>
          <a:xfrm rot="16200000">
            <a:off x="3412482" y="1719937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E96D2019-C4AF-1CC4-A592-2356292E4609}"/>
              </a:ext>
            </a:extLst>
          </p:cNvPr>
          <p:cNvCxnSpPr>
            <a:cxnSpLocks/>
          </p:cNvCxnSpPr>
          <p:nvPr/>
        </p:nvCxnSpPr>
        <p:spPr>
          <a:xfrm rot="5400000" flipH="1">
            <a:off x="3226134" y="1559628"/>
            <a:ext cx="4592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D689CD96-84A0-EED4-46B7-373105A8839F}"/>
              </a:ext>
            </a:extLst>
          </p:cNvPr>
          <p:cNvSpPr txBox="1"/>
          <p:nvPr/>
        </p:nvSpPr>
        <p:spPr>
          <a:xfrm>
            <a:off x="3615195" y="1727942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75A </a:t>
            </a:r>
            <a:endParaRPr lang="zh-TW" altLang="en-US" sz="1801" dirty="0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EDD82149-10D6-0665-6319-CC5DA9F4AEC7}"/>
              </a:ext>
            </a:extLst>
          </p:cNvPr>
          <p:cNvGrpSpPr/>
          <p:nvPr/>
        </p:nvGrpSpPr>
        <p:grpSpPr>
          <a:xfrm rot="5400000">
            <a:off x="3257330" y="2309752"/>
            <a:ext cx="401246" cy="211815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D87D86D2-CB67-EF6C-D143-2E794C6905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7DB7A2D0-5023-4394-C6A0-9C61F55F12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EC5499E7-0A05-3433-EE68-8A9DFECFC2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2" name="流程圖: 合併 331">
            <a:extLst>
              <a:ext uri="{FF2B5EF4-FFF2-40B4-BE49-F238E27FC236}">
                <a16:creationId xmlns:a16="http://schemas.microsoft.com/office/drawing/2014/main" id="{AC06EC6B-3110-AB09-E502-06F52B6C8751}"/>
              </a:ext>
            </a:extLst>
          </p:cNvPr>
          <p:cNvSpPr/>
          <p:nvPr/>
        </p:nvSpPr>
        <p:spPr>
          <a:xfrm rot="10800000" flipV="1">
            <a:off x="4587402" y="11138499"/>
            <a:ext cx="212416" cy="197820"/>
          </a:xfrm>
          <a:prstGeom prst="flowChartMerg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64A6F086-AA9F-0E22-7D0C-8CAA0442C8FA}"/>
              </a:ext>
            </a:extLst>
          </p:cNvPr>
          <p:cNvSpPr/>
          <p:nvPr/>
        </p:nvSpPr>
        <p:spPr>
          <a:xfrm rot="16200000">
            <a:off x="2988243" y="9120206"/>
            <a:ext cx="309047" cy="34903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19" name="六邊形 318">
            <a:extLst>
              <a:ext uri="{FF2B5EF4-FFF2-40B4-BE49-F238E27FC236}">
                <a16:creationId xmlns:a16="http://schemas.microsoft.com/office/drawing/2014/main" id="{62894C18-6087-CE60-7889-73B7734CDBA6}"/>
              </a:ext>
            </a:extLst>
          </p:cNvPr>
          <p:cNvSpPr/>
          <p:nvPr/>
        </p:nvSpPr>
        <p:spPr>
          <a:xfrm rot="16200000">
            <a:off x="3209680" y="10797717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20" name="六邊形 319">
            <a:extLst>
              <a:ext uri="{FF2B5EF4-FFF2-40B4-BE49-F238E27FC236}">
                <a16:creationId xmlns:a16="http://schemas.microsoft.com/office/drawing/2014/main" id="{24BDE479-147E-1BCF-BE25-9377F8E0A044}"/>
              </a:ext>
            </a:extLst>
          </p:cNvPr>
          <p:cNvSpPr/>
          <p:nvPr/>
        </p:nvSpPr>
        <p:spPr>
          <a:xfrm rot="16200000">
            <a:off x="4587126" y="10798256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21" name="六邊形 320">
            <a:extLst>
              <a:ext uri="{FF2B5EF4-FFF2-40B4-BE49-F238E27FC236}">
                <a16:creationId xmlns:a16="http://schemas.microsoft.com/office/drawing/2014/main" id="{3D7CF3C2-4E0D-7F58-AED7-058C058E57CB}"/>
              </a:ext>
            </a:extLst>
          </p:cNvPr>
          <p:cNvSpPr/>
          <p:nvPr/>
        </p:nvSpPr>
        <p:spPr>
          <a:xfrm rot="16200000">
            <a:off x="3443947" y="10798256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22" name="六邊形 321">
            <a:extLst>
              <a:ext uri="{FF2B5EF4-FFF2-40B4-BE49-F238E27FC236}">
                <a16:creationId xmlns:a16="http://schemas.microsoft.com/office/drawing/2014/main" id="{F0A4B543-9CD8-8EB5-A213-7987AB40CE20}"/>
              </a:ext>
            </a:extLst>
          </p:cNvPr>
          <p:cNvSpPr/>
          <p:nvPr/>
        </p:nvSpPr>
        <p:spPr>
          <a:xfrm rot="16200000">
            <a:off x="3681194" y="10798256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23" name="六邊形 322">
            <a:extLst>
              <a:ext uri="{FF2B5EF4-FFF2-40B4-BE49-F238E27FC236}">
                <a16:creationId xmlns:a16="http://schemas.microsoft.com/office/drawing/2014/main" id="{8DA558EC-285E-1753-EE5C-B69A2235B263}"/>
              </a:ext>
            </a:extLst>
          </p:cNvPr>
          <p:cNvSpPr/>
          <p:nvPr/>
        </p:nvSpPr>
        <p:spPr>
          <a:xfrm rot="16200000">
            <a:off x="3920234" y="10798256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24" name="六邊形 323">
            <a:extLst>
              <a:ext uri="{FF2B5EF4-FFF2-40B4-BE49-F238E27FC236}">
                <a16:creationId xmlns:a16="http://schemas.microsoft.com/office/drawing/2014/main" id="{93C0046C-CAD2-30DE-25E3-53C6E64D98F8}"/>
              </a:ext>
            </a:extLst>
          </p:cNvPr>
          <p:cNvSpPr/>
          <p:nvPr/>
        </p:nvSpPr>
        <p:spPr>
          <a:xfrm rot="16200000">
            <a:off x="4151515" y="10798256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25" name="六邊形 324">
            <a:extLst>
              <a:ext uri="{FF2B5EF4-FFF2-40B4-BE49-F238E27FC236}">
                <a16:creationId xmlns:a16="http://schemas.microsoft.com/office/drawing/2014/main" id="{D71D35E7-2787-AD59-4EBA-10D4C9CC17F5}"/>
              </a:ext>
            </a:extLst>
          </p:cNvPr>
          <p:cNvSpPr/>
          <p:nvPr/>
        </p:nvSpPr>
        <p:spPr>
          <a:xfrm rot="16200000">
            <a:off x="4394563" y="10798257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26" name="六邊形 325">
            <a:extLst>
              <a:ext uri="{FF2B5EF4-FFF2-40B4-BE49-F238E27FC236}">
                <a16:creationId xmlns:a16="http://schemas.microsoft.com/office/drawing/2014/main" id="{00C1B069-1F73-4094-268A-0BFE98DB2934}"/>
              </a:ext>
            </a:extLst>
          </p:cNvPr>
          <p:cNvSpPr/>
          <p:nvPr/>
        </p:nvSpPr>
        <p:spPr>
          <a:xfrm rot="16200000">
            <a:off x="4624816" y="10795262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27" name="六邊形 326">
            <a:extLst>
              <a:ext uri="{FF2B5EF4-FFF2-40B4-BE49-F238E27FC236}">
                <a16:creationId xmlns:a16="http://schemas.microsoft.com/office/drawing/2014/main" id="{DA846782-A05B-CA5C-E228-2AF8105D30BE}"/>
              </a:ext>
            </a:extLst>
          </p:cNvPr>
          <p:cNvSpPr/>
          <p:nvPr/>
        </p:nvSpPr>
        <p:spPr>
          <a:xfrm rot="5400000" flipV="1">
            <a:off x="4579488" y="10776423"/>
            <a:ext cx="201730" cy="180532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29" name="直線接點 328">
            <a:extLst>
              <a:ext uri="{FF2B5EF4-FFF2-40B4-BE49-F238E27FC236}">
                <a16:creationId xmlns:a16="http://schemas.microsoft.com/office/drawing/2014/main" id="{3F5342E7-BE18-92DA-8EFE-C26ADAE7A8E0}"/>
              </a:ext>
            </a:extLst>
          </p:cNvPr>
          <p:cNvCxnSpPr>
            <a:cxnSpLocks/>
          </p:cNvCxnSpPr>
          <p:nvPr/>
        </p:nvCxnSpPr>
        <p:spPr>
          <a:xfrm rot="5400000" flipV="1">
            <a:off x="4591318" y="11036269"/>
            <a:ext cx="183401" cy="5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6450FE51-CAAC-A1A2-3B87-1F7F4581AC38}"/>
              </a:ext>
            </a:extLst>
          </p:cNvPr>
          <p:cNvSpPr txBox="1"/>
          <p:nvPr/>
        </p:nvSpPr>
        <p:spPr>
          <a:xfrm>
            <a:off x="288260" y="10705548"/>
            <a:ext cx="110185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L-N:110V</a:t>
            </a:r>
            <a:endParaRPr lang="zh-TW" altLang="en-US" sz="1801" dirty="0"/>
          </a:p>
        </p:txBody>
      </p:sp>
      <p:sp>
        <p:nvSpPr>
          <p:cNvPr id="13" name="六邊形 12">
            <a:extLst>
              <a:ext uri="{FF2B5EF4-FFF2-40B4-BE49-F238E27FC236}">
                <a16:creationId xmlns:a16="http://schemas.microsoft.com/office/drawing/2014/main" id="{326F34D0-1BA6-DDA7-23F9-5D53D2CD32BF}"/>
              </a:ext>
            </a:extLst>
          </p:cNvPr>
          <p:cNvSpPr/>
          <p:nvPr/>
        </p:nvSpPr>
        <p:spPr>
          <a:xfrm rot="16200000">
            <a:off x="1757769" y="10806097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" name="六邊形 13">
            <a:extLst>
              <a:ext uri="{FF2B5EF4-FFF2-40B4-BE49-F238E27FC236}">
                <a16:creationId xmlns:a16="http://schemas.microsoft.com/office/drawing/2014/main" id="{C2F0D29E-7E51-AF86-A88C-FF3CEDD49D17}"/>
              </a:ext>
            </a:extLst>
          </p:cNvPr>
          <p:cNvSpPr/>
          <p:nvPr/>
        </p:nvSpPr>
        <p:spPr>
          <a:xfrm rot="16200000">
            <a:off x="1992038" y="10806635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5" name="六邊形 14">
            <a:extLst>
              <a:ext uri="{FF2B5EF4-FFF2-40B4-BE49-F238E27FC236}">
                <a16:creationId xmlns:a16="http://schemas.microsoft.com/office/drawing/2014/main" id="{F1E11CF0-431B-0488-3901-5403600BCE0E}"/>
              </a:ext>
            </a:extLst>
          </p:cNvPr>
          <p:cNvSpPr/>
          <p:nvPr/>
        </p:nvSpPr>
        <p:spPr>
          <a:xfrm rot="16200000">
            <a:off x="2229284" y="10806636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6" name="六邊形 15">
            <a:extLst>
              <a:ext uri="{FF2B5EF4-FFF2-40B4-BE49-F238E27FC236}">
                <a16:creationId xmlns:a16="http://schemas.microsoft.com/office/drawing/2014/main" id="{8CFCCE42-810B-7CC9-231F-3ED191F8B600}"/>
              </a:ext>
            </a:extLst>
          </p:cNvPr>
          <p:cNvSpPr/>
          <p:nvPr/>
        </p:nvSpPr>
        <p:spPr>
          <a:xfrm rot="16200000">
            <a:off x="2468323" y="10806638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7" name="六邊形 16">
            <a:extLst>
              <a:ext uri="{FF2B5EF4-FFF2-40B4-BE49-F238E27FC236}">
                <a16:creationId xmlns:a16="http://schemas.microsoft.com/office/drawing/2014/main" id="{C5B01938-92B5-08C3-7D31-93A692E49AC2}"/>
              </a:ext>
            </a:extLst>
          </p:cNvPr>
          <p:cNvSpPr/>
          <p:nvPr/>
        </p:nvSpPr>
        <p:spPr>
          <a:xfrm rot="16200000">
            <a:off x="2699606" y="10806638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8" name="六邊形 17">
            <a:extLst>
              <a:ext uri="{FF2B5EF4-FFF2-40B4-BE49-F238E27FC236}">
                <a16:creationId xmlns:a16="http://schemas.microsoft.com/office/drawing/2014/main" id="{F1652ACC-39FC-6BA4-7DF2-3E978572316A}"/>
              </a:ext>
            </a:extLst>
          </p:cNvPr>
          <p:cNvSpPr/>
          <p:nvPr/>
        </p:nvSpPr>
        <p:spPr>
          <a:xfrm rot="16200000">
            <a:off x="2942654" y="10806639"/>
            <a:ext cx="136934" cy="147387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9FF5D6-5E5C-2274-4F9F-91E5E194F53A}"/>
              </a:ext>
            </a:extLst>
          </p:cNvPr>
          <p:cNvSpPr/>
          <p:nvPr/>
        </p:nvSpPr>
        <p:spPr>
          <a:xfrm rot="16200000">
            <a:off x="2986278" y="9785491"/>
            <a:ext cx="272462" cy="349380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0" name="六邊形 19">
            <a:extLst>
              <a:ext uri="{FF2B5EF4-FFF2-40B4-BE49-F238E27FC236}">
                <a16:creationId xmlns:a16="http://schemas.microsoft.com/office/drawing/2014/main" id="{7BB8AE1D-19CF-0F83-B76D-CD59B5B5222F}"/>
              </a:ext>
            </a:extLst>
          </p:cNvPr>
          <p:cNvSpPr/>
          <p:nvPr/>
        </p:nvSpPr>
        <p:spPr>
          <a:xfrm rot="16200000">
            <a:off x="3187295" y="11440884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1" name="六邊形 20">
            <a:extLst>
              <a:ext uri="{FF2B5EF4-FFF2-40B4-BE49-F238E27FC236}">
                <a16:creationId xmlns:a16="http://schemas.microsoft.com/office/drawing/2014/main" id="{1B8F1F33-E19D-7A87-4023-23FD79DBA6C9}"/>
              </a:ext>
            </a:extLst>
          </p:cNvPr>
          <p:cNvSpPr/>
          <p:nvPr/>
        </p:nvSpPr>
        <p:spPr>
          <a:xfrm rot="16200000">
            <a:off x="4569733" y="11441406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2" name="六邊形 21">
            <a:extLst>
              <a:ext uri="{FF2B5EF4-FFF2-40B4-BE49-F238E27FC236}">
                <a16:creationId xmlns:a16="http://schemas.microsoft.com/office/drawing/2014/main" id="{5D180274-4A06-6C97-3B39-5A6568595EFA}"/>
              </a:ext>
            </a:extLst>
          </p:cNvPr>
          <p:cNvSpPr/>
          <p:nvPr/>
        </p:nvSpPr>
        <p:spPr>
          <a:xfrm rot="16200000">
            <a:off x="3422412" y="11441406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3" name="六邊形 22">
            <a:extLst>
              <a:ext uri="{FF2B5EF4-FFF2-40B4-BE49-F238E27FC236}">
                <a16:creationId xmlns:a16="http://schemas.microsoft.com/office/drawing/2014/main" id="{A6034A74-AF9B-7FA6-DE16-2E3E400C9EFE}"/>
              </a:ext>
            </a:extLst>
          </p:cNvPr>
          <p:cNvSpPr/>
          <p:nvPr/>
        </p:nvSpPr>
        <p:spPr>
          <a:xfrm rot="16200000">
            <a:off x="3660518" y="11441407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4" name="六邊形 23">
            <a:extLst>
              <a:ext uri="{FF2B5EF4-FFF2-40B4-BE49-F238E27FC236}">
                <a16:creationId xmlns:a16="http://schemas.microsoft.com/office/drawing/2014/main" id="{B6BAF26B-A924-89A8-1B65-B0CEA906840F}"/>
              </a:ext>
            </a:extLst>
          </p:cNvPr>
          <p:cNvSpPr/>
          <p:nvPr/>
        </p:nvSpPr>
        <p:spPr>
          <a:xfrm rot="16200000">
            <a:off x="3900423" y="11441408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5" name="六邊形 24">
            <a:extLst>
              <a:ext uri="{FF2B5EF4-FFF2-40B4-BE49-F238E27FC236}">
                <a16:creationId xmlns:a16="http://schemas.microsoft.com/office/drawing/2014/main" id="{CD239CE1-D0A5-9CF5-BEA9-4CCC6689AFA0}"/>
              </a:ext>
            </a:extLst>
          </p:cNvPr>
          <p:cNvSpPr/>
          <p:nvPr/>
        </p:nvSpPr>
        <p:spPr>
          <a:xfrm rot="16200000">
            <a:off x="4132544" y="11441408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6" name="六邊形 25">
            <a:extLst>
              <a:ext uri="{FF2B5EF4-FFF2-40B4-BE49-F238E27FC236}">
                <a16:creationId xmlns:a16="http://schemas.microsoft.com/office/drawing/2014/main" id="{B6AEC403-5694-444B-0CD6-BBA47A09C196}"/>
              </a:ext>
            </a:extLst>
          </p:cNvPr>
          <p:cNvSpPr/>
          <p:nvPr/>
        </p:nvSpPr>
        <p:spPr>
          <a:xfrm rot="16200000">
            <a:off x="4376473" y="11441408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7" name="六邊形 26">
            <a:extLst>
              <a:ext uri="{FF2B5EF4-FFF2-40B4-BE49-F238E27FC236}">
                <a16:creationId xmlns:a16="http://schemas.microsoft.com/office/drawing/2014/main" id="{DE7518C1-2615-A7C0-8909-85F9A4603E25}"/>
              </a:ext>
            </a:extLst>
          </p:cNvPr>
          <p:cNvSpPr/>
          <p:nvPr/>
        </p:nvSpPr>
        <p:spPr>
          <a:xfrm rot="16200000">
            <a:off x="4607558" y="11438499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8" name="六邊形 27">
            <a:extLst>
              <a:ext uri="{FF2B5EF4-FFF2-40B4-BE49-F238E27FC236}">
                <a16:creationId xmlns:a16="http://schemas.microsoft.com/office/drawing/2014/main" id="{B8229474-33D4-A16C-DF8E-97D03106A004}"/>
              </a:ext>
            </a:extLst>
          </p:cNvPr>
          <p:cNvSpPr/>
          <p:nvPr/>
        </p:nvSpPr>
        <p:spPr>
          <a:xfrm rot="5400000" flipV="1">
            <a:off x="4563125" y="11419665"/>
            <a:ext cx="195874" cy="18118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CDA61EFA-A2F0-FA6A-E2FB-0B6FDE26436A}"/>
              </a:ext>
            </a:extLst>
          </p:cNvPr>
          <p:cNvCxnSpPr>
            <a:cxnSpLocks/>
          </p:cNvCxnSpPr>
          <p:nvPr/>
        </p:nvCxnSpPr>
        <p:spPr>
          <a:xfrm>
            <a:off x="4658364" y="11503567"/>
            <a:ext cx="8046" cy="4060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六邊形 30">
            <a:extLst>
              <a:ext uri="{FF2B5EF4-FFF2-40B4-BE49-F238E27FC236}">
                <a16:creationId xmlns:a16="http://schemas.microsoft.com/office/drawing/2014/main" id="{0DB23ADF-835D-5E17-8989-AA92FAF8D36C}"/>
              </a:ext>
            </a:extLst>
          </p:cNvPr>
          <p:cNvSpPr/>
          <p:nvPr/>
        </p:nvSpPr>
        <p:spPr>
          <a:xfrm rot="16200000">
            <a:off x="1730127" y="11449020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3" name="六邊形 32">
            <a:extLst>
              <a:ext uri="{FF2B5EF4-FFF2-40B4-BE49-F238E27FC236}">
                <a16:creationId xmlns:a16="http://schemas.microsoft.com/office/drawing/2014/main" id="{E772E300-0103-23BF-C653-92C0EFFB7942}"/>
              </a:ext>
            </a:extLst>
          </p:cNvPr>
          <p:cNvSpPr/>
          <p:nvPr/>
        </p:nvSpPr>
        <p:spPr>
          <a:xfrm rot="16200000">
            <a:off x="1965243" y="11449542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4" name="六邊形 33">
            <a:extLst>
              <a:ext uri="{FF2B5EF4-FFF2-40B4-BE49-F238E27FC236}">
                <a16:creationId xmlns:a16="http://schemas.microsoft.com/office/drawing/2014/main" id="{BC22420E-0F85-D64D-586F-B62EBFE030A5}"/>
              </a:ext>
            </a:extLst>
          </p:cNvPr>
          <p:cNvSpPr/>
          <p:nvPr/>
        </p:nvSpPr>
        <p:spPr>
          <a:xfrm rot="16200000">
            <a:off x="2203348" y="11449544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5" name="六邊形 34">
            <a:extLst>
              <a:ext uri="{FF2B5EF4-FFF2-40B4-BE49-F238E27FC236}">
                <a16:creationId xmlns:a16="http://schemas.microsoft.com/office/drawing/2014/main" id="{73ED29AE-57E1-359E-78BC-E12BF6ACAC8E}"/>
              </a:ext>
            </a:extLst>
          </p:cNvPr>
          <p:cNvSpPr/>
          <p:nvPr/>
        </p:nvSpPr>
        <p:spPr>
          <a:xfrm rot="16200000">
            <a:off x="2443254" y="11449545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6" name="六邊形 35">
            <a:extLst>
              <a:ext uri="{FF2B5EF4-FFF2-40B4-BE49-F238E27FC236}">
                <a16:creationId xmlns:a16="http://schemas.microsoft.com/office/drawing/2014/main" id="{463CC2E8-D24C-4226-0EA6-E48E0DA827E1}"/>
              </a:ext>
            </a:extLst>
          </p:cNvPr>
          <p:cNvSpPr/>
          <p:nvPr/>
        </p:nvSpPr>
        <p:spPr>
          <a:xfrm rot="16200000">
            <a:off x="2675375" y="11449545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7" name="六邊形 36">
            <a:extLst>
              <a:ext uri="{FF2B5EF4-FFF2-40B4-BE49-F238E27FC236}">
                <a16:creationId xmlns:a16="http://schemas.microsoft.com/office/drawing/2014/main" id="{ABC9D6C7-6F6A-280E-D93A-ABE22DA94C5D}"/>
              </a:ext>
            </a:extLst>
          </p:cNvPr>
          <p:cNvSpPr/>
          <p:nvPr/>
        </p:nvSpPr>
        <p:spPr>
          <a:xfrm rot="16200000">
            <a:off x="2919302" y="11449546"/>
            <a:ext cx="132959" cy="14792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C632424-0B13-30B7-E5CD-E5DF4559284A}"/>
              </a:ext>
            </a:extLst>
          </p:cNvPr>
          <p:cNvCxnSpPr>
            <a:cxnSpLocks/>
          </p:cNvCxnSpPr>
          <p:nvPr/>
        </p:nvCxnSpPr>
        <p:spPr>
          <a:xfrm rot="5400000">
            <a:off x="4660726" y="11798853"/>
            <a:ext cx="0" cy="2171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331C87B8-ABD8-8687-B81E-A86EBA9E5D23}"/>
              </a:ext>
            </a:extLst>
          </p:cNvPr>
          <p:cNvCxnSpPr>
            <a:cxnSpLocks/>
          </p:cNvCxnSpPr>
          <p:nvPr/>
        </p:nvCxnSpPr>
        <p:spPr>
          <a:xfrm rot="5400000">
            <a:off x="4659882" y="11862880"/>
            <a:ext cx="0" cy="1791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B57F57F-37B3-EC88-3144-E075CA3C7F7A}"/>
              </a:ext>
            </a:extLst>
          </p:cNvPr>
          <p:cNvCxnSpPr>
            <a:cxnSpLocks/>
          </p:cNvCxnSpPr>
          <p:nvPr/>
        </p:nvCxnSpPr>
        <p:spPr>
          <a:xfrm rot="5400000">
            <a:off x="4653879" y="11929088"/>
            <a:ext cx="0" cy="1230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FF091DAC-EA1C-8F9A-EC88-AAFBE36E1A21}"/>
              </a:ext>
            </a:extLst>
          </p:cNvPr>
          <p:cNvSpPr txBox="1"/>
          <p:nvPr/>
        </p:nvSpPr>
        <p:spPr>
          <a:xfrm>
            <a:off x="5007588" y="10364119"/>
            <a:ext cx="958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Nature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2FC5CF5-1B2F-7C06-3CA3-0ECACEB7CA5E}"/>
              </a:ext>
            </a:extLst>
          </p:cNvPr>
          <p:cNvSpPr txBox="1"/>
          <p:nvPr/>
        </p:nvSpPr>
        <p:spPr>
          <a:xfrm>
            <a:off x="5007230" y="11278876"/>
            <a:ext cx="958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0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Gnd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6E7695C-551F-451B-1CF0-66642D71315D}"/>
              </a:ext>
            </a:extLst>
          </p:cNvPr>
          <p:cNvSpPr txBox="1"/>
          <p:nvPr/>
        </p:nvSpPr>
        <p:spPr>
          <a:xfrm>
            <a:off x="2506689" y="893710"/>
            <a:ext cx="23812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( 3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FBF1465-64C3-FE05-6E5D-4039D5363C66}"/>
              </a:ext>
            </a:extLst>
          </p:cNvPr>
          <p:cNvCxnSpPr>
            <a:cxnSpLocks/>
          </p:cNvCxnSpPr>
          <p:nvPr/>
        </p:nvCxnSpPr>
        <p:spPr>
          <a:xfrm rot="5400000">
            <a:off x="2546247" y="1894511"/>
            <a:ext cx="0" cy="18091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43C32F7-CCE7-471D-0B0D-27E20802EC1F}"/>
              </a:ext>
            </a:extLst>
          </p:cNvPr>
          <p:cNvCxnSpPr>
            <a:cxnSpLocks/>
          </p:cNvCxnSpPr>
          <p:nvPr/>
        </p:nvCxnSpPr>
        <p:spPr>
          <a:xfrm rot="5400000" flipH="1">
            <a:off x="3073127" y="2690548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>
            <a:extLst>
              <a:ext uri="{FF2B5EF4-FFF2-40B4-BE49-F238E27FC236}">
                <a16:creationId xmlns:a16="http://schemas.microsoft.com/office/drawing/2014/main" id="{68FAC42C-D582-3152-06BE-C76772C065F7}"/>
              </a:ext>
            </a:extLst>
          </p:cNvPr>
          <p:cNvSpPr/>
          <p:nvPr/>
        </p:nvSpPr>
        <p:spPr>
          <a:xfrm>
            <a:off x="1596980" y="3493550"/>
            <a:ext cx="89418" cy="9507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7E10849A-3DF5-FAF4-9226-3683D5373074}"/>
              </a:ext>
            </a:extLst>
          </p:cNvPr>
          <p:cNvCxnSpPr>
            <a:cxnSpLocks/>
          </p:cNvCxnSpPr>
          <p:nvPr/>
        </p:nvCxnSpPr>
        <p:spPr>
          <a:xfrm rot="5400000">
            <a:off x="1414543" y="3019258"/>
            <a:ext cx="447333" cy="6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>
            <a:extLst>
              <a:ext uri="{FF2B5EF4-FFF2-40B4-BE49-F238E27FC236}">
                <a16:creationId xmlns:a16="http://schemas.microsoft.com/office/drawing/2014/main" id="{768F6314-E44B-49A2-90EF-F8C5F291F434}"/>
              </a:ext>
            </a:extLst>
          </p:cNvPr>
          <p:cNvSpPr/>
          <p:nvPr/>
        </p:nvSpPr>
        <p:spPr>
          <a:xfrm rot="21334159">
            <a:off x="1593191" y="3246502"/>
            <a:ext cx="89418" cy="9507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346BDC16-BC4F-F24F-B62D-5A853F23853C}"/>
              </a:ext>
            </a:extLst>
          </p:cNvPr>
          <p:cNvCxnSpPr>
            <a:cxnSpLocks/>
          </p:cNvCxnSpPr>
          <p:nvPr/>
        </p:nvCxnSpPr>
        <p:spPr>
          <a:xfrm rot="5400000">
            <a:off x="1444688" y="3739663"/>
            <a:ext cx="389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弧形 51">
            <a:extLst>
              <a:ext uri="{FF2B5EF4-FFF2-40B4-BE49-F238E27FC236}">
                <a16:creationId xmlns:a16="http://schemas.microsoft.com/office/drawing/2014/main" id="{AF9A0A5F-95B7-6390-83AF-D5425B8A63B7}"/>
              </a:ext>
            </a:extLst>
          </p:cNvPr>
          <p:cNvSpPr/>
          <p:nvPr/>
        </p:nvSpPr>
        <p:spPr>
          <a:xfrm rot="10800000">
            <a:off x="1478005" y="3282306"/>
            <a:ext cx="259359" cy="241545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F04C2789-D615-C63B-5D82-AB5A0DF365B6}"/>
              </a:ext>
            </a:extLst>
          </p:cNvPr>
          <p:cNvCxnSpPr/>
          <p:nvPr/>
        </p:nvCxnSpPr>
        <p:spPr>
          <a:xfrm flipH="1">
            <a:off x="1560229" y="2945396"/>
            <a:ext cx="162578" cy="1997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8" name="橢圓 1347">
            <a:extLst>
              <a:ext uri="{FF2B5EF4-FFF2-40B4-BE49-F238E27FC236}">
                <a16:creationId xmlns:a16="http://schemas.microsoft.com/office/drawing/2014/main" id="{D18AC2BB-8511-9DD8-B250-17F853131E2F}"/>
              </a:ext>
            </a:extLst>
          </p:cNvPr>
          <p:cNvSpPr/>
          <p:nvPr/>
        </p:nvSpPr>
        <p:spPr>
          <a:xfrm>
            <a:off x="2813989" y="3519258"/>
            <a:ext cx="89418" cy="9507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9" name="直線接點 1348">
            <a:extLst>
              <a:ext uri="{FF2B5EF4-FFF2-40B4-BE49-F238E27FC236}">
                <a16:creationId xmlns:a16="http://schemas.microsoft.com/office/drawing/2014/main" id="{B0EECB73-648F-310B-71EC-36A85EC0D95A}"/>
              </a:ext>
            </a:extLst>
          </p:cNvPr>
          <p:cNvCxnSpPr>
            <a:cxnSpLocks/>
          </p:cNvCxnSpPr>
          <p:nvPr/>
        </p:nvCxnSpPr>
        <p:spPr>
          <a:xfrm rot="5400000">
            <a:off x="2617632" y="3033179"/>
            <a:ext cx="473040" cy="48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0" name="橢圓 1349">
            <a:extLst>
              <a:ext uri="{FF2B5EF4-FFF2-40B4-BE49-F238E27FC236}">
                <a16:creationId xmlns:a16="http://schemas.microsoft.com/office/drawing/2014/main" id="{A0EC5A50-921B-822B-EF30-FD8D50C282E8}"/>
              </a:ext>
            </a:extLst>
          </p:cNvPr>
          <p:cNvSpPr/>
          <p:nvPr/>
        </p:nvSpPr>
        <p:spPr>
          <a:xfrm rot="21334159">
            <a:off x="2810200" y="3272211"/>
            <a:ext cx="89418" cy="9507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1" name="直線接點 1350">
            <a:extLst>
              <a:ext uri="{FF2B5EF4-FFF2-40B4-BE49-F238E27FC236}">
                <a16:creationId xmlns:a16="http://schemas.microsoft.com/office/drawing/2014/main" id="{DDEE6451-AAB0-8DEF-B425-44D2A21B12F5}"/>
              </a:ext>
            </a:extLst>
          </p:cNvPr>
          <p:cNvCxnSpPr>
            <a:cxnSpLocks/>
          </p:cNvCxnSpPr>
          <p:nvPr/>
        </p:nvCxnSpPr>
        <p:spPr>
          <a:xfrm rot="5400000">
            <a:off x="2661696" y="3765370"/>
            <a:ext cx="3897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弧形 1351">
            <a:extLst>
              <a:ext uri="{FF2B5EF4-FFF2-40B4-BE49-F238E27FC236}">
                <a16:creationId xmlns:a16="http://schemas.microsoft.com/office/drawing/2014/main" id="{2FAA42EE-3394-426A-C70A-BE52FD012D74}"/>
              </a:ext>
            </a:extLst>
          </p:cNvPr>
          <p:cNvSpPr/>
          <p:nvPr/>
        </p:nvSpPr>
        <p:spPr>
          <a:xfrm rot="10800000">
            <a:off x="2695015" y="3308013"/>
            <a:ext cx="259359" cy="241545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4" name="直線接點 1353">
            <a:extLst>
              <a:ext uri="{FF2B5EF4-FFF2-40B4-BE49-F238E27FC236}">
                <a16:creationId xmlns:a16="http://schemas.microsoft.com/office/drawing/2014/main" id="{10C62C1D-98B5-2368-B61B-A483B78E67D1}"/>
              </a:ext>
            </a:extLst>
          </p:cNvPr>
          <p:cNvCxnSpPr/>
          <p:nvPr/>
        </p:nvCxnSpPr>
        <p:spPr>
          <a:xfrm flipH="1">
            <a:off x="2766528" y="2960210"/>
            <a:ext cx="162578" cy="1997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7" name="文字方塊 1556">
            <a:extLst>
              <a:ext uri="{FF2B5EF4-FFF2-40B4-BE49-F238E27FC236}">
                <a16:creationId xmlns:a16="http://schemas.microsoft.com/office/drawing/2014/main" id="{FF69F326-A6F2-BE14-4F97-78F80CF65252}"/>
              </a:ext>
            </a:extLst>
          </p:cNvPr>
          <p:cNvSpPr txBox="1"/>
          <p:nvPr/>
        </p:nvSpPr>
        <p:spPr>
          <a:xfrm>
            <a:off x="2044853" y="3203850"/>
            <a:ext cx="1076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58" name="文字方塊 1557">
            <a:extLst>
              <a:ext uri="{FF2B5EF4-FFF2-40B4-BE49-F238E27FC236}">
                <a16:creationId xmlns:a16="http://schemas.microsoft.com/office/drawing/2014/main" id="{2F7AE1BD-D2D9-5511-9246-BFAD5D6AF2E0}"/>
              </a:ext>
            </a:extLst>
          </p:cNvPr>
          <p:cNvSpPr txBox="1"/>
          <p:nvPr/>
        </p:nvSpPr>
        <p:spPr>
          <a:xfrm>
            <a:off x="801687" y="3153483"/>
            <a:ext cx="795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54" name="橢圓 1653">
            <a:extLst>
              <a:ext uri="{FF2B5EF4-FFF2-40B4-BE49-F238E27FC236}">
                <a16:creationId xmlns:a16="http://schemas.microsoft.com/office/drawing/2014/main" id="{975B328C-4247-AD00-8168-163F5FDB46B9}"/>
              </a:ext>
            </a:extLst>
          </p:cNvPr>
          <p:cNvSpPr/>
          <p:nvPr/>
        </p:nvSpPr>
        <p:spPr>
          <a:xfrm rot="5400000">
            <a:off x="2257666" y="4540377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55" name="直線接點 1654">
            <a:extLst>
              <a:ext uri="{FF2B5EF4-FFF2-40B4-BE49-F238E27FC236}">
                <a16:creationId xmlns:a16="http://schemas.microsoft.com/office/drawing/2014/main" id="{B89AD945-3C48-E2D0-0DB8-12BC01356AA3}"/>
              </a:ext>
            </a:extLst>
          </p:cNvPr>
          <p:cNvCxnSpPr>
            <a:cxnSpLocks/>
          </p:cNvCxnSpPr>
          <p:nvPr/>
        </p:nvCxnSpPr>
        <p:spPr>
          <a:xfrm rot="5400000">
            <a:off x="3064547" y="4121971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6" name="橢圓 1655">
            <a:extLst>
              <a:ext uri="{FF2B5EF4-FFF2-40B4-BE49-F238E27FC236}">
                <a16:creationId xmlns:a16="http://schemas.microsoft.com/office/drawing/2014/main" id="{BDBF04BF-8ED1-7D38-2CC9-EAA48C555A6E}"/>
              </a:ext>
            </a:extLst>
          </p:cNvPr>
          <p:cNvSpPr/>
          <p:nvPr/>
        </p:nvSpPr>
        <p:spPr>
          <a:xfrm rot="5134159">
            <a:off x="2500575" y="4536523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57" name="直線接點 1656">
            <a:extLst>
              <a:ext uri="{FF2B5EF4-FFF2-40B4-BE49-F238E27FC236}">
                <a16:creationId xmlns:a16="http://schemas.microsoft.com/office/drawing/2014/main" id="{C7C0CB6E-C0DD-3EEF-FAF1-1874F924EC05}"/>
              </a:ext>
            </a:extLst>
          </p:cNvPr>
          <p:cNvCxnSpPr>
            <a:cxnSpLocks/>
          </p:cNvCxnSpPr>
          <p:nvPr/>
        </p:nvCxnSpPr>
        <p:spPr>
          <a:xfrm rot="5400000">
            <a:off x="1884029" y="4207539"/>
            <a:ext cx="4338" cy="7591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8" name="弧形 1657">
            <a:extLst>
              <a:ext uri="{FF2B5EF4-FFF2-40B4-BE49-F238E27FC236}">
                <a16:creationId xmlns:a16="http://schemas.microsoft.com/office/drawing/2014/main" id="{82145058-8C93-585B-D081-9EF24E818E80}"/>
              </a:ext>
            </a:extLst>
          </p:cNvPr>
          <p:cNvSpPr/>
          <p:nvPr/>
        </p:nvSpPr>
        <p:spPr>
          <a:xfrm rot="16200000">
            <a:off x="2304930" y="4436840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60" name="直線接點 1659">
            <a:extLst>
              <a:ext uri="{FF2B5EF4-FFF2-40B4-BE49-F238E27FC236}">
                <a16:creationId xmlns:a16="http://schemas.microsoft.com/office/drawing/2014/main" id="{86CFEF89-F99B-F2AE-D5DD-AD58DDF1DE64}"/>
              </a:ext>
            </a:extLst>
          </p:cNvPr>
          <p:cNvCxnSpPr/>
          <p:nvPr/>
        </p:nvCxnSpPr>
        <p:spPr>
          <a:xfrm rot="5400000" flipH="1">
            <a:off x="2932909" y="4469238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1" name="橢圓 1660">
            <a:extLst>
              <a:ext uri="{FF2B5EF4-FFF2-40B4-BE49-F238E27FC236}">
                <a16:creationId xmlns:a16="http://schemas.microsoft.com/office/drawing/2014/main" id="{6E38F2A3-1FF3-90D5-C064-E98513A48D88}"/>
              </a:ext>
            </a:extLst>
          </p:cNvPr>
          <p:cNvSpPr/>
          <p:nvPr/>
        </p:nvSpPr>
        <p:spPr>
          <a:xfrm rot="5400000">
            <a:off x="2260190" y="5199925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62" name="直線接點 1661">
            <a:extLst>
              <a:ext uri="{FF2B5EF4-FFF2-40B4-BE49-F238E27FC236}">
                <a16:creationId xmlns:a16="http://schemas.microsoft.com/office/drawing/2014/main" id="{C5460D2B-DF93-1773-4CA6-8167D282C4EA}"/>
              </a:ext>
            </a:extLst>
          </p:cNvPr>
          <p:cNvCxnSpPr>
            <a:cxnSpLocks/>
          </p:cNvCxnSpPr>
          <p:nvPr/>
        </p:nvCxnSpPr>
        <p:spPr>
          <a:xfrm rot="5400000">
            <a:off x="3051203" y="4781518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3" name="橢圓 1662">
            <a:extLst>
              <a:ext uri="{FF2B5EF4-FFF2-40B4-BE49-F238E27FC236}">
                <a16:creationId xmlns:a16="http://schemas.microsoft.com/office/drawing/2014/main" id="{BD056837-E279-EE4E-5D79-0612BFD9BE4A}"/>
              </a:ext>
            </a:extLst>
          </p:cNvPr>
          <p:cNvSpPr/>
          <p:nvPr/>
        </p:nvSpPr>
        <p:spPr>
          <a:xfrm rot="5134159">
            <a:off x="2503099" y="5196070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64" name="直線接點 1663">
            <a:extLst>
              <a:ext uri="{FF2B5EF4-FFF2-40B4-BE49-F238E27FC236}">
                <a16:creationId xmlns:a16="http://schemas.microsoft.com/office/drawing/2014/main" id="{9C0644EA-8E3F-CCC2-F3DC-B247536CC024}"/>
              </a:ext>
            </a:extLst>
          </p:cNvPr>
          <p:cNvCxnSpPr>
            <a:cxnSpLocks/>
          </p:cNvCxnSpPr>
          <p:nvPr/>
        </p:nvCxnSpPr>
        <p:spPr>
          <a:xfrm rot="5400000">
            <a:off x="1886554" y="4867087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5" name="弧形 1664">
            <a:extLst>
              <a:ext uri="{FF2B5EF4-FFF2-40B4-BE49-F238E27FC236}">
                <a16:creationId xmlns:a16="http://schemas.microsoft.com/office/drawing/2014/main" id="{FDC1F012-6B9C-6C64-20EB-5B76F48D0D3D}"/>
              </a:ext>
            </a:extLst>
          </p:cNvPr>
          <p:cNvSpPr/>
          <p:nvPr/>
        </p:nvSpPr>
        <p:spPr>
          <a:xfrm rot="16200000">
            <a:off x="2309475" y="5104770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67" name="直線接點 1666">
            <a:extLst>
              <a:ext uri="{FF2B5EF4-FFF2-40B4-BE49-F238E27FC236}">
                <a16:creationId xmlns:a16="http://schemas.microsoft.com/office/drawing/2014/main" id="{0E45DE32-CC0A-045B-7321-C07FD01B0E65}"/>
              </a:ext>
            </a:extLst>
          </p:cNvPr>
          <p:cNvCxnSpPr/>
          <p:nvPr/>
        </p:nvCxnSpPr>
        <p:spPr>
          <a:xfrm rot="5400000" flipH="1">
            <a:off x="2935435" y="5128786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9" name="橢圓 1668">
            <a:extLst>
              <a:ext uri="{FF2B5EF4-FFF2-40B4-BE49-F238E27FC236}">
                <a16:creationId xmlns:a16="http://schemas.microsoft.com/office/drawing/2014/main" id="{7EBB402F-D8C8-4612-693A-6AD28DA4FCCC}"/>
              </a:ext>
            </a:extLst>
          </p:cNvPr>
          <p:cNvSpPr/>
          <p:nvPr/>
        </p:nvSpPr>
        <p:spPr>
          <a:xfrm rot="5400000">
            <a:off x="2260190" y="5898636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70" name="直線接點 1669">
            <a:extLst>
              <a:ext uri="{FF2B5EF4-FFF2-40B4-BE49-F238E27FC236}">
                <a16:creationId xmlns:a16="http://schemas.microsoft.com/office/drawing/2014/main" id="{F6B4303E-E2D6-A7C5-6C87-CC16D30A8602}"/>
              </a:ext>
            </a:extLst>
          </p:cNvPr>
          <p:cNvCxnSpPr>
            <a:cxnSpLocks/>
          </p:cNvCxnSpPr>
          <p:nvPr/>
        </p:nvCxnSpPr>
        <p:spPr>
          <a:xfrm rot="5400000">
            <a:off x="3051203" y="5480232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1" name="橢圓 1670">
            <a:extLst>
              <a:ext uri="{FF2B5EF4-FFF2-40B4-BE49-F238E27FC236}">
                <a16:creationId xmlns:a16="http://schemas.microsoft.com/office/drawing/2014/main" id="{C6E3D202-C03D-6654-EC2B-FFC6E8A48ED2}"/>
              </a:ext>
            </a:extLst>
          </p:cNvPr>
          <p:cNvSpPr/>
          <p:nvPr/>
        </p:nvSpPr>
        <p:spPr>
          <a:xfrm rot="5134159">
            <a:off x="2503099" y="5894784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72" name="直線接點 1671">
            <a:extLst>
              <a:ext uri="{FF2B5EF4-FFF2-40B4-BE49-F238E27FC236}">
                <a16:creationId xmlns:a16="http://schemas.microsoft.com/office/drawing/2014/main" id="{7A0D599B-B475-DDFA-2B6A-21990687FB19}"/>
              </a:ext>
            </a:extLst>
          </p:cNvPr>
          <p:cNvCxnSpPr>
            <a:cxnSpLocks/>
          </p:cNvCxnSpPr>
          <p:nvPr/>
        </p:nvCxnSpPr>
        <p:spPr>
          <a:xfrm rot="5400000">
            <a:off x="1886554" y="5565798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3" name="弧形 1672">
            <a:extLst>
              <a:ext uri="{FF2B5EF4-FFF2-40B4-BE49-F238E27FC236}">
                <a16:creationId xmlns:a16="http://schemas.microsoft.com/office/drawing/2014/main" id="{8B672738-1B73-989A-E6CF-88F2AAAC186E}"/>
              </a:ext>
            </a:extLst>
          </p:cNvPr>
          <p:cNvSpPr/>
          <p:nvPr/>
        </p:nvSpPr>
        <p:spPr>
          <a:xfrm rot="16200000">
            <a:off x="2309475" y="5783984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75" name="直線接點 1674">
            <a:extLst>
              <a:ext uri="{FF2B5EF4-FFF2-40B4-BE49-F238E27FC236}">
                <a16:creationId xmlns:a16="http://schemas.microsoft.com/office/drawing/2014/main" id="{8F735441-A4B4-71AB-A76A-C71A8AB8DBDA}"/>
              </a:ext>
            </a:extLst>
          </p:cNvPr>
          <p:cNvCxnSpPr/>
          <p:nvPr/>
        </p:nvCxnSpPr>
        <p:spPr>
          <a:xfrm rot="5400000" flipH="1">
            <a:off x="2935435" y="5827498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7" name="橢圓 1676">
            <a:extLst>
              <a:ext uri="{FF2B5EF4-FFF2-40B4-BE49-F238E27FC236}">
                <a16:creationId xmlns:a16="http://schemas.microsoft.com/office/drawing/2014/main" id="{3E2208C3-C6D4-F4CA-AA64-56D78963BC4E}"/>
              </a:ext>
            </a:extLst>
          </p:cNvPr>
          <p:cNvSpPr/>
          <p:nvPr/>
        </p:nvSpPr>
        <p:spPr>
          <a:xfrm rot="5400000">
            <a:off x="2264951" y="6659264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78" name="直線接點 1677">
            <a:extLst>
              <a:ext uri="{FF2B5EF4-FFF2-40B4-BE49-F238E27FC236}">
                <a16:creationId xmlns:a16="http://schemas.microsoft.com/office/drawing/2014/main" id="{38066005-5185-8B3C-8AAD-00ABF14B04EB}"/>
              </a:ext>
            </a:extLst>
          </p:cNvPr>
          <p:cNvCxnSpPr>
            <a:cxnSpLocks/>
          </p:cNvCxnSpPr>
          <p:nvPr/>
        </p:nvCxnSpPr>
        <p:spPr>
          <a:xfrm rot="5400000">
            <a:off x="3055964" y="6208175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9" name="橢圓 1678">
            <a:extLst>
              <a:ext uri="{FF2B5EF4-FFF2-40B4-BE49-F238E27FC236}">
                <a16:creationId xmlns:a16="http://schemas.microsoft.com/office/drawing/2014/main" id="{E8499D6D-CB06-1A61-C2D5-8F24EEFBC95A}"/>
              </a:ext>
            </a:extLst>
          </p:cNvPr>
          <p:cNvSpPr/>
          <p:nvPr/>
        </p:nvSpPr>
        <p:spPr>
          <a:xfrm rot="5134159">
            <a:off x="2507861" y="6655409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80" name="直線接點 1679">
            <a:extLst>
              <a:ext uri="{FF2B5EF4-FFF2-40B4-BE49-F238E27FC236}">
                <a16:creationId xmlns:a16="http://schemas.microsoft.com/office/drawing/2014/main" id="{FAD02E49-457C-1098-D682-F8EC894E1C49}"/>
              </a:ext>
            </a:extLst>
          </p:cNvPr>
          <p:cNvCxnSpPr>
            <a:cxnSpLocks/>
          </p:cNvCxnSpPr>
          <p:nvPr/>
        </p:nvCxnSpPr>
        <p:spPr>
          <a:xfrm rot="5400000">
            <a:off x="1891315" y="6326425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1" name="弧形 1680">
            <a:extLst>
              <a:ext uri="{FF2B5EF4-FFF2-40B4-BE49-F238E27FC236}">
                <a16:creationId xmlns:a16="http://schemas.microsoft.com/office/drawing/2014/main" id="{7F578B3E-BDC3-6097-DE6C-81771A415B27}"/>
              </a:ext>
            </a:extLst>
          </p:cNvPr>
          <p:cNvSpPr/>
          <p:nvPr/>
        </p:nvSpPr>
        <p:spPr>
          <a:xfrm rot="16200000">
            <a:off x="2314236" y="6552679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83" name="直線接點 1682">
            <a:extLst>
              <a:ext uri="{FF2B5EF4-FFF2-40B4-BE49-F238E27FC236}">
                <a16:creationId xmlns:a16="http://schemas.microsoft.com/office/drawing/2014/main" id="{E586B5F3-7A22-7A15-4A94-A11CC37A2270}"/>
              </a:ext>
            </a:extLst>
          </p:cNvPr>
          <p:cNvCxnSpPr/>
          <p:nvPr/>
        </p:nvCxnSpPr>
        <p:spPr>
          <a:xfrm rot="5400000" flipH="1">
            <a:off x="2940195" y="6588125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5" name="橢圓 1684">
            <a:extLst>
              <a:ext uri="{FF2B5EF4-FFF2-40B4-BE49-F238E27FC236}">
                <a16:creationId xmlns:a16="http://schemas.microsoft.com/office/drawing/2014/main" id="{4441F608-48C0-8583-64F8-4CCA612C74E5}"/>
              </a:ext>
            </a:extLst>
          </p:cNvPr>
          <p:cNvSpPr/>
          <p:nvPr/>
        </p:nvSpPr>
        <p:spPr>
          <a:xfrm rot="5400000">
            <a:off x="2274472" y="7351809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86" name="直線接點 1685">
            <a:extLst>
              <a:ext uri="{FF2B5EF4-FFF2-40B4-BE49-F238E27FC236}">
                <a16:creationId xmlns:a16="http://schemas.microsoft.com/office/drawing/2014/main" id="{DB5BE6E6-DD74-4F6E-FC7A-31C1F45E6734}"/>
              </a:ext>
            </a:extLst>
          </p:cNvPr>
          <p:cNvCxnSpPr>
            <a:cxnSpLocks/>
          </p:cNvCxnSpPr>
          <p:nvPr/>
        </p:nvCxnSpPr>
        <p:spPr>
          <a:xfrm rot="5400000">
            <a:off x="3081356" y="6933405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7" name="橢圓 1686">
            <a:extLst>
              <a:ext uri="{FF2B5EF4-FFF2-40B4-BE49-F238E27FC236}">
                <a16:creationId xmlns:a16="http://schemas.microsoft.com/office/drawing/2014/main" id="{9151ACF4-4337-FE77-D9BE-1C2FDB1228C2}"/>
              </a:ext>
            </a:extLst>
          </p:cNvPr>
          <p:cNvSpPr/>
          <p:nvPr/>
        </p:nvSpPr>
        <p:spPr>
          <a:xfrm rot="5134159">
            <a:off x="2517383" y="7347957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88" name="直線接點 1687">
            <a:extLst>
              <a:ext uri="{FF2B5EF4-FFF2-40B4-BE49-F238E27FC236}">
                <a16:creationId xmlns:a16="http://schemas.microsoft.com/office/drawing/2014/main" id="{66F04D67-4251-2AD2-80A6-AD31A237AFA7}"/>
              </a:ext>
            </a:extLst>
          </p:cNvPr>
          <p:cNvCxnSpPr>
            <a:cxnSpLocks/>
          </p:cNvCxnSpPr>
          <p:nvPr/>
        </p:nvCxnSpPr>
        <p:spPr>
          <a:xfrm rot="5400000">
            <a:off x="1900837" y="7018971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9" name="弧形 1688">
            <a:extLst>
              <a:ext uri="{FF2B5EF4-FFF2-40B4-BE49-F238E27FC236}">
                <a16:creationId xmlns:a16="http://schemas.microsoft.com/office/drawing/2014/main" id="{60EFE19F-C6B3-AAE2-EAA7-60F5252309A0}"/>
              </a:ext>
            </a:extLst>
          </p:cNvPr>
          <p:cNvSpPr/>
          <p:nvPr/>
        </p:nvSpPr>
        <p:spPr>
          <a:xfrm rot="16200000">
            <a:off x="2323757" y="7245561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91" name="直線接點 1690">
            <a:extLst>
              <a:ext uri="{FF2B5EF4-FFF2-40B4-BE49-F238E27FC236}">
                <a16:creationId xmlns:a16="http://schemas.microsoft.com/office/drawing/2014/main" id="{35A00E02-E1E7-C258-B354-DDBD70A2C75F}"/>
              </a:ext>
            </a:extLst>
          </p:cNvPr>
          <p:cNvCxnSpPr/>
          <p:nvPr/>
        </p:nvCxnSpPr>
        <p:spPr>
          <a:xfrm rot="5400000" flipH="1">
            <a:off x="2949717" y="7280671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3" name="橢圓 1692">
            <a:extLst>
              <a:ext uri="{FF2B5EF4-FFF2-40B4-BE49-F238E27FC236}">
                <a16:creationId xmlns:a16="http://schemas.microsoft.com/office/drawing/2014/main" id="{31D33420-4091-37BF-9DCB-5F119486F4AE}"/>
              </a:ext>
            </a:extLst>
          </p:cNvPr>
          <p:cNvSpPr/>
          <p:nvPr/>
        </p:nvSpPr>
        <p:spPr>
          <a:xfrm rot="5400000">
            <a:off x="2264951" y="8081743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94" name="直線接點 1693">
            <a:extLst>
              <a:ext uri="{FF2B5EF4-FFF2-40B4-BE49-F238E27FC236}">
                <a16:creationId xmlns:a16="http://schemas.microsoft.com/office/drawing/2014/main" id="{27EFA9E0-6605-4586-DEA4-13BC6DF11BDB}"/>
              </a:ext>
            </a:extLst>
          </p:cNvPr>
          <p:cNvCxnSpPr>
            <a:cxnSpLocks/>
          </p:cNvCxnSpPr>
          <p:nvPr/>
        </p:nvCxnSpPr>
        <p:spPr>
          <a:xfrm rot="5400000">
            <a:off x="3055964" y="7663336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5" name="橢圓 1694">
            <a:extLst>
              <a:ext uri="{FF2B5EF4-FFF2-40B4-BE49-F238E27FC236}">
                <a16:creationId xmlns:a16="http://schemas.microsoft.com/office/drawing/2014/main" id="{2B070ECE-9CC7-6972-3765-757EC537B233}"/>
              </a:ext>
            </a:extLst>
          </p:cNvPr>
          <p:cNvSpPr/>
          <p:nvPr/>
        </p:nvSpPr>
        <p:spPr>
          <a:xfrm rot="5134159">
            <a:off x="2507861" y="8077889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96" name="直線接點 1695">
            <a:extLst>
              <a:ext uri="{FF2B5EF4-FFF2-40B4-BE49-F238E27FC236}">
                <a16:creationId xmlns:a16="http://schemas.microsoft.com/office/drawing/2014/main" id="{DC8C7E50-3845-297C-F08F-992F11E9DD47}"/>
              </a:ext>
            </a:extLst>
          </p:cNvPr>
          <p:cNvCxnSpPr>
            <a:cxnSpLocks/>
          </p:cNvCxnSpPr>
          <p:nvPr/>
        </p:nvCxnSpPr>
        <p:spPr>
          <a:xfrm rot="5400000">
            <a:off x="1891315" y="7748905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7" name="弧形 1696">
            <a:extLst>
              <a:ext uri="{FF2B5EF4-FFF2-40B4-BE49-F238E27FC236}">
                <a16:creationId xmlns:a16="http://schemas.microsoft.com/office/drawing/2014/main" id="{AD2A0410-0811-FCD0-56C1-DB2E28E527A4}"/>
              </a:ext>
            </a:extLst>
          </p:cNvPr>
          <p:cNvSpPr/>
          <p:nvPr/>
        </p:nvSpPr>
        <p:spPr>
          <a:xfrm rot="16200000">
            <a:off x="2314236" y="7975158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99" name="直線接點 1698">
            <a:extLst>
              <a:ext uri="{FF2B5EF4-FFF2-40B4-BE49-F238E27FC236}">
                <a16:creationId xmlns:a16="http://schemas.microsoft.com/office/drawing/2014/main" id="{08723EC6-76DB-3FDF-66F4-FEFDB4F6994D}"/>
              </a:ext>
            </a:extLst>
          </p:cNvPr>
          <p:cNvCxnSpPr/>
          <p:nvPr/>
        </p:nvCxnSpPr>
        <p:spPr>
          <a:xfrm rot="5400000" flipH="1">
            <a:off x="2940195" y="8010604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1" name="橢圓 1700">
            <a:extLst>
              <a:ext uri="{FF2B5EF4-FFF2-40B4-BE49-F238E27FC236}">
                <a16:creationId xmlns:a16="http://schemas.microsoft.com/office/drawing/2014/main" id="{7AC9F812-2A35-AA34-F9F1-547287A7B550}"/>
              </a:ext>
            </a:extLst>
          </p:cNvPr>
          <p:cNvSpPr/>
          <p:nvPr/>
        </p:nvSpPr>
        <p:spPr>
          <a:xfrm rot="5400000">
            <a:off x="2264951" y="8775020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02" name="直線接點 1701">
            <a:extLst>
              <a:ext uri="{FF2B5EF4-FFF2-40B4-BE49-F238E27FC236}">
                <a16:creationId xmlns:a16="http://schemas.microsoft.com/office/drawing/2014/main" id="{4B03F3C3-86DA-BD6C-302E-CF097C2EB304}"/>
              </a:ext>
            </a:extLst>
          </p:cNvPr>
          <p:cNvCxnSpPr>
            <a:cxnSpLocks/>
          </p:cNvCxnSpPr>
          <p:nvPr/>
        </p:nvCxnSpPr>
        <p:spPr>
          <a:xfrm rot="5400000">
            <a:off x="3055964" y="8356616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3" name="橢圓 1702">
            <a:extLst>
              <a:ext uri="{FF2B5EF4-FFF2-40B4-BE49-F238E27FC236}">
                <a16:creationId xmlns:a16="http://schemas.microsoft.com/office/drawing/2014/main" id="{EC286F38-B4AF-9D47-F671-0CC008CAB1F8}"/>
              </a:ext>
            </a:extLst>
          </p:cNvPr>
          <p:cNvSpPr/>
          <p:nvPr/>
        </p:nvSpPr>
        <p:spPr>
          <a:xfrm rot="5134159">
            <a:off x="2507861" y="8771168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04" name="直線接點 1703">
            <a:extLst>
              <a:ext uri="{FF2B5EF4-FFF2-40B4-BE49-F238E27FC236}">
                <a16:creationId xmlns:a16="http://schemas.microsoft.com/office/drawing/2014/main" id="{14E4C5CB-A65A-40CD-58BE-B8BFF7AB8044}"/>
              </a:ext>
            </a:extLst>
          </p:cNvPr>
          <p:cNvCxnSpPr>
            <a:cxnSpLocks/>
          </p:cNvCxnSpPr>
          <p:nvPr/>
        </p:nvCxnSpPr>
        <p:spPr>
          <a:xfrm rot="5400000">
            <a:off x="1891315" y="8442182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5" name="弧形 1704">
            <a:extLst>
              <a:ext uri="{FF2B5EF4-FFF2-40B4-BE49-F238E27FC236}">
                <a16:creationId xmlns:a16="http://schemas.microsoft.com/office/drawing/2014/main" id="{59455869-F9CA-03FA-8208-07CFDD1A3E46}"/>
              </a:ext>
            </a:extLst>
          </p:cNvPr>
          <p:cNvSpPr/>
          <p:nvPr/>
        </p:nvSpPr>
        <p:spPr>
          <a:xfrm rot="16200000">
            <a:off x="2314236" y="8668435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07" name="直線接點 1706">
            <a:extLst>
              <a:ext uri="{FF2B5EF4-FFF2-40B4-BE49-F238E27FC236}">
                <a16:creationId xmlns:a16="http://schemas.microsoft.com/office/drawing/2014/main" id="{72DF746F-FF84-C503-921C-F173624B2687}"/>
              </a:ext>
            </a:extLst>
          </p:cNvPr>
          <p:cNvCxnSpPr/>
          <p:nvPr/>
        </p:nvCxnSpPr>
        <p:spPr>
          <a:xfrm rot="5400000" flipH="1">
            <a:off x="2940195" y="8703882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9" name="橢圓 1708">
            <a:extLst>
              <a:ext uri="{FF2B5EF4-FFF2-40B4-BE49-F238E27FC236}">
                <a16:creationId xmlns:a16="http://schemas.microsoft.com/office/drawing/2014/main" id="{5E09F616-B666-271D-AC49-56257B224B42}"/>
              </a:ext>
            </a:extLst>
          </p:cNvPr>
          <p:cNvSpPr/>
          <p:nvPr/>
        </p:nvSpPr>
        <p:spPr>
          <a:xfrm rot="5400000">
            <a:off x="2269712" y="9515445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10" name="直線接點 1709">
            <a:extLst>
              <a:ext uri="{FF2B5EF4-FFF2-40B4-BE49-F238E27FC236}">
                <a16:creationId xmlns:a16="http://schemas.microsoft.com/office/drawing/2014/main" id="{06E4B363-126C-0667-3D18-52EC5CF983A7}"/>
              </a:ext>
            </a:extLst>
          </p:cNvPr>
          <p:cNvCxnSpPr>
            <a:cxnSpLocks/>
          </p:cNvCxnSpPr>
          <p:nvPr/>
        </p:nvCxnSpPr>
        <p:spPr>
          <a:xfrm rot="5400000">
            <a:off x="3060725" y="9053463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1" name="橢圓 1710">
            <a:extLst>
              <a:ext uri="{FF2B5EF4-FFF2-40B4-BE49-F238E27FC236}">
                <a16:creationId xmlns:a16="http://schemas.microsoft.com/office/drawing/2014/main" id="{7B6E89E4-67BA-6154-0C38-462DEF08A04B}"/>
              </a:ext>
            </a:extLst>
          </p:cNvPr>
          <p:cNvSpPr/>
          <p:nvPr/>
        </p:nvSpPr>
        <p:spPr>
          <a:xfrm rot="5134159">
            <a:off x="2512622" y="9511590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12" name="直線接點 1711">
            <a:extLst>
              <a:ext uri="{FF2B5EF4-FFF2-40B4-BE49-F238E27FC236}">
                <a16:creationId xmlns:a16="http://schemas.microsoft.com/office/drawing/2014/main" id="{AFA6D9E7-B0A3-6E8B-11DB-02D8E24285EA}"/>
              </a:ext>
            </a:extLst>
          </p:cNvPr>
          <p:cNvCxnSpPr>
            <a:cxnSpLocks/>
          </p:cNvCxnSpPr>
          <p:nvPr/>
        </p:nvCxnSpPr>
        <p:spPr>
          <a:xfrm rot="5400000">
            <a:off x="1896075" y="9182607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3" name="弧形 1712">
            <a:extLst>
              <a:ext uri="{FF2B5EF4-FFF2-40B4-BE49-F238E27FC236}">
                <a16:creationId xmlns:a16="http://schemas.microsoft.com/office/drawing/2014/main" id="{A189C151-865C-0B98-734F-8B97C4F1B42B}"/>
              </a:ext>
            </a:extLst>
          </p:cNvPr>
          <p:cNvSpPr/>
          <p:nvPr/>
        </p:nvSpPr>
        <p:spPr>
          <a:xfrm rot="16200000">
            <a:off x="2318998" y="9420464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15" name="直線接點 1714">
            <a:extLst>
              <a:ext uri="{FF2B5EF4-FFF2-40B4-BE49-F238E27FC236}">
                <a16:creationId xmlns:a16="http://schemas.microsoft.com/office/drawing/2014/main" id="{0A975F7A-48FE-74DA-8278-47FA76545403}"/>
              </a:ext>
            </a:extLst>
          </p:cNvPr>
          <p:cNvCxnSpPr/>
          <p:nvPr/>
        </p:nvCxnSpPr>
        <p:spPr>
          <a:xfrm rot="5400000" flipH="1">
            <a:off x="2944956" y="9464574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7" name="橢圓 1716">
            <a:extLst>
              <a:ext uri="{FF2B5EF4-FFF2-40B4-BE49-F238E27FC236}">
                <a16:creationId xmlns:a16="http://schemas.microsoft.com/office/drawing/2014/main" id="{39F58478-24E1-B266-F84D-A84310281D54}"/>
              </a:ext>
            </a:extLst>
          </p:cNvPr>
          <p:cNvSpPr/>
          <p:nvPr/>
        </p:nvSpPr>
        <p:spPr>
          <a:xfrm rot="5400000">
            <a:off x="2279234" y="10153958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18" name="直線接點 1717">
            <a:extLst>
              <a:ext uri="{FF2B5EF4-FFF2-40B4-BE49-F238E27FC236}">
                <a16:creationId xmlns:a16="http://schemas.microsoft.com/office/drawing/2014/main" id="{633A728B-04FA-815F-2735-B0196BB8501C}"/>
              </a:ext>
            </a:extLst>
          </p:cNvPr>
          <p:cNvCxnSpPr>
            <a:cxnSpLocks/>
          </p:cNvCxnSpPr>
          <p:nvPr/>
        </p:nvCxnSpPr>
        <p:spPr>
          <a:xfrm rot="5400000">
            <a:off x="3086115" y="9735553"/>
            <a:ext cx="2286" cy="9138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9" name="橢圓 1718">
            <a:extLst>
              <a:ext uri="{FF2B5EF4-FFF2-40B4-BE49-F238E27FC236}">
                <a16:creationId xmlns:a16="http://schemas.microsoft.com/office/drawing/2014/main" id="{31B7CBA9-E749-27A9-6A38-F3A629F09317}"/>
              </a:ext>
            </a:extLst>
          </p:cNvPr>
          <p:cNvSpPr/>
          <p:nvPr/>
        </p:nvSpPr>
        <p:spPr>
          <a:xfrm rot="5134159">
            <a:off x="2522143" y="10150105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20" name="直線接點 1719">
            <a:extLst>
              <a:ext uri="{FF2B5EF4-FFF2-40B4-BE49-F238E27FC236}">
                <a16:creationId xmlns:a16="http://schemas.microsoft.com/office/drawing/2014/main" id="{A9738D12-AFAD-6777-FED0-14CFCD09F72E}"/>
              </a:ext>
            </a:extLst>
          </p:cNvPr>
          <p:cNvCxnSpPr>
            <a:cxnSpLocks/>
          </p:cNvCxnSpPr>
          <p:nvPr/>
        </p:nvCxnSpPr>
        <p:spPr>
          <a:xfrm rot="5400000">
            <a:off x="1905597" y="9821120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1" name="弧形 1720">
            <a:extLst>
              <a:ext uri="{FF2B5EF4-FFF2-40B4-BE49-F238E27FC236}">
                <a16:creationId xmlns:a16="http://schemas.microsoft.com/office/drawing/2014/main" id="{0F2624C8-101E-1993-E01A-368091ED9306}"/>
              </a:ext>
            </a:extLst>
          </p:cNvPr>
          <p:cNvSpPr/>
          <p:nvPr/>
        </p:nvSpPr>
        <p:spPr>
          <a:xfrm rot="16200000">
            <a:off x="2328518" y="10042743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23" name="直線接點 1722">
            <a:extLst>
              <a:ext uri="{FF2B5EF4-FFF2-40B4-BE49-F238E27FC236}">
                <a16:creationId xmlns:a16="http://schemas.microsoft.com/office/drawing/2014/main" id="{04A79452-6945-2112-3AA0-73BB724B2974}"/>
              </a:ext>
            </a:extLst>
          </p:cNvPr>
          <p:cNvCxnSpPr/>
          <p:nvPr/>
        </p:nvCxnSpPr>
        <p:spPr>
          <a:xfrm rot="5400000" flipH="1">
            <a:off x="2954477" y="10082819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4" name="橢圓 1723">
            <a:extLst>
              <a:ext uri="{FF2B5EF4-FFF2-40B4-BE49-F238E27FC236}">
                <a16:creationId xmlns:a16="http://schemas.microsoft.com/office/drawing/2014/main" id="{D21754D0-3D48-294B-52D0-9E72EC33333C}"/>
              </a:ext>
            </a:extLst>
          </p:cNvPr>
          <p:cNvSpPr/>
          <p:nvPr/>
        </p:nvSpPr>
        <p:spPr>
          <a:xfrm rot="5400000">
            <a:off x="4266482" y="4526417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25" name="直線接點 1724">
            <a:extLst>
              <a:ext uri="{FF2B5EF4-FFF2-40B4-BE49-F238E27FC236}">
                <a16:creationId xmlns:a16="http://schemas.microsoft.com/office/drawing/2014/main" id="{C3750F42-7D0D-292F-CDF5-236B6223309F}"/>
              </a:ext>
            </a:extLst>
          </p:cNvPr>
          <p:cNvCxnSpPr>
            <a:cxnSpLocks/>
          </p:cNvCxnSpPr>
          <p:nvPr/>
        </p:nvCxnSpPr>
        <p:spPr>
          <a:xfrm rot="5400000">
            <a:off x="5035621" y="4137544"/>
            <a:ext cx="1833" cy="8379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6" name="橢圓 1725">
            <a:extLst>
              <a:ext uri="{FF2B5EF4-FFF2-40B4-BE49-F238E27FC236}">
                <a16:creationId xmlns:a16="http://schemas.microsoft.com/office/drawing/2014/main" id="{A8179659-A8C1-E336-4450-881BE253D0F4}"/>
              </a:ext>
            </a:extLst>
          </p:cNvPr>
          <p:cNvSpPr/>
          <p:nvPr/>
        </p:nvSpPr>
        <p:spPr>
          <a:xfrm rot="5134159">
            <a:off x="4509391" y="4513899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27" name="直線接點 1726">
            <a:extLst>
              <a:ext uri="{FF2B5EF4-FFF2-40B4-BE49-F238E27FC236}">
                <a16:creationId xmlns:a16="http://schemas.microsoft.com/office/drawing/2014/main" id="{50B2D0AA-C468-829C-84FC-CFFF10CEAAE2}"/>
              </a:ext>
            </a:extLst>
          </p:cNvPr>
          <p:cNvCxnSpPr>
            <a:cxnSpLocks/>
          </p:cNvCxnSpPr>
          <p:nvPr/>
        </p:nvCxnSpPr>
        <p:spPr>
          <a:xfrm rot="5400000">
            <a:off x="3892845" y="4193578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8" name="弧形 1727">
            <a:extLst>
              <a:ext uri="{FF2B5EF4-FFF2-40B4-BE49-F238E27FC236}">
                <a16:creationId xmlns:a16="http://schemas.microsoft.com/office/drawing/2014/main" id="{96515893-DF39-0CB1-69BE-32803525B5A2}"/>
              </a:ext>
            </a:extLst>
          </p:cNvPr>
          <p:cNvSpPr/>
          <p:nvPr/>
        </p:nvSpPr>
        <p:spPr>
          <a:xfrm rot="16200000">
            <a:off x="4291814" y="4416984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30" name="直線接點 1729">
            <a:extLst>
              <a:ext uri="{FF2B5EF4-FFF2-40B4-BE49-F238E27FC236}">
                <a16:creationId xmlns:a16="http://schemas.microsoft.com/office/drawing/2014/main" id="{DDD20AF7-DACC-6A35-7ADA-6C74A7E15F8B}"/>
              </a:ext>
            </a:extLst>
          </p:cNvPr>
          <p:cNvCxnSpPr/>
          <p:nvPr/>
        </p:nvCxnSpPr>
        <p:spPr>
          <a:xfrm rot="5400000" flipH="1">
            <a:off x="3778107" y="4455788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1" name="橢圓 1730">
            <a:extLst>
              <a:ext uri="{FF2B5EF4-FFF2-40B4-BE49-F238E27FC236}">
                <a16:creationId xmlns:a16="http://schemas.microsoft.com/office/drawing/2014/main" id="{66051A4A-6103-569B-C253-DE1CC2540779}"/>
              </a:ext>
            </a:extLst>
          </p:cNvPr>
          <p:cNvSpPr/>
          <p:nvPr/>
        </p:nvSpPr>
        <p:spPr>
          <a:xfrm rot="5400000">
            <a:off x="4269007" y="5208644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32" name="直線接點 1731">
            <a:extLst>
              <a:ext uri="{FF2B5EF4-FFF2-40B4-BE49-F238E27FC236}">
                <a16:creationId xmlns:a16="http://schemas.microsoft.com/office/drawing/2014/main" id="{CE9688B3-00E4-A7CA-AB2B-5E2B4D5B6C47}"/>
              </a:ext>
            </a:extLst>
          </p:cNvPr>
          <p:cNvCxnSpPr>
            <a:cxnSpLocks/>
          </p:cNvCxnSpPr>
          <p:nvPr/>
        </p:nvCxnSpPr>
        <p:spPr>
          <a:xfrm rot="5400000">
            <a:off x="5028950" y="4812590"/>
            <a:ext cx="1830" cy="8512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3" name="橢圓 1732">
            <a:extLst>
              <a:ext uri="{FF2B5EF4-FFF2-40B4-BE49-F238E27FC236}">
                <a16:creationId xmlns:a16="http://schemas.microsoft.com/office/drawing/2014/main" id="{AE4BADB2-2F64-F40C-61C0-83E302545AA9}"/>
              </a:ext>
            </a:extLst>
          </p:cNvPr>
          <p:cNvSpPr/>
          <p:nvPr/>
        </p:nvSpPr>
        <p:spPr>
          <a:xfrm rot="5134159">
            <a:off x="4511917" y="5195617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34" name="直線接點 1733">
            <a:extLst>
              <a:ext uri="{FF2B5EF4-FFF2-40B4-BE49-F238E27FC236}">
                <a16:creationId xmlns:a16="http://schemas.microsoft.com/office/drawing/2014/main" id="{6D5BC788-071C-AD8B-C895-40E0D3D77FDB}"/>
              </a:ext>
            </a:extLst>
          </p:cNvPr>
          <p:cNvCxnSpPr>
            <a:cxnSpLocks/>
          </p:cNvCxnSpPr>
          <p:nvPr/>
        </p:nvCxnSpPr>
        <p:spPr>
          <a:xfrm rot="5400000">
            <a:off x="3895370" y="4862810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5" name="弧形 1734">
            <a:extLst>
              <a:ext uri="{FF2B5EF4-FFF2-40B4-BE49-F238E27FC236}">
                <a16:creationId xmlns:a16="http://schemas.microsoft.com/office/drawing/2014/main" id="{B87A61D3-0959-EA56-0370-B9406CAAACB5}"/>
              </a:ext>
            </a:extLst>
          </p:cNvPr>
          <p:cNvSpPr/>
          <p:nvPr/>
        </p:nvSpPr>
        <p:spPr>
          <a:xfrm rot="16200000">
            <a:off x="4306462" y="5098132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37" name="直線接點 1736">
            <a:extLst>
              <a:ext uri="{FF2B5EF4-FFF2-40B4-BE49-F238E27FC236}">
                <a16:creationId xmlns:a16="http://schemas.microsoft.com/office/drawing/2014/main" id="{065FF3F3-7DF5-C558-5E4B-1F32BE32293F}"/>
              </a:ext>
            </a:extLst>
          </p:cNvPr>
          <p:cNvCxnSpPr/>
          <p:nvPr/>
        </p:nvCxnSpPr>
        <p:spPr>
          <a:xfrm rot="5400000" flipH="1">
            <a:off x="3780633" y="5137505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8" name="橢圓 1737">
            <a:extLst>
              <a:ext uri="{FF2B5EF4-FFF2-40B4-BE49-F238E27FC236}">
                <a16:creationId xmlns:a16="http://schemas.microsoft.com/office/drawing/2014/main" id="{ECCCAD76-D3AB-8449-CD56-876D69361478}"/>
              </a:ext>
            </a:extLst>
          </p:cNvPr>
          <p:cNvSpPr/>
          <p:nvPr/>
        </p:nvSpPr>
        <p:spPr>
          <a:xfrm rot="5400000">
            <a:off x="4269007" y="5891537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739" name="橢圓 1738">
            <a:extLst>
              <a:ext uri="{FF2B5EF4-FFF2-40B4-BE49-F238E27FC236}">
                <a16:creationId xmlns:a16="http://schemas.microsoft.com/office/drawing/2014/main" id="{986F32A5-DA0E-A049-73D3-F5B577058B5D}"/>
              </a:ext>
            </a:extLst>
          </p:cNvPr>
          <p:cNvSpPr/>
          <p:nvPr/>
        </p:nvSpPr>
        <p:spPr>
          <a:xfrm rot="5134159">
            <a:off x="4511917" y="5897308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40" name="直線接點 1739">
            <a:extLst>
              <a:ext uri="{FF2B5EF4-FFF2-40B4-BE49-F238E27FC236}">
                <a16:creationId xmlns:a16="http://schemas.microsoft.com/office/drawing/2014/main" id="{7B212609-5EF2-2DA0-38DA-6C9F7FD0EE1C}"/>
              </a:ext>
            </a:extLst>
          </p:cNvPr>
          <p:cNvCxnSpPr>
            <a:cxnSpLocks/>
          </p:cNvCxnSpPr>
          <p:nvPr/>
        </p:nvCxnSpPr>
        <p:spPr>
          <a:xfrm rot="5400000">
            <a:off x="3895370" y="5552348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" name="弧形 1740">
            <a:extLst>
              <a:ext uri="{FF2B5EF4-FFF2-40B4-BE49-F238E27FC236}">
                <a16:creationId xmlns:a16="http://schemas.microsoft.com/office/drawing/2014/main" id="{3A6C7D9C-D073-A367-B4B6-0DC8496A7F05}"/>
              </a:ext>
            </a:extLst>
          </p:cNvPr>
          <p:cNvSpPr/>
          <p:nvPr/>
        </p:nvSpPr>
        <p:spPr>
          <a:xfrm rot="16200000">
            <a:off x="4304514" y="5791213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 dirty="0"/>
          </a:p>
        </p:txBody>
      </p:sp>
      <p:cxnSp>
        <p:nvCxnSpPr>
          <p:cNvPr id="1743" name="直線接點 1742">
            <a:extLst>
              <a:ext uri="{FF2B5EF4-FFF2-40B4-BE49-F238E27FC236}">
                <a16:creationId xmlns:a16="http://schemas.microsoft.com/office/drawing/2014/main" id="{F3B287F3-578F-4650-486F-7275DB7E966F}"/>
              </a:ext>
            </a:extLst>
          </p:cNvPr>
          <p:cNvCxnSpPr/>
          <p:nvPr/>
        </p:nvCxnSpPr>
        <p:spPr>
          <a:xfrm rot="5400000" flipH="1">
            <a:off x="3780633" y="5823222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5" name="橢圓 1744">
            <a:extLst>
              <a:ext uri="{FF2B5EF4-FFF2-40B4-BE49-F238E27FC236}">
                <a16:creationId xmlns:a16="http://schemas.microsoft.com/office/drawing/2014/main" id="{DD3BED77-C767-1727-DE1C-DBE68F6453A0}"/>
              </a:ext>
            </a:extLst>
          </p:cNvPr>
          <p:cNvSpPr/>
          <p:nvPr/>
        </p:nvSpPr>
        <p:spPr>
          <a:xfrm rot="5400000">
            <a:off x="4273767" y="6620697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46" name="直線接點 1745">
            <a:extLst>
              <a:ext uri="{FF2B5EF4-FFF2-40B4-BE49-F238E27FC236}">
                <a16:creationId xmlns:a16="http://schemas.microsoft.com/office/drawing/2014/main" id="{99E2DD89-FBD9-CA72-8879-FD490C751514}"/>
              </a:ext>
            </a:extLst>
          </p:cNvPr>
          <p:cNvCxnSpPr>
            <a:cxnSpLocks/>
            <a:endCxn id="1747" idx="7"/>
          </p:cNvCxnSpPr>
          <p:nvPr/>
        </p:nvCxnSpPr>
        <p:spPr>
          <a:xfrm rot="5400000">
            <a:off x="5015533" y="6265925"/>
            <a:ext cx="44" cy="8359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7" name="橢圓 1746">
            <a:extLst>
              <a:ext uri="{FF2B5EF4-FFF2-40B4-BE49-F238E27FC236}">
                <a16:creationId xmlns:a16="http://schemas.microsoft.com/office/drawing/2014/main" id="{ABC03866-51F1-F3C6-2FFC-3EDAA6C6F9A2}"/>
              </a:ext>
            </a:extLst>
          </p:cNvPr>
          <p:cNvSpPr/>
          <p:nvPr/>
        </p:nvSpPr>
        <p:spPr>
          <a:xfrm rot="5134159">
            <a:off x="4516679" y="6607670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48" name="直線接點 1747">
            <a:extLst>
              <a:ext uri="{FF2B5EF4-FFF2-40B4-BE49-F238E27FC236}">
                <a16:creationId xmlns:a16="http://schemas.microsoft.com/office/drawing/2014/main" id="{D4FE04DC-7F46-9E0C-4FB3-5F4DD72BDD75}"/>
              </a:ext>
            </a:extLst>
          </p:cNvPr>
          <p:cNvCxnSpPr>
            <a:cxnSpLocks/>
          </p:cNvCxnSpPr>
          <p:nvPr/>
        </p:nvCxnSpPr>
        <p:spPr>
          <a:xfrm rot="5400000">
            <a:off x="3867856" y="6253836"/>
            <a:ext cx="10158" cy="8178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9" name="弧形 1748">
            <a:extLst>
              <a:ext uri="{FF2B5EF4-FFF2-40B4-BE49-F238E27FC236}">
                <a16:creationId xmlns:a16="http://schemas.microsoft.com/office/drawing/2014/main" id="{46561CE7-E70E-782D-CDF5-3BEF13AE4698}"/>
              </a:ext>
            </a:extLst>
          </p:cNvPr>
          <p:cNvSpPr/>
          <p:nvPr/>
        </p:nvSpPr>
        <p:spPr>
          <a:xfrm rot="16200000">
            <a:off x="4317302" y="6489090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51" name="直線接點 1750">
            <a:extLst>
              <a:ext uri="{FF2B5EF4-FFF2-40B4-BE49-F238E27FC236}">
                <a16:creationId xmlns:a16="http://schemas.microsoft.com/office/drawing/2014/main" id="{7934C58A-8768-E625-7B35-E7DD8636E7E8}"/>
              </a:ext>
            </a:extLst>
          </p:cNvPr>
          <p:cNvCxnSpPr/>
          <p:nvPr/>
        </p:nvCxnSpPr>
        <p:spPr>
          <a:xfrm rot="5400000" flipH="1">
            <a:off x="3785394" y="6527769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3" name="橢圓 1752">
            <a:extLst>
              <a:ext uri="{FF2B5EF4-FFF2-40B4-BE49-F238E27FC236}">
                <a16:creationId xmlns:a16="http://schemas.microsoft.com/office/drawing/2014/main" id="{004C2158-94B3-01B7-388D-069387BBB5EE}"/>
              </a:ext>
            </a:extLst>
          </p:cNvPr>
          <p:cNvSpPr/>
          <p:nvPr/>
        </p:nvSpPr>
        <p:spPr>
          <a:xfrm rot="5400000">
            <a:off x="4283289" y="7338359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54" name="直線接點 1753">
            <a:extLst>
              <a:ext uri="{FF2B5EF4-FFF2-40B4-BE49-F238E27FC236}">
                <a16:creationId xmlns:a16="http://schemas.microsoft.com/office/drawing/2014/main" id="{99D557C8-8345-F1D3-5B4F-F4959E53E7C6}"/>
              </a:ext>
            </a:extLst>
          </p:cNvPr>
          <p:cNvCxnSpPr>
            <a:cxnSpLocks/>
          </p:cNvCxnSpPr>
          <p:nvPr/>
        </p:nvCxnSpPr>
        <p:spPr>
          <a:xfrm rot="5400000">
            <a:off x="5028418" y="6944378"/>
            <a:ext cx="0" cy="8670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5" name="橢圓 1754">
            <a:extLst>
              <a:ext uri="{FF2B5EF4-FFF2-40B4-BE49-F238E27FC236}">
                <a16:creationId xmlns:a16="http://schemas.microsoft.com/office/drawing/2014/main" id="{7098EEBB-9D90-246A-860F-2EF5141489AF}"/>
              </a:ext>
            </a:extLst>
          </p:cNvPr>
          <p:cNvSpPr/>
          <p:nvPr/>
        </p:nvSpPr>
        <p:spPr>
          <a:xfrm rot="5134159">
            <a:off x="4526199" y="7334506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56" name="直線接點 1755">
            <a:extLst>
              <a:ext uri="{FF2B5EF4-FFF2-40B4-BE49-F238E27FC236}">
                <a16:creationId xmlns:a16="http://schemas.microsoft.com/office/drawing/2014/main" id="{1C07AC9B-F9E4-935C-3AB9-F894692F9945}"/>
              </a:ext>
            </a:extLst>
          </p:cNvPr>
          <p:cNvCxnSpPr>
            <a:cxnSpLocks/>
          </p:cNvCxnSpPr>
          <p:nvPr/>
        </p:nvCxnSpPr>
        <p:spPr>
          <a:xfrm rot="5400000">
            <a:off x="3909653" y="7005521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7" name="弧形 1756">
            <a:extLst>
              <a:ext uri="{FF2B5EF4-FFF2-40B4-BE49-F238E27FC236}">
                <a16:creationId xmlns:a16="http://schemas.microsoft.com/office/drawing/2014/main" id="{40B6572F-0E06-823F-CF2E-E6A965A109CA}"/>
              </a:ext>
            </a:extLst>
          </p:cNvPr>
          <p:cNvSpPr/>
          <p:nvPr/>
        </p:nvSpPr>
        <p:spPr>
          <a:xfrm rot="16200000">
            <a:off x="4326823" y="7206753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59" name="直線接點 1758">
            <a:extLst>
              <a:ext uri="{FF2B5EF4-FFF2-40B4-BE49-F238E27FC236}">
                <a16:creationId xmlns:a16="http://schemas.microsoft.com/office/drawing/2014/main" id="{495B7ABD-ADB2-291F-B027-CF302DC0F30F}"/>
              </a:ext>
            </a:extLst>
          </p:cNvPr>
          <p:cNvCxnSpPr/>
          <p:nvPr/>
        </p:nvCxnSpPr>
        <p:spPr>
          <a:xfrm rot="5400000" flipH="1">
            <a:off x="3794915" y="7276394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1" name="橢圓 1760">
            <a:extLst>
              <a:ext uri="{FF2B5EF4-FFF2-40B4-BE49-F238E27FC236}">
                <a16:creationId xmlns:a16="http://schemas.microsoft.com/office/drawing/2014/main" id="{C152B8E3-6EFB-57B5-09C4-0974CBC81320}"/>
              </a:ext>
            </a:extLst>
          </p:cNvPr>
          <p:cNvSpPr/>
          <p:nvPr/>
        </p:nvSpPr>
        <p:spPr>
          <a:xfrm rot="5400000">
            <a:off x="4273767" y="8068293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62" name="直線接點 1761">
            <a:extLst>
              <a:ext uri="{FF2B5EF4-FFF2-40B4-BE49-F238E27FC236}">
                <a16:creationId xmlns:a16="http://schemas.microsoft.com/office/drawing/2014/main" id="{762E5564-92B4-0B09-849F-032CC91CC92C}"/>
              </a:ext>
            </a:extLst>
          </p:cNvPr>
          <p:cNvCxnSpPr>
            <a:cxnSpLocks/>
          </p:cNvCxnSpPr>
          <p:nvPr/>
        </p:nvCxnSpPr>
        <p:spPr>
          <a:xfrm rot="5400000">
            <a:off x="5005381" y="7630741"/>
            <a:ext cx="18276" cy="9950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3" name="橢圓 1762">
            <a:extLst>
              <a:ext uri="{FF2B5EF4-FFF2-40B4-BE49-F238E27FC236}">
                <a16:creationId xmlns:a16="http://schemas.microsoft.com/office/drawing/2014/main" id="{D67DCDC1-61B8-525E-1824-700520A103E9}"/>
              </a:ext>
            </a:extLst>
          </p:cNvPr>
          <p:cNvSpPr/>
          <p:nvPr/>
        </p:nvSpPr>
        <p:spPr>
          <a:xfrm rot="5134159">
            <a:off x="4516679" y="8073612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64" name="直線接點 1763">
            <a:extLst>
              <a:ext uri="{FF2B5EF4-FFF2-40B4-BE49-F238E27FC236}">
                <a16:creationId xmlns:a16="http://schemas.microsoft.com/office/drawing/2014/main" id="{8735EF03-FAED-8E75-0F4A-ACFEA8CF0906}"/>
              </a:ext>
            </a:extLst>
          </p:cNvPr>
          <p:cNvCxnSpPr>
            <a:cxnSpLocks/>
          </p:cNvCxnSpPr>
          <p:nvPr/>
        </p:nvCxnSpPr>
        <p:spPr>
          <a:xfrm rot="5400000">
            <a:off x="3900132" y="7735454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5" name="弧形 1764">
            <a:extLst>
              <a:ext uri="{FF2B5EF4-FFF2-40B4-BE49-F238E27FC236}">
                <a16:creationId xmlns:a16="http://schemas.microsoft.com/office/drawing/2014/main" id="{1381F455-9F25-5255-AAAF-5AB9855161F2}"/>
              </a:ext>
            </a:extLst>
          </p:cNvPr>
          <p:cNvSpPr/>
          <p:nvPr/>
        </p:nvSpPr>
        <p:spPr>
          <a:xfrm rot="16200000">
            <a:off x="4319830" y="7943040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67" name="直線接點 1766">
            <a:extLst>
              <a:ext uri="{FF2B5EF4-FFF2-40B4-BE49-F238E27FC236}">
                <a16:creationId xmlns:a16="http://schemas.microsoft.com/office/drawing/2014/main" id="{FE75B150-DF00-178E-E9A0-C032433CC97E}"/>
              </a:ext>
            </a:extLst>
          </p:cNvPr>
          <p:cNvCxnSpPr/>
          <p:nvPr/>
        </p:nvCxnSpPr>
        <p:spPr>
          <a:xfrm rot="5400000" flipH="1">
            <a:off x="3785394" y="8015501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9" name="橢圓 1768">
            <a:extLst>
              <a:ext uri="{FF2B5EF4-FFF2-40B4-BE49-F238E27FC236}">
                <a16:creationId xmlns:a16="http://schemas.microsoft.com/office/drawing/2014/main" id="{9A4BE3AA-0B02-230D-7182-2D9AB729D1CD}"/>
              </a:ext>
            </a:extLst>
          </p:cNvPr>
          <p:cNvSpPr/>
          <p:nvPr/>
        </p:nvSpPr>
        <p:spPr>
          <a:xfrm rot="5400000">
            <a:off x="4273767" y="8761570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70" name="直線接點 1769">
            <a:extLst>
              <a:ext uri="{FF2B5EF4-FFF2-40B4-BE49-F238E27FC236}">
                <a16:creationId xmlns:a16="http://schemas.microsoft.com/office/drawing/2014/main" id="{74AFAADA-9849-40B0-222B-C00E00D9C4DE}"/>
              </a:ext>
            </a:extLst>
          </p:cNvPr>
          <p:cNvCxnSpPr>
            <a:cxnSpLocks/>
          </p:cNvCxnSpPr>
          <p:nvPr/>
        </p:nvCxnSpPr>
        <p:spPr>
          <a:xfrm rot="5400000">
            <a:off x="5031025" y="8365149"/>
            <a:ext cx="14055" cy="8581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1" name="橢圓 1770">
            <a:extLst>
              <a:ext uri="{FF2B5EF4-FFF2-40B4-BE49-F238E27FC236}">
                <a16:creationId xmlns:a16="http://schemas.microsoft.com/office/drawing/2014/main" id="{CEC84269-938E-1BB4-8F95-6E3977C88C37}"/>
              </a:ext>
            </a:extLst>
          </p:cNvPr>
          <p:cNvSpPr/>
          <p:nvPr/>
        </p:nvSpPr>
        <p:spPr>
          <a:xfrm rot="5134159">
            <a:off x="4516679" y="8757718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72" name="直線接點 1771">
            <a:extLst>
              <a:ext uri="{FF2B5EF4-FFF2-40B4-BE49-F238E27FC236}">
                <a16:creationId xmlns:a16="http://schemas.microsoft.com/office/drawing/2014/main" id="{FCFBCCBA-2812-937E-CA9C-5CEB9D5314D6}"/>
              </a:ext>
            </a:extLst>
          </p:cNvPr>
          <p:cNvCxnSpPr>
            <a:cxnSpLocks/>
          </p:cNvCxnSpPr>
          <p:nvPr/>
        </p:nvCxnSpPr>
        <p:spPr>
          <a:xfrm rot="5400000">
            <a:off x="3900132" y="8428732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3" name="弧形 1772">
            <a:extLst>
              <a:ext uri="{FF2B5EF4-FFF2-40B4-BE49-F238E27FC236}">
                <a16:creationId xmlns:a16="http://schemas.microsoft.com/office/drawing/2014/main" id="{41A8E63E-AC8A-C2AE-7611-613489D79681}"/>
              </a:ext>
            </a:extLst>
          </p:cNvPr>
          <p:cNvSpPr/>
          <p:nvPr/>
        </p:nvSpPr>
        <p:spPr>
          <a:xfrm rot="16200000">
            <a:off x="4303420" y="8639138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75" name="直線接點 1774">
            <a:extLst>
              <a:ext uri="{FF2B5EF4-FFF2-40B4-BE49-F238E27FC236}">
                <a16:creationId xmlns:a16="http://schemas.microsoft.com/office/drawing/2014/main" id="{81430A1E-8F9D-87AB-DFA2-2CE85412EC1E}"/>
              </a:ext>
            </a:extLst>
          </p:cNvPr>
          <p:cNvCxnSpPr/>
          <p:nvPr/>
        </p:nvCxnSpPr>
        <p:spPr>
          <a:xfrm rot="5400000" flipH="1">
            <a:off x="3785394" y="8699606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7" name="橢圓 1776">
            <a:extLst>
              <a:ext uri="{FF2B5EF4-FFF2-40B4-BE49-F238E27FC236}">
                <a16:creationId xmlns:a16="http://schemas.microsoft.com/office/drawing/2014/main" id="{9BF34FF2-A472-472B-9522-F94973F826A8}"/>
              </a:ext>
            </a:extLst>
          </p:cNvPr>
          <p:cNvSpPr/>
          <p:nvPr/>
        </p:nvSpPr>
        <p:spPr>
          <a:xfrm rot="5400000">
            <a:off x="4278528" y="9501995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78" name="直線接點 1777">
            <a:extLst>
              <a:ext uri="{FF2B5EF4-FFF2-40B4-BE49-F238E27FC236}">
                <a16:creationId xmlns:a16="http://schemas.microsoft.com/office/drawing/2014/main" id="{47E215FA-01C7-A664-2B27-56B7BEEF8DBA}"/>
              </a:ext>
            </a:extLst>
          </p:cNvPr>
          <p:cNvCxnSpPr>
            <a:cxnSpLocks/>
          </p:cNvCxnSpPr>
          <p:nvPr/>
        </p:nvCxnSpPr>
        <p:spPr>
          <a:xfrm rot="5400000">
            <a:off x="5037843" y="9064822"/>
            <a:ext cx="0" cy="8481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9" name="橢圓 1778">
            <a:extLst>
              <a:ext uri="{FF2B5EF4-FFF2-40B4-BE49-F238E27FC236}">
                <a16:creationId xmlns:a16="http://schemas.microsoft.com/office/drawing/2014/main" id="{48E3EACF-BFBC-B9E6-D401-DF7DCA9199FD}"/>
              </a:ext>
            </a:extLst>
          </p:cNvPr>
          <p:cNvSpPr/>
          <p:nvPr/>
        </p:nvSpPr>
        <p:spPr>
          <a:xfrm rot="5134159">
            <a:off x="4521438" y="9488966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80" name="直線接點 1779">
            <a:extLst>
              <a:ext uri="{FF2B5EF4-FFF2-40B4-BE49-F238E27FC236}">
                <a16:creationId xmlns:a16="http://schemas.microsoft.com/office/drawing/2014/main" id="{7176434D-9E47-A0D0-A4C7-267B729F6B1C}"/>
              </a:ext>
            </a:extLst>
          </p:cNvPr>
          <p:cNvCxnSpPr>
            <a:cxnSpLocks/>
          </p:cNvCxnSpPr>
          <p:nvPr/>
        </p:nvCxnSpPr>
        <p:spPr>
          <a:xfrm rot="5400000">
            <a:off x="3904891" y="9125579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1" name="弧形 1780">
            <a:extLst>
              <a:ext uri="{FF2B5EF4-FFF2-40B4-BE49-F238E27FC236}">
                <a16:creationId xmlns:a16="http://schemas.microsoft.com/office/drawing/2014/main" id="{7F4162C7-63B7-EA01-022B-765BF7CC6930}"/>
              </a:ext>
            </a:extLst>
          </p:cNvPr>
          <p:cNvSpPr/>
          <p:nvPr/>
        </p:nvSpPr>
        <p:spPr>
          <a:xfrm rot="16200000">
            <a:off x="4306462" y="9396307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83" name="直線接點 1782">
            <a:extLst>
              <a:ext uri="{FF2B5EF4-FFF2-40B4-BE49-F238E27FC236}">
                <a16:creationId xmlns:a16="http://schemas.microsoft.com/office/drawing/2014/main" id="{D569D245-1F77-5FFB-CA42-8F88819FECE5}"/>
              </a:ext>
            </a:extLst>
          </p:cNvPr>
          <p:cNvCxnSpPr/>
          <p:nvPr/>
        </p:nvCxnSpPr>
        <p:spPr>
          <a:xfrm rot="5400000" flipH="1">
            <a:off x="3790153" y="9407996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4" name="橢圓 1783">
            <a:extLst>
              <a:ext uri="{FF2B5EF4-FFF2-40B4-BE49-F238E27FC236}">
                <a16:creationId xmlns:a16="http://schemas.microsoft.com/office/drawing/2014/main" id="{99C8F55E-4D34-0A83-F228-0A1D9236BE11}"/>
              </a:ext>
            </a:extLst>
          </p:cNvPr>
          <p:cNvSpPr/>
          <p:nvPr/>
        </p:nvSpPr>
        <p:spPr>
          <a:xfrm rot="5400000">
            <a:off x="4314245" y="10137968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85" name="直線接點 1784">
            <a:extLst>
              <a:ext uri="{FF2B5EF4-FFF2-40B4-BE49-F238E27FC236}">
                <a16:creationId xmlns:a16="http://schemas.microsoft.com/office/drawing/2014/main" id="{17EE176B-3CAB-ECE8-C894-26F8318D66CA}"/>
              </a:ext>
            </a:extLst>
          </p:cNvPr>
          <p:cNvCxnSpPr>
            <a:cxnSpLocks/>
          </p:cNvCxnSpPr>
          <p:nvPr/>
        </p:nvCxnSpPr>
        <p:spPr>
          <a:xfrm rot="5400000">
            <a:off x="5050538" y="9768496"/>
            <a:ext cx="0" cy="8227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6" name="橢圓 1785">
            <a:extLst>
              <a:ext uri="{FF2B5EF4-FFF2-40B4-BE49-F238E27FC236}">
                <a16:creationId xmlns:a16="http://schemas.microsoft.com/office/drawing/2014/main" id="{83F37A99-8DAC-187C-B7D3-385601D8EE08}"/>
              </a:ext>
            </a:extLst>
          </p:cNvPr>
          <p:cNvSpPr/>
          <p:nvPr/>
        </p:nvSpPr>
        <p:spPr>
          <a:xfrm rot="5134159">
            <a:off x="4530960" y="10144838"/>
            <a:ext cx="90942" cy="9348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87" name="直線接點 1786">
            <a:extLst>
              <a:ext uri="{FF2B5EF4-FFF2-40B4-BE49-F238E27FC236}">
                <a16:creationId xmlns:a16="http://schemas.microsoft.com/office/drawing/2014/main" id="{5C15DE35-9E2C-0070-7163-6DF2ED86AEBC}"/>
              </a:ext>
            </a:extLst>
          </p:cNvPr>
          <p:cNvCxnSpPr>
            <a:cxnSpLocks/>
          </p:cNvCxnSpPr>
          <p:nvPr/>
        </p:nvCxnSpPr>
        <p:spPr>
          <a:xfrm rot="5400000">
            <a:off x="3891553" y="9805130"/>
            <a:ext cx="4338" cy="7591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9" name="直線接點 1788">
            <a:extLst>
              <a:ext uri="{FF2B5EF4-FFF2-40B4-BE49-F238E27FC236}">
                <a16:creationId xmlns:a16="http://schemas.microsoft.com/office/drawing/2014/main" id="{F350064E-A8FD-FB33-80E6-E332EFFB5E2C}"/>
              </a:ext>
            </a:extLst>
          </p:cNvPr>
          <p:cNvCxnSpPr>
            <a:cxnSpLocks/>
          </p:cNvCxnSpPr>
          <p:nvPr/>
        </p:nvCxnSpPr>
        <p:spPr>
          <a:xfrm rot="5400000" flipH="1">
            <a:off x="3799676" y="10066829"/>
            <a:ext cx="165346" cy="196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4" name="弧形 1793">
            <a:extLst>
              <a:ext uri="{FF2B5EF4-FFF2-40B4-BE49-F238E27FC236}">
                <a16:creationId xmlns:a16="http://schemas.microsoft.com/office/drawing/2014/main" id="{F229274E-011B-854A-0FAC-953BBAB5A8A4}"/>
              </a:ext>
            </a:extLst>
          </p:cNvPr>
          <p:cNvSpPr/>
          <p:nvPr/>
        </p:nvSpPr>
        <p:spPr>
          <a:xfrm rot="16200000">
            <a:off x="4306462" y="10033432"/>
            <a:ext cx="263776" cy="23750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810" name="文字方塊 1809">
            <a:extLst>
              <a:ext uri="{FF2B5EF4-FFF2-40B4-BE49-F238E27FC236}">
                <a16:creationId xmlns:a16="http://schemas.microsoft.com/office/drawing/2014/main" id="{4926BB7C-0EA2-4E65-0702-82D23DDB8B08}"/>
              </a:ext>
            </a:extLst>
          </p:cNvPr>
          <p:cNvSpPr txBox="1"/>
          <p:nvPr/>
        </p:nvSpPr>
        <p:spPr>
          <a:xfrm>
            <a:off x="5536173" y="9922292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1" name="文字方塊 1810">
            <a:extLst>
              <a:ext uri="{FF2B5EF4-FFF2-40B4-BE49-F238E27FC236}">
                <a16:creationId xmlns:a16="http://schemas.microsoft.com/office/drawing/2014/main" id="{7D236163-C7A3-7C52-9C2C-E9AEF72CAE6E}"/>
              </a:ext>
            </a:extLst>
          </p:cNvPr>
          <p:cNvSpPr txBox="1"/>
          <p:nvPr/>
        </p:nvSpPr>
        <p:spPr>
          <a:xfrm>
            <a:off x="5514840" y="9253220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2" name="文字方塊 1811">
            <a:extLst>
              <a:ext uri="{FF2B5EF4-FFF2-40B4-BE49-F238E27FC236}">
                <a16:creationId xmlns:a16="http://schemas.microsoft.com/office/drawing/2014/main" id="{C27BABB5-1494-CA4B-39D8-1A410A29B972}"/>
              </a:ext>
            </a:extLst>
          </p:cNvPr>
          <p:cNvSpPr txBox="1"/>
          <p:nvPr/>
        </p:nvSpPr>
        <p:spPr>
          <a:xfrm>
            <a:off x="5401312" y="8578229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18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3" name="文字方塊 1812">
            <a:extLst>
              <a:ext uri="{FF2B5EF4-FFF2-40B4-BE49-F238E27FC236}">
                <a16:creationId xmlns:a16="http://schemas.microsoft.com/office/drawing/2014/main" id="{93F5E745-9A66-B637-2818-AD2C4BE0F29E}"/>
              </a:ext>
            </a:extLst>
          </p:cNvPr>
          <p:cNvSpPr txBox="1"/>
          <p:nvPr/>
        </p:nvSpPr>
        <p:spPr>
          <a:xfrm>
            <a:off x="5524743" y="7919071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17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4" name="文字方塊 1813">
            <a:extLst>
              <a:ext uri="{FF2B5EF4-FFF2-40B4-BE49-F238E27FC236}">
                <a16:creationId xmlns:a16="http://schemas.microsoft.com/office/drawing/2014/main" id="{90A2DF93-2FB0-801D-4D75-CB898FC1610A}"/>
              </a:ext>
            </a:extLst>
          </p:cNvPr>
          <p:cNvSpPr txBox="1"/>
          <p:nvPr/>
        </p:nvSpPr>
        <p:spPr>
          <a:xfrm>
            <a:off x="1989006" y="4091483"/>
            <a:ext cx="923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5" name="文字方塊 1814">
            <a:extLst>
              <a:ext uri="{FF2B5EF4-FFF2-40B4-BE49-F238E27FC236}">
                <a16:creationId xmlns:a16="http://schemas.microsoft.com/office/drawing/2014/main" id="{967228BF-8F1E-EEC7-3812-84615DD15F3C}"/>
              </a:ext>
            </a:extLst>
          </p:cNvPr>
          <p:cNvSpPr txBox="1"/>
          <p:nvPr/>
        </p:nvSpPr>
        <p:spPr>
          <a:xfrm>
            <a:off x="1979885" y="4732816"/>
            <a:ext cx="913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6" name="文字方塊 1815">
            <a:extLst>
              <a:ext uri="{FF2B5EF4-FFF2-40B4-BE49-F238E27FC236}">
                <a16:creationId xmlns:a16="http://schemas.microsoft.com/office/drawing/2014/main" id="{1D76F7FB-BB46-20D6-011F-BC1CE436B875}"/>
              </a:ext>
            </a:extLst>
          </p:cNvPr>
          <p:cNvSpPr txBox="1"/>
          <p:nvPr/>
        </p:nvSpPr>
        <p:spPr>
          <a:xfrm>
            <a:off x="1957181" y="5362758"/>
            <a:ext cx="763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7" name="文字方塊 1816">
            <a:extLst>
              <a:ext uri="{FF2B5EF4-FFF2-40B4-BE49-F238E27FC236}">
                <a16:creationId xmlns:a16="http://schemas.microsoft.com/office/drawing/2014/main" id="{89587BE8-DA16-1BB8-FDE5-6947F630EB54}"/>
              </a:ext>
            </a:extLst>
          </p:cNvPr>
          <p:cNvSpPr txBox="1"/>
          <p:nvPr/>
        </p:nvSpPr>
        <p:spPr>
          <a:xfrm>
            <a:off x="1953611" y="6137697"/>
            <a:ext cx="913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8" name="文字方塊 1817">
            <a:extLst>
              <a:ext uri="{FF2B5EF4-FFF2-40B4-BE49-F238E27FC236}">
                <a16:creationId xmlns:a16="http://schemas.microsoft.com/office/drawing/2014/main" id="{A79FAE18-A0D6-0B15-04D4-D38EE56DAB23}"/>
              </a:ext>
            </a:extLst>
          </p:cNvPr>
          <p:cNvSpPr txBox="1"/>
          <p:nvPr/>
        </p:nvSpPr>
        <p:spPr>
          <a:xfrm>
            <a:off x="1964323" y="6855252"/>
            <a:ext cx="913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19" name="文字方塊 1818">
            <a:extLst>
              <a:ext uri="{FF2B5EF4-FFF2-40B4-BE49-F238E27FC236}">
                <a16:creationId xmlns:a16="http://schemas.microsoft.com/office/drawing/2014/main" id="{67B23AA7-EF57-96A5-1DFD-253FA6992031}"/>
              </a:ext>
            </a:extLst>
          </p:cNvPr>
          <p:cNvSpPr txBox="1"/>
          <p:nvPr/>
        </p:nvSpPr>
        <p:spPr>
          <a:xfrm>
            <a:off x="1976709" y="7633712"/>
            <a:ext cx="792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0" name="文字方塊 1819">
            <a:extLst>
              <a:ext uri="{FF2B5EF4-FFF2-40B4-BE49-F238E27FC236}">
                <a16:creationId xmlns:a16="http://schemas.microsoft.com/office/drawing/2014/main" id="{3CBAD37D-EB1F-5DE9-0C16-40A75733EF9B}"/>
              </a:ext>
            </a:extLst>
          </p:cNvPr>
          <p:cNvSpPr txBox="1"/>
          <p:nvPr/>
        </p:nvSpPr>
        <p:spPr>
          <a:xfrm>
            <a:off x="1939329" y="8307492"/>
            <a:ext cx="781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1" name="文字方塊 1820">
            <a:extLst>
              <a:ext uri="{FF2B5EF4-FFF2-40B4-BE49-F238E27FC236}">
                <a16:creationId xmlns:a16="http://schemas.microsoft.com/office/drawing/2014/main" id="{DD974230-69E9-9F60-C809-67EA815AF54C}"/>
              </a:ext>
            </a:extLst>
          </p:cNvPr>
          <p:cNvSpPr txBox="1"/>
          <p:nvPr/>
        </p:nvSpPr>
        <p:spPr>
          <a:xfrm>
            <a:off x="1968925" y="9072704"/>
            <a:ext cx="913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2" name="文字方塊 1821">
            <a:extLst>
              <a:ext uri="{FF2B5EF4-FFF2-40B4-BE49-F238E27FC236}">
                <a16:creationId xmlns:a16="http://schemas.microsoft.com/office/drawing/2014/main" id="{7926C6BD-A96E-9ADC-110F-07BD982B9155}"/>
              </a:ext>
            </a:extLst>
          </p:cNvPr>
          <p:cNvSpPr txBox="1"/>
          <p:nvPr/>
        </p:nvSpPr>
        <p:spPr>
          <a:xfrm>
            <a:off x="1950041" y="9606801"/>
            <a:ext cx="796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3" name="文字方塊 1822">
            <a:extLst>
              <a:ext uri="{FF2B5EF4-FFF2-40B4-BE49-F238E27FC236}">
                <a16:creationId xmlns:a16="http://schemas.microsoft.com/office/drawing/2014/main" id="{FED8CFDE-862A-DB8B-A94E-A76CC85CC8C5}"/>
              </a:ext>
            </a:extLst>
          </p:cNvPr>
          <p:cNvSpPr txBox="1"/>
          <p:nvPr/>
        </p:nvSpPr>
        <p:spPr>
          <a:xfrm>
            <a:off x="4373467" y="4009468"/>
            <a:ext cx="875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4" name="文字方塊 1823">
            <a:extLst>
              <a:ext uri="{FF2B5EF4-FFF2-40B4-BE49-F238E27FC236}">
                <a16:creationId xmlns:a16="http://schemas.microsoft.com/office/drawing/2014/main" id="{C87369B8-D055-109D-9022-C4BDC3954CCC}"/>
              </a:ext>
            </a:extLst>
          </p:cNvPr>
          <p:cNvSpPr txBox="1"/>
          <p:nvPr/>
        </p:nvSpPr>
        <p:spPr>
          <a:xfrm>
            <a:off x="4330620" y="4739604"/>
            <a:ext cx="858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5" name="文字方塊 1824">
            <a:extLst>
              <a:ext uri="{FF2B5EF4-FFF2-40B4-BE49-F238E27FC236}">
                <a16:creationId xmlns:a16="http://schemas.microsoft.com/office/drawing/2014/main" id="{753DC7E3-C2E3-64DC-2823-9A3FA4B2FAC5}"/>
              </a:ext>
            </a:extLst>
          </p:cNvPr>
          <p:cNvSpPr txBox="1"/>
          <p:nvPr/>
        </p:nvSpPr>
        <p:spPr>
          <a:xfrm>
            <a:off x="4319908" y="5397182"/>
            <a:ext cx="794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6" name="文字方塊 1825">
            <a:extLst>
              <a:ext uri="{FF2B5EF4-FFF2-40B4-BE49-F238E27FC236}">
                <a16:creationId xmlns:a16="http://schemas.microsoft.com/office/drawing/2014/main" id="{FFC8C38C-4A6E-EEA0-49EB-3C6C17586F0F}"/>
              </a:ext>
            </a:extLst>
          </p:cNvPr>
          <p:cNvSpPr txBox="1"/>
          <p:nvPr/>
        </p:nvSpPr>
        <p:spPr>
          <a:xfrm>
            <a:off x="4316338" y="6090883"/>
            <a:ext cx="895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7" name="文字方塊 1826">
            <a:extLst>
              <a:ext uri="{FF2B5EF4-FFF2-40B4-BE49-F238E27FC236}">
                <a16:creationId xmlns:a16="http://schemas.microsoft.com/office/drawing/2014/main" id="{FBD4E038-D6C9-3849-E66C-79D89DA5F8D9}"/>
              </a:ext>
            </a:extLst>
          </p:cNvPr>
          <p:cNvSpPr txBox="1"/>
          <p:nvPr/>
        </p:nvSpPr>
        <p:spPr>
          <a:xfrm>
            <a:off x="4327050" y="6849734"/>
            <a:ext cx="776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8" name="文字方塊 1827">
            <a:extLst>
              <a:ext uri="{FF2B5EF4-FFF2-40B4-BE49-F238E27FC236}">
                <a16:creationId xmlns:a16="http://schemas.microsoft.com/office/drawing/2014/main" id="{F7EFAA50-1905-E569-3A5B-204CAB21F067}"/>
              </a:ext>
            </a:extLst>
          </p:cNvPr>
          <p:cNvSpPr txBox="1"/>
          <p:nvPr/>
        </p:nvSpPr>
        <p:spPr>
          <a:xfrm>
            <a:off x="4308606" y="7588684"/>
            <a:ext cx="770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29" name="文字方塊 1828">
            <a:extLst>
              <a:ext uri="{FF2B5EF4-FFF2-40B4-BE49-F238E27FC236}">
                <a16:creationId xmlns:a16="http://schemas.microsoft.com/office/drawing/2014/main" id="{9E75E5DE-3DB9-90CD-14F0-8E2DDC38F6AE}"/>
              </a:ext>
            </a:extLst>
          </p:cNvPr>
          <p:cNvSpPr txBox="1"/>
          <p:nvPr/>
        </p:nvSpPr>
        <p:spPr>
          <a:xfrm>
            <a:off x="4302056" y="8280374"/>
            <a:ext cx="801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30" name="文字方塊 1829">
            <a:extLst>
              <a:ext uri="{FF2B5EF4-FFF2-40B4-BE49-F238E27FC236}">
                <a16:creationId xmlns:a16="http://schemas.microsoft.com/office/drawing/2014/main" id="{40279B8E-3286-ACF3-7E7B-F529958928D7}"/>
              </a:ext>
            </a:extLst>
          </p:cNvPr>
          <p:cNvSpPr txBox="1"/>
          <p:nvPr/>
        </p:nvSpPr>
        <p:spPr>
          <a:xfrm>
            <a:off x="4277989" y="9029221"/>
            <a:ext cx="830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31" name="文字方塊 1830">
            <a:extLst>
              <a:ext uri="{FF2B5EF4-FFF2-40B4-BE49-F238E27FC236}">
                <a16:creationId xmlns:a16="http://schemas.microsoft.com/office/drawing/2014/main" id="{B502F5B4-8CD8-7C3B-DF39-A50F64200ADF}"/>
              </a:ext>
            </a:extLst>
          </p:cNvPr>
          <p:cNvSpPr txBox="1"/>
          <p:nvPr/>
        </p:nvSpPr>
        <p:spPr>
          <a:xfrm>
            <a:off x="4312768" y="9587216"/>
            <a:ext cx="824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 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E8400C-16A5-8A2F-3D7F-ABB6C87621D0}"/>
              </a:ext>
            </a:extLst>
          </p:cNvPr>
          <p:cNvSpPr txBox="1"/>
          <p:nvPr/>
        </p:nvSpPr>
        <p:spPr>
          <a:xfrm>
            <a:off x="317636" y="220283"/>
            <a:ext cx="6229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1F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JCA1F-D3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右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AD34BE8-0BBC-31FB-17E0-D76D855F8F43}"/>
              </a:ext>
            </a:extLst>
          </p:cNvPr>
          <p:cNvSpPr txBox="1"/>
          <p:nvPr/>
        </p:nvSpPr>
        <p:spPr>
          <a:xfrm>
            <a:off x="932974" y="4416938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1BD3E08C-ED0D-70BD-1D9C-0004F159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6102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8F845A3-D014-752C-BE16-E53B89922D17}"/>
              </a:ext>
            </a:extLst>
          </p:cNvPr>
          <p:cNvSpPr txBox="1"/>
          <p:nvPr/>
        </p:nvSpPr>
        <p:spPr>
          <a:xfrm>
            <a:off x="934072" y="5025097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4C5C85A-D931-5BF6-7E02-18630A8888AD}"/>
              </a:ext>
            </a:extLst>
          </p:cNvPr>
          <p:cNvSpPr txBox="1"/>
          <p:nvPr/>
        </p:nvSpPr>
        <p:spPr>
          <a:xfrm>
            <a:off x="960276" y="5733041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5666503-2A0E-206E-CFD6-F6E4DEA66BCE}"/>
              </a:ext>
            </a:extLst>
          </p:cNvPr>
          <p:cNvSpPr txBox="1"/>
          <p:nvPr/>
        </p:nvSpPr>
        <p:spPr>
          <a:xfrm>
            <a:off x="937358" y="6472227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374D96D-E2DB-741F-363D-E642C2BC0E1B}"/>
              </a:ext>
            </a:extLst>
          </p:cNvPr>
          <p:cNvSpPr txBox="1"/>
          <p:nvPr/>
        </p:nvSpPr>
        <p:spPr>
          <a:xfrm>
            <a:off x="948788" y="7178816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830BE32-3E95-6295-10DD-162EEFF45338}"/>
              </a:ext>
            </a:extLst>
          </p:cNvPr>
          <p:cNvSpPr txBox="1"/>
          <p:nvPr/>
        </p:nvSpPr>
        <p:spPr>
          <a:xfrm>
            <a:off x="926148" y="7928431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79412B6-AEE1-85AA-354A-4AAC56FE5CFC}"/>
              </a:ext>
            </a:extLst>
          </p:cNvPr>
          <p:cNvSpPr txBox="1"/>
          <p:nvPr/>
        </p:nvSpPr>
        <p:spPr>
          <a:xfrm>
            <a:off x="914718" y="8607135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6835627-EF80-4D52-E3AA-8BD1D1F176FC}"/>
              </a:ext>
            </a:extLst>
          </p:cNvPr>
          <p:cNvSpPr txBox="1"/>
          <p:nvPr/>
        </p:nvSpPr>
        <p:spPr>
          <a:xfrm>
            <a:off x="880429" y="9311289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5B33F0E4-1D64-7119-679A-10DB3043AF77}"/>
              </a:ext>
            </a:extLst>
          </p:cNvPr>
          <p:cNvSpPr txBox="1"/>
          <p:nvPr/>
        </p:nvSpPr>
        <p:spPr>
          <a:xfrm>
            <a:off x="898078" y="9995863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2707604-BA21-1BBC-9142-E056FC717E06}"/>
              </a:ext>
            </a:extLst>
          </p:cNvPr>
          <p:cNvSpPr txBox="1"/>
          <p:nvPr/>
        </p:nvSpPr>
        <p:spPr>
          <a:xfrm>
            <a:off x="5505214" y="7196327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16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F957E9C-925B-1B93-0545-E28E720D622B}"/>
              </a:ext>
            </a:extLst>
          </p:cNvPr>
          <p:cNvSpPr txBox="1"/>
          <p:nvPr/>
        </p:nvSpPr>
        <p:spPr>
          <a:xfrm>
            <a:off x="5498630" y="6493207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C7AFE48-C8D6-4C98-3791-577CB8EA60CE}"/>
              </a:ext>
            </a:extLst>
          </p:cNvPr>
          <p:cNvSpPr txBox="1"/>
          <p:nvPr/>
        </p:nvSpPr>
        <p:spPr>
          <a:xfrm>
            <a:off x="5480082" y="5749598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14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2AFD736-FDBE-8F9E-DA46-8F175A69228E}"/>
              </a:ext>
            </a:extLst>
          </p:cNvPr>
          <p:cNvSpPr txBox="1"/>
          <p:nvPr/>
        </p:nvSpPr>
        <p:spPr>
          <a:xfrm>
            <a:off x="5505214" y="5026929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13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C50DE952-E52D-7E65-57C5-BE89E689E0E6}"/>
              </a:ext>
            </a:extLst>
          </p:cNvPr>
          <p:cNvSpPr txBox="1"/>
          <p:nvPr/>
        </p:nvSpPr>
        <p:spPr>
          <a:xfrm>
            <a:off x="5498631" y="4341594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6676C876-B724-3FAC-A00C-9BAA66AE4F68}"/>
              </a:ext>
            </a:extLst>
          </p:cNvPr>
          <p:cNvSpPr txBox="1"/>
          <p:nvPr/>
        </p:nvSpPr>
        <p:spPr>
          <a:xfrm>
            <a:off x="2713133" y="3883524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97" name="直線接點 1796">
            <a:extLst>
              <a:ext uri="{FF2B5EF4-FFF2-40B4-BE49-F238E27FC236}">
                <a16:creationId xmlns:a16="http://schemas.microsoft.com/office/drawing/2014/main" id="{BCC895BF-F9BF-022C-C558-ABCEAAFCD5CB}"/>
              </a:ext>
            </a:extLst>
          </p:cNvPr>
          <p:cNvCxnSpPr>
            <a:cxnSpLocks/>
          </p:cNvCxnSpPr>
          <p:nvPr/>
        </p:nvCxnSpPr>
        <p:spPr>
          <a:xfrm rot="5400000">
            <a:off x="5007358" y="5517097"/>
            <a:ext cx="44" cy="8359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4" name="文字方塊 1803">
            <a:extLst>
              <a:ext uri="{FF2B5EF4-FFF2-40B4-BE49-F238E27FC236}">
                <a16:creationId xmlns:a16="http://schemas.microsoft.com/office/drawing/2014/main" id="{BBBFE4CF-6853-BD41-8E46-EB216B397443}"/>
              </a:ext>
            </a:extLst>
          </p:cNvPr>
          <p:cNvSpPr txBox="1"/>
          <p:nvPr/>
        </p:nvSpPr>
        <p:spPr>
          <a:xfrm>
            <a:off x="1496873" y="3878860"/>
            <a:ext cx="92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556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4C72C-0136-18EA-8FDD-8B73DDDC4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27EAB367-613C-A8BB-ACBB-53CF592CD5D6}"/>
              </a:ext>
            </a:extLst>
          </p:cNvPr>
          <p:cNvCxnSpPr>
            <a:cxnSpLocks/>
          </p:cNvCxnSpPr>
          <p:nvPr/>
        </p:nvCxnSpPr>
        <p:spPr>
          <a:xfrm rot="5400000" flipH="1">
            <a:off x="4977916" y="3469778"/>
            <a:ext cx="6180" cy="8933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914C3655-30B6-C788-D696-31FCE24DD919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 flipV="1">
            <a:off x="-292476" y="6347491"/>
            <a:ext cx="7454433" cy="171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7A147183-9FB9-FD35-5E83-E1E232B6D459}"/>
              </a:ext>
            </a:extLst>
          </p:cNvPr>
          <p:cNvSpPr/>
          <p:nvPr/>
        </p:nvSpPr>
        <p:spPr>
          <a:xfrm>
            <a:off x="3355472" y="2335630"/>
            <a:ext cx="274418" cy="246837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F3E1119B-B71A-0600-5215-3AC972791D60}"/>
              </a:ext>
            </a:extLst>
          </p:cNvPr>
          <p:cNvSpPr/>
          <p:nvPr/>
        </p:nvSpPr>
        <p:spPr>
          <a:xfrm rot="15992770">
            <a:off x="3393998" y="253301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10817A83-6A09-E3CE-E805-5898A319C3A7}"/>
              </a:ext>
            </a:extLst>
          </p:cNvPr>
          <p:cNvSpPr/>
          <p:nvPr/>
        </p:nvSpPr>
        <p:spPr>
          <a:xfrm rot="16200000">
            <a:off x="3393999" y="227838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EF449F08-57CB-6886-0A16-67249D649F1A}"/>
              </a:ext>
            </a:extLst>
          </p:cNvPr>
          <p:cNvCxnSpPr>
            <a:cxnSpLocks/>
          </p:cNvCxnSpPr>
          <p:nvPr/>
        </p:nvCxnSpPr>
        <p:spPr>
          <a:xfrm rot="5400000" flipH="1">
            <a:off x="2995632" y="1852729"/>
            <a:ext cx="881926" cy="30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C5C97682-FD2B-8171-D23F-0B5D90933DB6}"/>
              </a:ext>
            </a:extLst>
          </p:cNvPr>
          <p:cNvSpPr txBox="1"/>
          <p:nvPr/>
        </p:nvSpPr>
        <p:spPr>
          <a:xfrm>
            <a:off x="3580612" y="2288251"/>
            <a:ext cx="7633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 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44E30165-6103-3DDC-C3EF-22898E90FED1}"/>
              </a:ext>
            </a:extLst>
          </p:cNvPr>
          <p:cNvSpPr/>
          <p:nvPr/>
        </p:nvSpPr>
        <p:spPr>
          <a:xfrm rot="5400000">
            <a:off x="2105904" y="3872317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0364EDFD-7AB8-C141-4C8A-71560AA28E58}"/>
              </a:ext>
            </a:extLst>
          </p:cNvPr>
          <p:cNvGrpSpPr/>
          <p:nvPr/>
        </p:nvGrpSpPr>
        <p:grpSpPr>
          <a:xfrm rot="5400000">
            <a:off x="3235449" y="3090245"/>
            <a:ext cx="410037" cy="224113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A60E4588-1354-148A-C723-D60C488FA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10939109-B188-814F-B3AF-014973C72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7E0CD4DC-C228-E993-A1B6-63B693D5A9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15EA255B-FE26-460C-EDDB-C26882CFFFFE}"/>
              </a:ext>
            </a:extLst>
          </p:cNvPr>
          <p:cNvCxnSpPr>
            <a:cxnSpLocks/>
          </p:cNvCxnSpPr>
          <p:nvPr/>
        </p:nvCxnSpPr>
        <p:spPr>
          <a:xfrm rot="5400000">
            <a:off x="2941245" y="3429913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8226AEAA-09D1-7CAE-33DC-7CBD94FD9ECA}"/>
              </a:ext>
            </a:extLst>
          </p:cNvPr>
          <p:cNvSpPr/>
          <p:nvPr/>
        </p:nvSpPr>
        <p:spPr>
          <a:xfrm rot="5134159">
            <a:off x="2362918" y="3868378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FAA87169-6095-65AC-04A9-22EDB28EF37C}"/>
              </a:ext>
            </a:extLst>
          </p:cNvPr>
          <p:cNvCxnSpPr>
            <a:cxnSpLocks/>
          </p:cNvCxnSpPr>
          <p:nvPr/>
        </p:nvCxnSpPr>
        <p:spPr>
          <a:xfrm rot="5400000">
            <a:off x="1709006" y="3520151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DE08409A-4521-F44C-D766-75BAA19486B1}"/>
              </a:ext>
            </a:extLst>
          </p:cNvPr>
          <p:cNvSpPr/>
          <p:nvPr/>
        </p:nvSpPr>
        <p:spPr>
          <a:xfrm rot="16200000">
            <a:off x="2161175" y="3760793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1F569D08-0956-B75A-21D2-C9DB1D806531}"/>
              </a:ext>
            </a:extLst>
          </p:cNvPr>
          <p:cNvCxnSpPr/>
          <p:nvPr/>
        </p:nvCxnSpPr>
        <p:spPr>
          <a:xfrm rot="5400000" flipH="1">
            <a:off x="2821701" y="3797757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37ED6F56-5BBB-5E04-C9D7-46DEDF4EDCC3}"/>
              </a:ext>
            </a:extLst>
          </p:cNvPr>
          <p:cNvSpPr/>
          <p:nvPr/>
        </p:nvSpPr>
        <p:spPr>
          <a:xfrm rot="5400000">
            <a:off x="2105904" y="4711604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E45051BB-EAFD-1212-6E43-D021963D92EF}"/>
              </a:ext>
            </a:extLst>
          </p:cNvPr>
          <p:cNvCxnSpPr>
            <a:cxnSpLocks/>
          </p:cNvCxnSpPr>
          <p:nvPr/>
        </p:nvCxnSpPr>
        <p:spPr>
          <a:xfrm rot="5400000">
            <a:off x="2941245" y="4269202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1F413836-D12A-C6E9-22B2-85006D4A9D70}"/>
              </a:ext>
            </a:extLst>
          </p:cNvPr>
          <p:cNvSpPr/>
          <p:nvPr/>
        </p:nvSpPr>
        <p:spPr>
          <a:xfrm rot="5134159">
            <a:off x="2362918" y="4707665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6E943C1C-E898-301C-6925-C3323660E3B1}"/>
              </a:ext>
            </a:extLst>
          </p:cNvPr>
          <p:cNvCxnSpPr>
            <a:cxnSpLocks/>
          </p:cNvCxnSpPr>
          <p:nvPr/>
        </p:nvCxnSpPr>
        <p:spPr>
          <a:xfrm rot="5400000">
            <a:off x="1709006" y="4359441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4C99B651-64ED-2CC2-B3FA-69A60DEBE9E0}"/>
              </a:ext>
            </a:extLst>
          </p:cNvPr>
          <p:cNvSpPr/>
          <p:nvPr/>
        </p:nvSpPr>
        <p:spPr>
          <a:xfrm rot="16200000">
            <a:off x="2161175" y="4587705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0D7F2E64-75DF-2E61-5D36-93B6845A8E3F}"/>
              </a:ext>
            </a:extLst>
          </p:cNvPr>
          <p:cNvCxnSpPr/>
          <p:nvPr/>
        </p:nvCxnSpPr>
        <p:spPr>
          <a:xfrm rot="5400000" flipH="1">
            <a:off x="2821701" y="4637046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4" name="橢圓 1283">
            <a:extLst>
              <a:ext uri="{FF2B5EF4-FFF2-40B4-BE49-F238E27FC236}">
                <a16:creationId xmlns:a16="http://schemas.microsoft.com/office/drawing/2014/main" id="{ECBC59D8-C81F-9869-9EFF-C7D518D23CC3}"/>
              </a:ext>
            </a:extLst>
          </p:cNvPr>
          <p:cNvSpPr/>
          <p:nvPr/>
        </p:nvSpPr>
        <p:spPr>
          <a:xfrm rot="5400000">
            <a:off x="2110942" y="5527393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5" name="直線接點 1284">
            <a:extLst>
              <a:ext uri="{FF2B5EF4-FFF2-40B4-BE49-F238E27FC236}">
                <a16:creationId xmlns:a16="http://schemas.microsoft.com/office/drawing/2014/main" id="{23F2CCD2-BEC3-F230-E3E4-5444FD9DC03A}"/>
              </a:ext>
            </a:extLst>
          </p:cNvPr>
          <p:cNvCxnSpPr>
            <a:cxnSpLocks/>
          </p:cNvCxnSpPr>
          <p:nvPr/>
        </p:nvCxnSpPr>
        <p:spPr>
          <a:xfrm rot="5400000">
            <a:off x="2946282" y="5084991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6" name="橢圓 1285">
            <a:extLst>
              <a:ext uri="{FF2B5EF4-FFF2-40B4-BE49-F238E27FC236}">
                <a16:creationId xmlns:a16="http://schemas.microsoft.com/office/drawing/2014/main" id="{07F740C8-4F5E-1231-330D-EC4BB94C4E26}"/>
              </a:ext>
            </a:extLst>
          </p:cNvPr>
          <p:cNvSpPr/>
          <p:nvPr/>
        </p:nvSpPr>
        <p:spPr>
          <a:xfrm rot="5134159">
            <a:off x="2367956" y="552345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7" name="直線接點 1286">
            <a:extLst>
              <a:ext uri="{FF2B5EF4-FFF2-40B4-BE49-F238E27FC236}">
                <a16:creationId xmlns:a16="http://schemas.microsoft.com/office/drawing/2014/main" id="{4CC59D58-5B3F-6CB0-08F2-E7FDF3E728E1}"/>
              </a:ext>
            </a:extLst>
          </p:cNvPr>
          <p:cNvCxnSpPr>
            <a:cxnSpLocks/>
          </p:cNvCxnSpPr>
          <p:nvPr/>
        </p:nvCxnSpPr>
        <p:spPr>
          <a:xfrm rot="5400000">
            <a:off x="1714043" y="5175230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8" name="弧形 1287">
            <a:extLst>
              <a:ext uri="{FF2B5EF4-FFF2-40B4-BE49-F238E27FC236}">
                <a16:creationId xmlns:a16="http://schemas.microsoft.com/office/drawing/2014/main" id="{43CBBC9F-0915-4F83-F637-2680E91D8C2E}"/>
              </a:ext>
            </a:extLst>
          </p:cNvPr>
          <p:cNvSpPr/>
          <p:nvPr/>
        </p:nvSpPr>
        <p:spPr>
          <a:xfrm rot="16200000">
            <a:off x="2166212" y="5415865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0" name="直線接點 1289">
            <a:extLst>
              <a:ext uri="{FF2B5EF4-FFF2-40B4-BE49-F238E27FC236}">
                <a16:creationId xmlns:a16="http://schemas.microsoft.com/office/drawing/2014/main" id="{41D0FF63-9814-EF78-4991-1F556483FB07}"/>
              </a:ext>
            </a:extLst>
          </p:cNvPr>
          <p:cNvCxnSpPr/>
          <p:nvPr/>
        </p:nvCxnSpPr>
        <p:spPr>
          <a:xfrm rot="5400000" flipH="1">
            <a:off x="2826738" y="5452835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106FC156-BBBC-197A-4894-85A73B7B7E18}"/>
              </a:ext>
            </a:extLst>
          </p:cNvPr>
          <p:cNvSpPr txBox="1"/>
          <p:nvPr/>
        </p:nvSpPr>
        <p:spPr>
          <a:xfrm>
            <a:off x="1991241" y="5849426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9C469C87-1AD0-9DC3-1219-584A172451CF}"/>
              </a:ext>
            </a:extLst>
          </p:cNvPr>
          <p:cNvSpPr/>
          <p:nvPr/>
        </p:nvSpPr>
        <p:spPr>
          <a:xfrm rot="5400000">
            <a:off x="4231360" y="385857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50D527E0-2534-D06D-4617-F30934727ABF}"/>
              </a:ext>
            </a:extLst>
          </p:cNvPr>
          <p:cNvSpPr/>
          <p:nvPr/>
        </p:nvSpPr>
        <p:spPr>
          <a:xfrm rot="5134159">
            <a:off x="4488374" y="3864008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40D7D343-DF8E-8446-9E04-43AC43BC6C7C}"/>
              </a:ext>
            </a:extLst>
          </p:cNvPr>
          <p:cNvCxnSpPr>
            <a:cxnSpLocks/>
          </p:cNvCxnSpPr>
          <p:nvPr/>
        </p:nvCxnSpPr>
        <p:spPr>
          <a:xfrm rot="5400000">
            <a:off x="3834463" y="3506406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D8B30C66-5C41-3735-7F8B-AB31498130F6}"/>
              </a:ext>
            </a:extLst>
          </p:cNvPr>
          <p:cNvSpPr/>
          <p:nvPr/>
        </p:nvSpPr>
        <p:spPr>
          <a:xfrm rot="16200000">
            <a:off x="4238404" y="3731948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D4C8269E-E709-F82C-35F1-320A960E3D83}"/>
              </a:ext>
            </a:extLst>
          </p:cNvPr>
          <p:cNvCxnSpPr/>
          <p:nvPr/>
        </p:nvCxnSpPr>
        <p:spPr>
          <a:xfrm rot="5400000" flipH="1">
            <a:off x="3873282" y="3802763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0A161499-2040-DB54-0341-F419008164C9}"/>
              </a:ext>
            </a:extLst>
          </p:cNvPr>
          <p:cNvSpPr/>
          <p:nvPr/>
        </p:nvSpPr>
        <p:spPr>
          <a:xfrm rot="5400000">
            <a:off x="4231360" y="4707233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D9DB990C-3240-005B-0533-5DDBECA86675}"/>
              </a:ext>
            </a:extLst>
          </p:cNvPr>
          <p:cNvCxnSpPr>
            <a:cxnSpLocks/>
          </p:cNvCxnSpPr>
          <p:nvPr/>
        </p:nvCxnSpPr>
        <p:spPr>
          <a:xfrm rot="5400000">
            <a:off x="4989901" y="4288369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A5C2E8AE-7B23-C92F-F20E-0B9CBD82E7BA}"/>
              </a:ext>
            </a:extLst>
          </p:cNvPr>
          <p:cNvSpPr/>
          <p:nvPr/>
        </p:nvSpPr>
        <p:spPr>
          <a:xfrm rot="5134159">
            <a:off x="4488374" y="4714234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6114BA33-9ED1-6643-ADCE-749970B61067}"/>
              </a:ext>
            </a:extLst>
          </p:cNvPr>
          <p:cNvCxnSpPr>
            <a:cxnSpLocks/>
          </p:cNvCxnSpPr>
          <p:nvPr/>
        </p:nvCxnSpPr>
        <p:spPr>
          <a:xfrm rot="5400000" flipH="1">
            <a:off x="3840757" y="4356928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7A58DF09-BF37-2D19-F396-C6711C4E5612}"/>
              </a:ext>
            </a:extLst>
          </p:cNvPr>
          <p:cNvSpPr/>
          <p:nvPr/>
        </p:nvSpPr>
        <p:spPr>
          <a:xfrm rot="16200000">
            <a:off x="4280547" y="4591300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2601644E-796B-06BE-FDAA-0422CFB809E9}"/>
              </a:ext>
            </a:extLst>
          </p:cNvPr>
          <p:cNvCxnSpPr/>
          <p:nvPr/>
        </p:nvCxnSpPr>
        <p:spPr>
          <a:xfrm rot="5400000" flipH="1">
            <a:off x="3779519" y="4652989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1C5116DD-A14F-DA29-6361-9AE1D0715436}"/>
              </a:ext>
            </a:extLst>
          </p:cNvPr>
          <p:cNvSpPr txBox="1"/>
          <p:nvPr/>
        </p:nvSpPr>
        <p:spPr>
          <a:xfrm>
            <a:off x="4067967" y="3345001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801" dirty="0"/>
              <a:t>ˇ</a:t>
            </a:r>
            <a:r>
              <a:rPr lang="en-US" altLang="zh-TW" sz="1801" dirty="0"/>
              <a:t>30 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753DEBD6-0788-E4F2-4DCF-4093FBBBF413}"/>
              </a:ext>
            </a:extLst>
          </p:cNvPr>
          <p:cNvSpPr txBox="1"/>
          <p:nvPr/>
        </p:nvSpPr>
        <p:spPr>
          <a:xfrm>
            <a:off x="4105467" y="4222352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D62E4ED5-FE78-F5B5-2DB9-D71A8DFDFAC0}"/>
              </a:ext>
            </a:extLst>
          </p:cNvPr>
          <p:cNvSpPr txBox="1"/>
          <p:nvPr/>
        </p:nvSpPr>
        <p:spPr>
          <a:xfrm>
            <a:off x="1941194" y="3415665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801" dirty="0"/>
              <a:t>ˇ</a:t>
            </a:r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7D02AB23-3ED3-B7DF-E434-502EB4F29ECC}"/>
              </a:ext>
            </a:extLst>
          </p:cNvPr>
          <p:cNvSpPr txBox="1"/>
          <p:nvPr/>
        </p:nvSpPr>
        <p:spPr>
          <a:xfrm>
            <a:off x="1971093" y="4251788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23" name="文字方塊 1522">
            <a:extLst>
              <a:ext uri="{FF2B5EF4-FFF2-40B4-BE49-F238E27FC236}">
                <a16:creationId xmlns:a16="http://schemas.microsoft.com/office/drawing/2014/main" id="{9991D254-094F-C124-54E3-E073D9590DCD}"/>
              </a:ext>
            </a:extLst>
          </p:cNvPr>
          <p:cNvSpPr txBox="1"/>
          <p:nvPr/>
        </p:nvSpPr>
        <p:spPr>
          <a:xfrm>
            <a:off x="5585267" y="4518496"/>
            <a:ext cx="89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右烘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C59BF855-0F88-25D4-5D6C-C1D2CF63B2D2}"/>
              </a:ext>
            </a:extLst>
          </p:cNvPr>
          <p:cNvSpPr txBox="1"/>
          <p:nvPr/>
        </p:nvSpPr>
        <p:spPr>
          <a:xfrm>
            <a:off x="2370129" y="945692"/>
            <a:ext cx="251952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B4D57442-15B1-13F6-A40B-661BA548A9FD}"/>
              </a:ext>
            </a:extLst>
          </p:cNvPr>
          <p:cNvGrpSpPr/>
          <p:nvPr/>
        </p:nvGrpSpPr>
        <p:grpSpPr>
          <a:xfrm rot="5400000">
            <a:off x="2699160" y="8158132"/>
            <a:ext cx="1562761" cy="5863723"/>
            <a:chOff x="10394777" y="756111"/>
            <a:chExt cx="1604487" cy="5913609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791B479-0C1D-3804-9D13-D95E9629E998}"/>
                </a:ext>
              </a:extLst>
            </p:cNvPr>
            <p:cNvSpPr/>
            <p:nvPr/>
          </p:nvSpPr>
          <p:spPr>
            <a:xfrm rot="10800000">
              <a:off x="10507664" y="2090812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6" name="六邊形 55">
              <a:extLst>
                <a:ext uri="{FF2B5EF4-FFF2-40B4-BE49-F238E27FC236}">
                  <a16:creationId xmlns:a16="http://schemas.microsoft.com/office/drawing/2014/main" id="{2B6ED9A8-2727-B89A-2166-A4444FF25631}"/>
                </a:ext>
              </a:extLst>
            </p:cNvPr>
            <p:cNvSpPr/>
            <p:nvPr/>
          </p:nvSpPr>
          <p:spPr>
            <a:xfrm rot="10800000">
              <a:off x="10562436" y="361627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7" name="六邊形 56">
              <a:extLst>
                <a:ext uri="{FF2B5EF4-FFF2-40B4-BE49-F238E27FC236}">
                  <a16:creationId xmlns:a16="http://schemas.microsoft.com/office/drawing/2014/main" id="{4CF30E3C-9941-FCEC-D5EC-1482E81CBD6C}"/>
                </a:ext>
              </a:extLst>
            </p:cNvPr>
            <p:cNvSpPr/>
            <p:nvPr/>
          </p:nvSpPr>
          <p:spPr>
            <a:xfrm rot="10800000">
              <a:off x="10562984" y="224837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8" name="六邊形 57">
              <a:extLst>
                <a:ext uri="{FF2B5EF4-FFF2-40B4-BE49-F238E27FC236}">
                  <a16:creationId xmlns:a16="http://schemas.microsoft.com/office/drawing/2014/main" id="{127303AA-E519-3455-AD76-E67207D0DD1C}"/>
                </a:ext>
              </a:extLst>
            </p:cNvPr>
            <p:cNvSpPr/>
            <p:nvPr/>
          </p:nvSpPr>
          <p:spPr>
            <a:xfrm rot="10800000">
              <a:off x="10562984" y="338363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9" name="六邊形 58">
              <a:extLst>
                <a:ext uri="{FF2B5EF4-FFF2-40B4-BE49-F238E27FC236}">
                  <a16:creationId xmlns:a16="http://schemas.microsoft.com/office/drawing/2014/main" id="{1C0F0464-C119-62F8-F2FF-5026EA1C1AAB}"/>
                </a:ext>
              </a:extLst>
            </p:cNvPr>
            <p:cNvSpPr/>
            <p:nvPr/>
          </p:nvSpPr>
          <p:spPr>
            <a:xfrm rot="10800000">
              <a:off x="10562985" y="314802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0" name="六邊形 59">
              <a:extLst>
                <a:ext uri="{FF2B5EF4-FFF2-40B4-BE49-F238E27FC236}">
                  <a16:creationId xmlns:a16="http://schemas.microsoft.com/office/drawing/2014/main" id="{B1721A1F-1968-1329-8A09-CC20244A7419}"/>
                </a:ext>
              </a:extLst>
            </p:cNvPr>
            <p:cNvSpPr/>
            <p:nvPr/>
          </p:nvSpPr>
          <p:spPr>
            <a:xfrm rot="10800000">
              <a:off x="10562986" y="29106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1" name="六邊形 60">
              <a:extLst>
                <a:ext uri="{FF2B5EF4-FFF2-40B4-BE49-F238E27FC236}">
                  <a16:creationId xmlns:a16="http://schemas.microsoft.com/office/drawing/2014/main" id="{EFFCD5CF-C124-6673-3090-DA3E3A707219}"/>
                </a:ext>
              </a:extLst>
            </p:cNvPr>
            <p:cNvSpPr/>
            <p:nvPr/>
          </p:nvSpPr>
          <p:spPr>
            <a:xfrm rot="10800000">
              <a:off x="10562986" y="268096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2" name="六邊形 61">
              <a:extLst>
                <a:ext uri="{FF2B5EF4-FFF2-40B4-BE49-F238E27FC236}">
                  <a16:creationId xmlns:a16="http://schemas.microsoft.com/office/drawing/2014/main" id="{376237CB-A38A-3F23-AFD3-F5BB44F23579}"/>
                </a:ext>
              </a:extLst>
            </p:cNvPr>
            <p:cNvSpPr/>
            <p:nvPr/>
          </p:nvSpPr>
          <p:spPr>
            <a:xfrm rot="10800000">
              <a:off x="10562987" y="243960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3" name="六邊形 62">
              <a:extLst>
                <a:ext uri="{FF2B5EF4-FFF2-40B4-BE49-F238E27FC236}">
                  <a16:creationId xmlns:a16="http://schemas.microsoft.com/office/drawing/2014/main" id="{75996DA2-1A74-BE5A-2786-B9F2DD938A4E}"/>
                </a:ext>
              </a:extLst>
            </p:cNvPr>
            <p:cNvSpPr/>
            <p:nvPr/>
          </p:nvSpPr>
          <p:spPr>
            <a:xfrm rot="10800000">
              <a:off x="10559934" y="22109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6" name="六邊形 1345">
              <a:extLst>
                <a:ext uri="{FF2B5EF4-FFF2-40B4-BE49-F238E27FC236}">
                  <a16:creationId xmlns:a16="http://schemas.microsoft.com/office/drawing/2014/main" id="{6D0B6DFF-07E3-CA27-B7FC-82F67C938425}"/>
                </a:ext>
              </a:extLst>
            </p:cNvPr>
            <p:cNvSpPr/>
            <p:nvPr/>
          </p:nvSpPr>
          <p:spPr>
            <a:xfrm flipV="1">
              <a:off x="10524621" y="2207328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5" name="直線接點 1354">
              <a:extLst>
                <a:ext uri="{FF2B5EF4-FFF2-40B4-BE49-F238E27FC236}">
                  <a16:creationId xmlns:a16="http://schemas.microsoft.com/office/drawing/2014/main" id="{5CDE76C0-0230-AD6B-F80D-70D335DBBA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29372" y="2082657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4" name="流程圖: 合併 1363">
              <a:extLst>
                <a:ext uri="{FF2B5EF4-FFF2-40B4-BE49-F238E27FC236}">
                  <a16:creationId xmlns:a16="http://schemas.microsoft.com/office/drawing/2014/main" id="{16830EA0-682B-3DAA-B5CA-67A35CA52258}"/>
                </a:ext>
              </a:extLst>
            </p:cNvPr>
            <p:cNvSpPr/>
            <p:nvPr/>
          </p:nvSpPr>
          <p:spPr>
            <a:xfrm rot="5400000" flipV="1">
              <a:off x="11015976" y="2195860"/>
              <a:ext cx="210183" cy="207552"/>
            </a:xfrm>
            <a:prstGeom prst="flowChartMerg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73" name="文字方塊 1372">
              <a:extLst>
                <a:ext uri="{FF2B5EF4-FFF2-40B4-BE49-F238E27FC236}">
                  <a16:creationId xmlns:a16="http://schemas.microsoft.com/office/drawing/2014/main" id="{B0E1094B-323E-1345-60EA-DD289D0B85BB}"/>
                </a:ext>
              </a:extLst>
            </p:cNvPr>
            <p:cNvSpPr txBox="1"/>
            <p:nvPr/>
          </p:nvSpPr>
          <p:spPr>
            <a:xfrm rot="16200000">
              <a:off x="9161309" y="4938878"/>
              <a:ext cx="3082358" cy="379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L-N:110V</a:t>
              </a:r>
              <a:endParaRPr lang="zh-TW" altLang="en-US" sz="1801" dirty="0"/>
            </a:p>
          </p:txBody>
        </p:sp>
        <p:sp>
          <p:nvSpPr>
            <p:cNvPr id="1374" name="六邊形 1373">
              <a:extLst>
                <a:ext uri="{FF2B5EF4-FFF2-40B4-BE49-F238E27FC236}">
                  <a16:creationId xmlns:a16="http://schemas.microsoft.com/office/drawing/2014/main" id="{F971B9D2-5CE5-1AE2-1BFB-5D31F7C3F680}"/>
                </a:ext>
              </a:extLst>
            </p:cNvPr>
            <p:cNvSpPr/>
            <p:nvPr/>
          </p:nvSpPr>
          <p:spPr>
            <a:xfrm rot="10800000">
              <a:off x="10570973" y="505812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2" name="六邊形 1381">
              <a:extLst>
                <a:ext uri="{FF2B5EF4-FFF2-40B4-BE49-F238E27FC236}">
                  <a16:creationId xmlns:a16="http://schemas.microsoft.com/office/drawing/2014/main" id="{E6A84105-2A2F-FCDF-AD16-9DE7DCFBD072}"/>
                </a:ext>
              </a:extLst>
            </p:cNvPr>
            <p:cNvSpPr/>
            <p:nvPr/>
          </p:nvSpPr>
          <p:spPr>
            <a:xfrm rot="10800000">
              <a:off x="10571521" y="4825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3" name="六邊形 1382">
              <a:extLst>
                <a:ext uri="{FF2B5EF4-FFF2-40B4-BE49-F238E27FC236}">
                  <a16:creationId xmlns:a16="http://schemas.microsoft.com/office/drawing/2014/main" id="{32E17DEF-B0FF-4AF4-18A2-A38AF2019EFA}"/>
                </a:ext>
              </a:extLst>
            </p:cNvPr>
            <p:cNvSpPr/>
            <p:nvPr/>
          </p:nvSpPr>
          <p:spPr>
            <a:xfrm rot="10800000">
              <a:off x="10571522" y="458987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91" name="六邊形 1390">
              <a:extLst>
                <a:ext uri="{FF2B5EF4-FFF2-40B4-BE49-F238E27FC236}">
                  <a16:creationId xmlns:a16="http://schemas.microsoft.com/office/drawing/2014/main" id="{33AF083A-47EF-3097-1A8F-8B29632C2A91}"/>
                </a:ext>
              </a:extLst>
            </p:cNvPr>
            <p:cNvSpPr/>
            <p:nvPr/>
          </p:nvSpPr>
          <p:spPr>
            <a:xfrm rot="10800000">
              <a:off x="10571523" y="435249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0" name="六邊形 1399">
              <a:extLst>
                <a:ext uri="{FF2B5EF4-FFF2-40B4-BE49-F238E27FC236}">
                  <a16:creationId xmlns:a16="http://schemas.microsoft.com/office/drawing/2014/main" id="{0F09FD12-6F5E-18F4-5F06-F776E9EDBBD6}"/>
                </a:ext>
              </a:extLst>
            </p:cNvPr>
            <p:cNvSpPr/>
            <p:nvPr/>
          </p:nvSpPr>
          <p:spPr>
            <a:xfrm rot="10800000">
              <a:off x="10571523" y="412281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9" name="六邊形 1408">
              <a:extLst>
                <a:ext uri="{FF2B5EF4-FFF2-40B4-BE49-F238E27FC236}">
                  <a16:creationId xmlns:a16="http://schemas.microsoft.com/office/drawing/2014/main" id="{4FD8FBA0-F42F-A660-B8E4-3FA9EC5B0811}"/>
                </a:ext>
              </a:extLst>
            </p:cNvPr>
            <p:cNvSpPr/>
            <p:nvPr/>
          </p:nvSpPr>
          <p:spPr>
            <a:xfrm rot="10800000">
              <a:off x="10571524" y="388145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17" name="矩形 1416">
              <a:extLst>
                <a:ext uri="{FF2B5EF4-FFF2-40B4-BE49-F238E27FC236}">
                  <a16:creationId xmlns:a16="http://schemas.microsoft.com/office/drawing/2014/main" id="{83C8C66A-F1BE-E016-0701-CED275A1D4CE}"/>
                </a:ext>
              </a:extLst>
            </p:cNvPr>
            <p:cNvSpPr/>
            <p:nvPr/>
          </p:nvSpPr>
          <p:spPr>
            <a:xfrm rot="10800000">
              <a:off x="11375573" y="2125688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0" name="六邊形 1419">
              <a:extLst>
                <a:ext uri="{FF2B5EF4-FFF2-40B4-BE49-F238E27FC236}">
                  <a16:creationId xmlns:a16="http://schemas.microsoft.com/office/drawing/2014/main" id="{DEA260BB-3068-F2A8-7122-40A8503D8BAD}"/>
                </a:ext>
              </a:extLst>
            </p:cNvPr>
            <p:cNvSpPr/>
            <p:nvPr/>
          </p:nvSpPr>
          <p:spPr>
            <a:xfrm rot="10800000">
              <a:off x="11430345" y="365115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6" name="六邊形 1425">
              <a:extLst>
                <a:ext uri="{FF2B5EF4-FFF2-40B4-BE49-F238E27FC236}">
                  <a16:creationId xmlns:a16="http://schemas.microsoft.com/office/drawing/2014/main" id="{01A4B0CB-568E-5140-4E47-20ADD681530F}"/>
                </a:ext>
              </a:extLst>
            </p:cNvPr>
            <p:cNvSpPr/>
            <p:nvPr/>
          </p:nvSpPr>
          <p:spPr>
            <a:xfrm rot="10800000">
              <a:off x="11430893" y="228325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5" name="六邊形 1434">
              <a:extLst>
                <a:ext uri="{FF2B5EF4-FFF2-40B4-BE49-F238E27FC236}">
                  <a16:creationId xmlns:a16="http://schemas.microsoft.com/office/drawing/2014/main" id="{158F2DA8-5A41-8615-15B1-5BDFCAEC09EE}"/>
                </a:ext>
              </a:extLst>
            </p:cNvPr>
            <p:cNvSpPr/>
            <p:nvPr/>
          </p:nvSpPr>
          <p:spPr>
            <a:xfrm rot="10800000">
              <a:off x="11430893" y="341850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44" name="六邊形 1443">
              <a:extLst>
                <a:ext uri="{FF2B5EF4-FFF2-40B4-BE49-F238E27FC236}">
                  <a16:creationId xmlns:a16="http://schemas.microsoft.com/office/drawing/2014/main" id="{95A74A88-7D3E-70EF-6379-247A2F6DD7A6}"/>
                </a:ext>
              </a:extLst>
            </p:cNvPr>
            <p:cNvSpPr/>
            <p:nvPr/>
          </p:nvSpPr>
          <p:spPr>
            <a:xfrm rot="10800000">
              <a:off x="11430894" y="318290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4" name="六邊形 1453">
              <a:extLst>
                <a:ext uri="{FF2B5EF4-FFF2-40B4-BE49-F238E27FC236}">
                  <a16:creationId xmlns:a16="http://schemas.microsoft.com/office/drawing/2014/main" id="{94C7D073-E38D-16C3-480C-37DA82710AFC}"/>
                </a:ext>
              </a:extLst>
            </p:cNvPr>
            <p:cNvSpPr/>
            <p:nvPr/>
          </p:nvSpPr>
          <p:spPr>
            <a:xfrm rot="10800000">
              <a:off x="11430895" y="29455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63" name="六邊形 1462">
              <a:extLst>
                <a:ext uri="{FF2B5EF4-FFF2-40B4-BE49-F238E27FC236}">
                  <a16:creationId xmlns:a16="http://schemas.microsoft.com/office/drawing/2014/main" id="{D343DB0E-7A33-5DC6-EE4D-71C25018320E}"/>
                </a:ext>
              </a:extLst>
            </p:cNvPr>
            <p:cNvSpPr/>
            <p:nvPr/>
          </p:nvSpPr>
          <p:spPr>
            <a:xfrm rot="10800000">
              <a:off x="11430895" y="271584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8" name="六邊形 127">
              <a:extLst>
                <a:ext uri="{FF2B5EF4-FFF2-40B4-BE49-F238E27FC236}">
                  <a16:creationId xmlns:a16="http://schemas.microsoft.com/office/drawing/2014/main" id="{2840A3DF-14C1-BC9D-0767-95400C92F2A0}"/>
                </a:ext>
              </a:extLst>
            </p:cNvPr>
            <p:cNvSpPr/>
            <p:nvPr/>
          </p:nvSpPr>
          <p:spPr>
            <a:xfrm rot="10800000">
              <a:off x="11430896" y="2474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9" name="六邊形 128">
              <a:extLst>
                <a:ext uri="{FF2B5EF4-FFF2-40B4-BE49-F238E27FC236}">
                  <a16:creationId xmlns:a16="http://schemas.microsoft.com/office/drawing/2014/main" id="{E15B220B-BF14-D8D1-640D-EE028BA4018D}"/>
                </a:ext>
              </a:extLst>
            </p:cNvPr>
            <p:cNvSpPr/>
            <p:nvPr/>
          </p:nvSpPr>
          <p:spPr>
            <a:xfrm rot="10800000">
              <a:off x="11427843" y="22458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0" name="六邊形 129">
              <a:extLst>
                <a:ext uri="{FF2B5EF4-FFF2-40B4-BE49-F238E27FC236}">
                  <a16:creationId xmlns:a16="http://schemas.microsoft.com/office/drawing/2014/main" id="{DD99E6F6-A98C-867D-B2D3-8B373ECAB78E}"/>
                </a:ext>
              </a:extLst>
            </p:cNvPr>
            <p:cNvSpPr/>
            <p:nvPr/>
          </p:nvSpPr>
          <p:spPr>
            <a:xfrm flipV="1">
              <a:off x="11392530" y="2242204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B12E2214-C166-B10B-3135-E833E35D52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697281" y="2117533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六邊形 131">
              <a:extLst>
                <a:ext uri="{FF2B5EF4-FFF2-40B4-BE49-F238E27FC236}">
                  <a16:creationId xmlns:a16="http://schemas.microsoft.com/office/drawing/2014/main" id="{98304CA3-4778-D022-D7E5-C8D08D2C0F14}"/>
                </a:ext>
              </a:extLst>
            </p:cNvPr>
            <p:cNvSpPr/>
            <p:nvPr/>
          </p:nvSpPr>
          <p:spPr>
            <a:xfrm rot="10800000">
              <a:off x="11438882" y="509300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3" name="六邊形 132">
              <a:extLst>
                <a:ext uri="{FF2B5EF4-FFF2-40B4-BE49-F238E27FC236}">
                  <a16:creationId xmlns:a16="http://schemas.microsoft.com/office/drawing/2014/main" id="{4F5B17C5-2802-F09A-E2AB-8A72CD5CE628}"/>
                </a:ext>
              </a:extLst>
            </p:cNvPr>
            <p:cNvSpPr/>
            <p:nvPr/>
          </p:nvSpPr>
          <p:spPr>
            <a:xfrm rot="10800000">
              <a:off x="11439430" y="486035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" name="六邊形 133">
              <a:extLst>
                <a:ext uri="{FF2B5EF4-FFF2-40B4-BE49-F238E27FC236}">
                  <a16:creationId xmlns:a16="http://schemas.microsoft.com/office/drawing/2014/main" id="{E473F4FE-1921-4A8C-C93C-E18E42AB60A0}"/>
                </a:ext>
              </a:extLst>
            </p:cNvPr>
            <p:cNvSpPr/>
            <p:nvPr/>
          </p:nvSpPr>
          <p:spPr>
            <a:xfrm rot="10800000">
              <a:off x="11439431" y="462475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5" name="六邊形 134">
              <a:extLst>
                <a:ext uri="{FF2B5EF4-FFF2-40B4-BE49-F238E27FC236}">
                  <a16:creationId xmlns:a16="http://schemas.microsoft.com/office/drawing/2014/main" id="{ACE6DD55-7FF1-8CD2-5FB3-C562A0F00FA4}"/>
                </a:ext>
              </a:extLst>
            </p:cNvPr>
            <p:cNvSpPr/>
            <p:nvPr/>
          </p:nvSpPr>
          <p:spPr>
            <a:xfrm rot="10800000">
              <a:off x="11439432" y="438737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" name="六邊形 142">
              <a:extLst>
                <a:ext uri="{FF2B5EF4-FFF2-40B4-BE49-F238E27FC236}">
                  <a16:creationId xmlns:a16="http://schemas.microsoft.com/office/drawing/2014/main" id="{7EDA98C7-557A-FDF9-FAD1-99BC8896A846}"/>
                </a:ext>
              </a:extLst>
            </p:cNvPr>
            <p:cNvSpPr/>
            <p:nvPr/>
          </p:nvSpPr>
          <p:spPr>
            <a:xfrm rot="10800000">
              <a:off x="11439432" y="415769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" name="六邊形 144">
              <a:extLst>
                <a:ext uri="{FF2B5EF4-FFF2-40B4-BE49-F238E27FC236}">
                  <a16:creationId xmlns:a16="http://schemas.microsoft.com/office/drawing/2014/main" id="{79ADF982-1C0F-2EFC-02C1-7666FE23CE12}"/>
                </a:ext>
              </a:extLst>
            </p:cNvPr>
            <p:cNvSpPr/>
            <p:nvPr/>
          </p:nvSpPr>
          <p:spPr>
            <a:xfrm rot="10800000">
              <a:off x="11439433" y="391632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4F0E94CC-2A90-16CE-FFBE-E8D158DD146C}"/>
                </a:ext>
              </a:extLst>
            </p:cNvPr>
            <p:cNvCxnSpPr>
              <a:cxnSpLocks/>
            </p:cNvCxnSpPr>
            <p:nvPr/>
          </p:nvCxnSpPr>
          <p:spPr>
            <a:xfrm>
              <a:off x="11911988" y="2224749"/>
              <a:ext cx="0" cy="2148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E0E2AF72-1E47-F2F2-9664-5F3CD6B7A488}"/>
                </a:ext>
              </a:extLst>
            </p:cNvPr>
            <p:cNvCxnSpPr>
              <a:cxnSpLocks/>
            </p:cNvCxnSpPr>
            <p:nvPr/>
          </p:nvCxnSpPr>
          <p:spPr>
            <a:xfrm>
              <a:off x="11959254" y="2244359"/>
              <a:ext cx="0" cy="177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69127B50-D22C-D7EC-4001-76F6F113FCF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9264" y="2278080"/>
              <a:ext cx="0" cy="121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54DC72E0-E1ED-A66C-EC77-09F8F2F47FA1}"/>
                </a:ext>
              </a:extLst>
            </p:cNvPr>
            <p:cNvSpPr txBox="1"/>
            <p:nvPr/>
          </p:nvSpPr>
          <p:spPr>
            <a:xfrm rot="16200000">
              <a:off x="9997233" y="1153655"/>
              <a:ext cx="1205881" cy="410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Nature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1D87CEB6-07AF-5269-5E93-00679429B51C}"/>
                </a:ext>
              </a:extLst>
            </p:cNvPr>
            <p:cNvSpPr txBox="1"/>
            <p:nvPr/>
          </p:nvSpPr>
          <p:spPr>
            <a:xfrm rot="16200000">
              <a:off x="10983520" y="1309523"/>
              <a:ext cx="948790" cy="410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sz="2000" b="1" dirty="0" err="1">
                  <a:latin typeface="標楷體" panose="03000509000000000000" pitchFamily="65" charset="-120"/>
                  <a:ea typeface="標楷體" panose="03000509000000000000" pitchFamily="65" charset="-120"/>
                </a:rPr>
                <a:t>Gnd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154" name="橢圓 153">
            <a:extLst>
              <a:ext uri="{FF2B5EF4-FFF2-40B4-BE49-F238E27FC236}">
                <a16:creationId xmlns:a16="http://schemas.microsoft.com/office/drawing/2014/main" id="{3C389A20-E458-7556-0454-E016DE3787DF}"/>
              </a:ext>
            </a:extLst>
          </p:cNvPr>
          <p:cNvSpPr/>
          <p:nvPr/>
        </p:nvSpPr>
        <p:spPr>
          <a:xfrm rot="5400000">
            <a:off x="2105904" y="6333733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5" name="直線接點 154">
            <a:extLst>
              <a:ext uri="{FF2B5EF4-FFF2-40B4-BE49-F238E27FC236}">
                <a16:creationId xmlns:a16="http://schemas.microsoft.com/office/drawing/2014/main" id="{2A487D9C-F4D1-38AE-46E9-8398CFC990AA}"/>
              </a:ext>
            </a:extLst>
          </p:cNvPr>
          <p:cNvCxnSpPr>
            <a:cxnSpLocks/>
          </p:cNvCxnSpPr>
          <p:nvPr/>
        </p:nvCxnSpPr>
        <p:spPr>
          <a:xfrm rot="5400000">
            <a:off x="2941245" y="5891331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橢圓 155">
            <a:extLst>
              <a:ext uri="{FF2B5EF4-FFF2-40B4-BE49-F238E27FC236}">
                <a16:creationId xmlns:a16="http://schemas.microsoft.com/office/drawing/2014/main" id="{38C1D598-3435-2207-4D79-304BE2566C92}"/>
              </a:ext>
            </a:extLst>
          </p:cNvPr>
          <p:cNvSpPr/>
          <p:nvPr/>
        </p:nvSpPr>
        <p:spPr>
          <a:xfrm rot="5134159">
            <a:off x="2362918" y="632979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CAA7DB6C-6733-E80A-0EE0-C43689C35873}"/>
              </a:ext>
            </a:extLst>
          </p:cNvPr>
          <p:cNvCxnSpPr>
            <a:cxnSpLocks/>
          </p:cNvCxnSpPr>
          <p:nvPr/>
        </p:nvCxnSpPr>
        <p:spPr>
          <a:xfrm rot="5400000">
            <a:off x="1709006" y="5981569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弧形 157">
            <a:extLst>
              <a:ext uri="{FF2B5EF4-FFF2-40B4-BE49-F238E27FC236}">
                <a16:creationId xmlns:a16="http://schemas.microsoft.com/office/drawing/2014/main" id="{70D9D09E-D132-B00B-FA8D-6120AC241692}"/>
              </a:ext>
            </a:extLst>
          </p:cNvPr>
          <p:cNvSpPr/>
          <p:nvPr/>
        </p:nvSpPr>
        <p:spPr>
          <a:xfrm rot="16200000">
            <a:off x="2161175" y="6222211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CA1FD301-2E45-47BA-C07B-EA20F83C31A4}"/>
              </a:ext>
            </a:extLst>
          </p:cNvPr>
          <p:cNvCxnSpPr/>
          <p:nvPr/>
        </p:nvCxnSpPr>
        <p:spPr>
          <a:xfrm rot="5400000" flipH="1">
            <a:off x="2821701" y="6259176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橢圓 160">
            <a:extLst>
              <a:ext uri="{FF2B5EF4-FFF2-40B4-BE49-F238E27FC236}">
                <a16:creationId xmlns:a16="http://schemas.microsoft.com/office/drawing/2014/main" id="{5B898F36-2C2F-5680-85B8-D1C9ABDE61C2}"/>
              </a:ext>
            </a:extLst>
          </p:cNvPr>
          <p:cNvSpPr/>
          <p:nvPr/>
        </p:nvSpPr>
        <p:spPr>
          <a:xfrm rot="5400000">
            <a:off x="2105904" y="715075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7A15B00E-9F47-D4B8-EAC1-DFFA4BE3BF6D}"/>
              </a:ext>
            </a:extLst>
          </p:cNvPr>
          <p:cNvCxnSpPr>
            <a:cxnSpLocks/>
          </p:cNvCxnSpPr>
          <p:nvPr/>
        </p:nvCxnSpPr>
        <p:spPr>
          <a:xfrm rot="5400000">
            <a:off x="2941245" y="6708354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橢圓 162">
            <a:extLst>
              <a:ext uri="{FF2B5EF4-FFF2-40B4-BE49-F238E27FC236}">
                <a16:creationId xmlns:a16="http://schemas.microsoft.com/office/drawing/2014/main" id="{22144FEC-DF9A-6C89-FF0E-7B7D589A3860}"/>
              </a:ext>
            </a:extLst>
          </p:cNvPr>
          <p:cNvSpPr/>
          <p:nvPr/>
        </p:nvSpPr>
        <p:spPr>
          <a:xfrm rot="5134159">
            <a:off x="2362918" y="7146819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4" name="直線接點 163">
            <a:extLst>
              <a:ext uri="{FF2B5EF4-FFF2-40B4-BE49-F238E27FC236}">
                <a16:creationId xmlns:a16="http://schemas.microsoft.com/office/drawing/2014/main" id="{4ECC95DD-1F23-F36D-AC16-256E828DC7AD}"/>
              </a:ext>
            </a:extLst>
          </p:cNvPr>
          <p:cNvCxnSpPr>
            <a:cxnSpLocks/>
          </p:cNvCxnSpPr>
          <p:nvPr/>
        </p:nvCxnSpPr>
        <p:spPr>
          <a:xfrm rot="5400000">
            <a:off x="1709006" y="6798593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弧形 164">
            <a:extLst>
              <a:ext uri="{FF2B5EF4-FFF2-40B4-BE49-F238E27FC236}">
                <a16:creationId xmlns:a16="http://schemas.microsoft.com/office/drawing/2014/main" id="{A4194A56-15B4-B220-A3CA-5DCEAEE459B6}"/>
              </a:ext>
            </a:extLst>
          </p:cNvPr>
          <p:cNvSpPr/>
          <p:nvPr/>
        </p:nvSpPr>
        <p:spPr>
          <a:xfrm rot="16200000">
            <a:off x="2161175" y="7026857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7" name="直線接點 166">
            <a:extLst>
              <a:ext uri="{FF2B5EF4-FFF2-40B4-BE49-F238E27FC236}">
                <a16:creationId xmlns:a16="http://schemas.microsoft.com/office/drawing/2014/main" id="{062275DF-EEB0-C47F-3734-92AAA6E59CB0}"/>
              </a:ext>
            </a:extLst>
          </p:cNvPr>
          <p:cNvCxnSpPr/>
          <p:nvPr/>
        </p:nvCxnSpPr>
        <p:spPr>
          <a:xfrm rot="5400000" flipH="1">
            <a:off x="2821701" y="7076199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橢圓 167">
            <a:extLst>
              <a:ext uri="{FF2B5EF4-FFF2-40B4-BE49-F238E27FC236}">
                <a16:creationId xmlns:a16="http://schemas.microsoft.com/office/drawing/2014/main" id="{DF194A94-D860-AC3D-5B9C-E258698F4A3E}"/>
              </a:ext>
            </a:extLst>
          </p:cNvPr>
          <p:cNvSpPr/>
          <p:nvPr/>
        </p:nvSpPr>
        <p:spPr>
          <a:xfrm rot="5400000">
            <a:off x="2110942" y="7977679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9" name="直線接點 168">
            <a:extLst>
              <a:ext uri="{FF2B5EF4-FFF2-40B4-BE49-F238E27FC236}">
                <a16:creationId xmlns:a16="http://schemas.microsoft.com/office/drawing/2014/main" id="{E83F8A3F-23E2-3AC4-7D75-6948D5068173}"/>
              </a:ext>
            </a:extLst>
          </p:cNvPr>
          <p:cNvCxnSpPr>
            <a:cxnSpLocks/>
          </p:cNvCxnSpPr>
          <p:nvPr/>
        </p:nvCxnSpPr>
        <p:spPr>
          <a:xfrm rot="5400000">
            <a:off x="2946282" y="7535277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橢圓 169">
            <a:extLst>
              <a:ext uri="{FF2B5EF4-FFF2-40B4-BE49-F238E27FC236}">
                <a16:creationId xmlns:a16="http://schemas.microsoft.com/office/drawing/2014/main" id="{723E0C43-20B4-CDA2-1E00-E03E37378367}"/>
              </a:ext>
            </a:extLst>
          </p:cNvPr>
          <p:cNvSpPr/>
          <p:nvPr/>
        </p:nvSpPr>
        <p:spPr>
          <a:xfrm rot="5134159">
            <a:off x="2367956" y="797374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AE4D05A8-8936-421B-3089-FBF001F251D6}"/>
              </a:ext>
            </a:extLst>
          </p:cNvPr>
          <p:cNvCxnSpPr>
            <a:cxnSpLocks/>
          </p:cNvCxnSpPr>
          <p:nvPr/>
        </p:nvCxnSpPr>
        <p:spPr>
          <a:xfrm rot="5400000">
            <a:off x="1714043" y="7625516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弧形 171">
            <a:extLst>
              <a:ext uri="{FF2B5EF4-FFF2-40B4-BE49-F238E27FC236}">
                <a16:creationId xmlns:a16="http://schemas.microsoft.com/office/drawing/2014/main" id="{FFF0E0A8-7661-12B6-29BB-441D9AE581D2}"/>
              </a:ext>
            </a:extLst>
          </p:cNvPr>
          <p:cNvSpPr/>
          <p:nvPr/>
        </p:nvSpPr>
        <p:spPr>
          <a:xfrm rot="16200000">
            <a:off x="2166212" y="7765956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CB37535F-9861-E4DD-7403-79FA29D67B9F}"/>
              </a:ext>
            </a:extLst>
          </p:cNvPr>
          <p:cNvCxnSpPr/>
          <p:nvPr/>
        </p:nvCxnSpPr>
        <p:spPr>
          <a:xfrm rot="5400000" flipH="1">
            <a:off x="2826738" y="7903121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B8656514-D93C-AF35-0833-C6B7FE6162C7}"/>
              </a:ext>
            </a:extLst>
          </p:cNvPr>
          <p:cNvSpPr txBox="1"/>
          <p:nvPr/>
        </p:nvSpPr>
        <p:spPr>
          <a:xfrm>
            <a:off x="2013700" y="8252070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9C1344D9-5B7A-3525-86B4-5E06D6268D0D}"/>
              </a:ext>
            </a:extLst>
          </p:cNvPr>
          <p:cNvSpPr/>
          <p:nvPr/>
        </p:nvSpPr>
        <p:spPr>
          <a:xfrm rot="5400000">
            <a:off x="4231360" y="7146385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3" name="直線接點 182">
            <a:extLst>
              <a:ext uri="{FF2B5EF4-FFF2-40B4-BE49-F238E27FC236}">
                <a16:creationId xmlns:a16="http://schemas.microsoft.com/office/drawing/2014/main" id="{6021E89B-E475-BD34-D126-FE32D45636DD}"/>
              </a:ext>
            </a:extLst>
          </p:cNvPr>
          <p:cNvCxnSpPr>
            <a:cxnSpLocks/>
          </p:cNvCxnSpPr>
          <p:nvPr/>
        </p:nvCxnSpPr>
        <p:spPr>
          <a:xfrm rot="5400000">
            <a:off x="4989901" y="6727521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橢圓 183">
            <a:extLst>
              <a:ext uri="{FF2B5EF4-FFF2-40B4-BE49-F238E27FC236}">
                <a16:creationId xmlns:a16="http://schemas.microsoft.com/office/drawing/2014/main" id="{227B2E34-7836-A08A-86A0-7874381EB840}"/>
              </a:ext>
            </a:extLst>
          </p:cNvPr>
          <p:cNvSpPr/>
          <p:nvPr/>
        </p:nvSpPr>
        <p:spPr>
          <a:xfrm rot="5134159">
            <a:off x="4488374" y="715338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5" name="直線接點 184">
            <a:extLst>
              <a:ext uri="{FF2B5EF4-FFF2-40B4-BE49-F238E27FC236}">
                <a16:creationId xmlns:a16="http://schemas.microsoft.com/office/drawing/2014/main" id="{4A27A014-6E4B-5048-F3AE-1CE07C88C549}"/>
              </a:ext>
            </a:extLst>
          </p:cNvPr>
          <p:cNvCxnSpPr>
            <a:cxnSpLocks/>
          </p:cNvCxnSpPr>
          <p:nvPr/>
        </p:nvCxnSpPr>
        <p:spPr>
          <a:xfrm rot="5400000" flipH="1">
            <a:off x="3840757" y="6796082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弧形 185">
            <a:extLst>
              <a:ext uri="{FF2B5EF4-FFF2-40B4-BE49-F238E27FC236}">
                <a16:creationId xmlns:a16="http://schemas.microsoft.com/office/drawing/2014/main" id="{B0A16006-8B7F-4A63-FB03-E773FE1A9DE0}"/>
              </a:ext>
            </a:extLst>
          </p:cNvPr>
          <p:cNvSpPr/>
          <p:nvPr/>
        </p:nvSpPr>
        <p:spPr>
          <a:xfrm rot="16200000">
            <a:off x="4280547" y="7030452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7" name="直線接點 186">
            <a:extLst>
              <a:ext uri="{FF2B5EF4-FFF2-40B4-BE49-F238E27FC236}">
                <a16:creationId xmlns:a16="http://schemas.microsoft.com/office/drawing/2014/main" id="{4D2524D3-4AB0-5477-8BFA-FE31DBF7EE77}"/>
              </a:ext>
            </a:extLst>
          </p:cNvPr>
          <p:cNvCxnSpPr/>
          <p:nvPr/>
        </p:nvCxnSpPr>
        <p:spPr>
          <a:xfrm rot="5400000" flipH="1">
            <a:off x="3802186" y="7092141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文字方塊 188">
            <a:extLst>
              <a:ext uri="{FF2B5EF4-FFF2-40B4-BE49-F238E27FC236}">
                <a16:creationId xmlns:a16="http://schemas.microsoft.com/office/drawing/2014/main" id="{2D3D7532-013D-68E3-9D71-D5B89EE44DCB}"/>
              </a:ext>
            </a:extLst>
          </p:cNvPr>
          <p:cNvSpPr txBox="1"/>
          <p:nvPr/>
        </p:nvSpPr>
        <p:spPr>
          <a:xfrm>
            <a:off x="4105467" y="6639239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91" name="文字方塊 190">
            <a:extLst>
              <a:ext uri="{FF2B5EF4-FFF2-40B4-BE49-F238E27FC236}">
                <a16:creationId xmlns:a16="http://schemas.microsoft.com/office/drawing/2014/main" id="{11997D6C-AEEF-D212-D0E8-961E7DBAFF0E}"/>
              </a:ext>
            </a:extLst>
          </p:cNvPr>
          <p:cNvSpPr txBox="1"/>
          <p:nvPr/>
        </p:nvSpPr>
        <p:spPr>
          <a:xfrm>
            <a:off x="1981574" y="6701044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57" name="橢圓 1556">
            <a:extLst>
              <a:ext uri="{FF2B5EF4-FFF2-40B4-BE49-F238E27FC236}">
                <a16:creationId xmlns:a16="http://schemas.microsoft.com/office/drawing/2014/main" id="{1729C5AE-D19D-5ED4-A208-DA7924C0B859}"/>
              </a:ext>
            </a:extLst>
          </p:cNvPr>
          <p:cNvSpPr/>
          <p:nvPr/>
        </p:nvSpPr>
        <p:spPr>
          <a:xfrm rot="5400000">
            <a:off x="2110942" y="8844667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58" name="直線接點 1557">
            <a:extLst>
              <a:ext uri="{FF2B5EF4-FFF2-40B4-BE49-F238E27FC236}">
                <a16:creationId xmlns:a16="http://schemas.microsoft.com/office/drawing/2014/main" id="{76A8C638-756F-73F7-6D39-AB3FC97523B8}"/>
              </a:ext>
            </a:extLst>
          </p:cNvPr>
          <p:cNvCxnSpPr>
            <a:cxnSpLocks/>
          </p:cNvCxnSpPr>
          <p:nvPr/>
        </p:nvCxnSpPr>
        <p:spPr>
          <a:xfrm rot="5400000">
            <a:off x="2946282" y="8402265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9" name="橢圓 1558">
            <a:extLst>
              <a:ext uri="{FF2B5EF4-FFF2-40B4-BE49-F238E27FC236}">
                <a16:creationId xmlns:a16="http://schemas.microsoft.com/office/drawing/2014/main" id="{F25DC311-F45A-32AF-3678-4C7AE492BCD0}"/>
              </a:ext>
            </a:extLst>
          </p:cNvPr>
          <p:cNvSpPr/>
          <p:nvPr/>
        </p:nvSpPr>
        <p:spPr>
          <a:xfrm rot="5134159">
            <a:off x="2367956" y="8840729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60" name="直線接點 1559">
            <a:extLst>
              <a:ext uri="{FF2B5EF4-FFF2-40B4-BE49-F238E27FC236}">
                <a16:creationId xmlns:a16="http://schemas.microsoft.com/office/drawing/2014/main" id="{18347DB1-6710-E956-7854-458D1741F247}"/>
              </a:ext>
            </a:extLst>
          </p:cNvPr>
          <p:cNvCxnSpPr>
            <a:cxnSpLocks/>
          </p:cNvCxnSpPr>
          <p:nvPr/>
        </p:nvCxnSpPr>
        <p:spPr>
          <a:xfrm rot="5400000">
            <a:off x="1714043" y="8492503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1" name="弧形 1560">
            <a:extLst>
              <a:ext uri="{FF2B5EF4-FFF2-40B4-BE49-F238E27FC236}">
                <a16:creationId xmlns:a16="http://schemas.microsoft.com/office/drawing/2014/main" id="{837452C8-5B22-60F7-89CE-99E9518006CF}"/>
              </a:ext>
            </a:extLst>
          </p:cNvPr>
          <p:cNvSpPr/>
          <p:nvPr/>
        </p:nvSpPr>
        <p:spPr>
          <a:xfrm rot="16200000">
            <a:off x="2166212" y="8632943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63" name="直線接點 1562">
            <a:extLst>
              <a:ext uri="{FF2B5EF4-FFF2-40B4-BE49-F238E27FC236}">
                <a16:creationId xmlns:a16="http://schemas.microsoft.com/office/drawing/2014/main" id="{434BC6BD-C39A-1238-B1ED-A42580F7F92C}"/>
              </a:ext>
            </a:extLst>
          </p:cNvPr>
          <p:cNvCxnSpPr/>
          <p:nvPr/>
        </p:nvCxnSpPr>
        <p:spPr>
          <a:xfrm rot="5400000" flipH="1">
            <a:off x="2826738" y="8770109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5" name="橢圓 1564">
            <a:extLst>
              <a:ext uri="{FF2B5EF4-FFF2-40B4-BE49-F238E27FC236}">
                <a16:creationId xmlns:a16="http://schemas.microsoft.com/office/drawing/2014/main" id="{691BDDAA-D031-95F7-5ECD-DEF677B15425}"/>
              </a:ext>
            </a:extLst>
          </p:cNvPr>
          <p:cNvSpPr/>
          <p:nvPr/>
        </p:nvSpPr>
        <p:spPr>
          <a:xfrm rot="5400000">
            <a:off x="4209033" y="552429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66" name="直線接點 1565">
            <a:extLst>
              <a:ext uri="{FF2B5EF4-FFF2-40B4-BE49-F238E27FC236}">
                <a16:creationId xmlns:a16="http://schemas.microsoft.com/office/drawing/2014/main" id="{68B55B1A-F133-1F14-42A8-C1E4BC2360CD}"/>
              </a:ext>
            </a:extLst>
          </p:cNvPr>
          <p:cNvCxnSpPr>
            <a:cxnSpLocks/>
          </p:cNvCxnSpPr>
          <p:nvPr/>
        </p:nvCxnSpPr>
        <p:spPr>
          <a:xfrm rot="5400000">
            <a:off x="4967572" y="5105426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7" name="橢圓 1566">
            <a:extLst>
              <a:ext uri="{FF2B5EF4-FFF2-40B4-BE49-F238E27FC236}">
                <a16:creationId xmlns:a16="http://schemas.microsoft.com/office/drawing/2014/main" id="{4C656136-FCE7-C418-1FD0-70E533B0B57A}"/>
              </a:ext>
            </a:extLst>
          </p:cNvPr>
          <p:cNvSpPr/>
          <p:nvPr/>
        </p:nvSpPr>
        <p:spPr>
          <a:xfrm rot="5134159">
            <a:off x="4466047" y="553129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68" name="直線接點 1567">
            <a:extLst>
              <a:ext uri="{FF2B5EF4-FFF2-40B4-BE49-F238E27FC236}">
                <a16:creationId xmlns:a16="http://schemas.microsoft.com/office/drawing/2014/main" id="{95F825A1-4A96-5C59-965D-FC8EE90096A8}"/>
              </a:ext>
            </a:extLst>
          </p:cNvPr>
          <p:cNvCxnSpPr>
            <a:cxnSpLocks/>
          </p:cNvCxnSpPr>
          <p:nvPr/>
        </p:nvCxnSpPr>
        <p:spPr>
          <a:xfrm rot="5400000" flipH="1">
            <a:off x="3818428" y="5173987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9" name="弧形 1568">
            <a:extLst>
              <a:ext uri="{FF2B5EF4-FFF2-40B4-BE49-F238E27FC236}">
                <a16:creationId xmlns:a16="http://schemas.microsoft.com/office/drawing/2014/main" id="{10A914E7-F2D7-E38C-EE52-DDF07F4F29C0}"/>
              </a:ext>
            </a:extLst>
          </p:cNvPr>
          <p:cNvSpPr/>
          <p:nvPr/>
        </p:nvSpPr>
        <p:spPr>
          <a:xfrm rot="16200000">
            <a:off x="4258220" y="5408357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70" name="直線接點 1569">
            <a:extLst>
              <a:ext uri="{FF2B5EF4-FFF2-40B4-BE49-F238E27FC236}">
                <a16:creationId xmlns:a16="http://schemas.microsoft.com/office/drawing/2014/main" id="{A6F07B51-797F-CB64-4C32-DB1AA6ED13A6}"/>
              </a:ext>
            </a:extLst>
          </p:cNvPr>
          <p:cNvCxnSpPr/>
          <p:nvPr/>
        </p:nvCxnSpPr>
        <p:spPr>
          <a:xfrm rot="5400000" flipH="1">
            <a:off x="3802525" y="5470046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2" name="文字方塊 1571">
            <a:extLst>
              <a:ext uri="{FF2B5EF4-FFF2-40B4-BE49-F238E27FC236}">
                <a16:creationId xmlns:a16="http://schemas.microsoft.com/office/drawing/2014/main" id="{92992827-5A5D-D1BB-F313-0C07FF5F88B0}"/>
              </a:ext>
            </a:extLst>
          </p:cNvPr>
          <p:cNvSpPr txBox="1"/>
          <p:nvPr/>
        </p:nvSpPr>
        <p:spPr>
          <a:xfrm>
            <a:off x="4083140" y="5039409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74" name="橢圓 1573">
            <a:extLst>
              <a:ext uri="{FF2B5EF4-FFF2-40B4-BE49-F238E27FC236}">
                <a16:creationId xmlns:a16="http://schemas.microsoft.com/office/drawing/2014/main" id="{649C2E18-B594-50AC-848C-59F471EB03B5}"/>
              </a:ext>
            </a:extLst>
          </p:cNvPr>
          <p:cNvSpPr/>
          <p:nvPr/>
        </p:nvSpPr>
        <p:spPr>
          <a:xfrm rot="5400000">
            <a:off x="4172454" y="6333812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75" name="直線接點 1574">
            <a:extLst>
              <a:ext uri="{FF2B5EF4-FFF2-40B4-BE49-F238E27FC236}">
                <a16:creationId xmlns:a16="http://schemas.microsoft.com/office/drawing/2014/main" id="{50F39B6F-DADE-0978-89CD-64CFBF5D63CB}"/>
              </a:ext>
            </a:extLst>
          </p:cNvPr>
          <p:cNvCxnSpPr>
            <a:cxnSpLocks/>
          </p:cNvCxnSpPr>
          <p:nvPr/>
        </p:nvCxnSpPr>
        <p:spPr>
          <a:xfrm rot="5400000">
            <a:off x="4930994" y="5914946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6" name="橢圓 1575">
            <a:extLst>
              <a:ext uri="{FF2B5EF4-FFF2-40B4-BE49-F238E27FC236}">
                <a16:creationId xmlns:a16="http://schemas.microsoft.com/office/drawing/2014/main" id="{3EFC287E-BC55-888A-49F7-A156D9A32590}"/>
              </a:ext>
            </a:extLst>
          </p:cNvPr>
          <p:cNvSpPr/>
          <p:nvPr/>
        </p:nvSpPr>
        <p:spPr>
          <a:xfrm rot="5134159">
            <a:off x="4429468" y="6340813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77" name="直線接點 1576">
            <a:extLst>
              <a:ext uri="{FF2B5EF4-FFF2-40B4-BE49-F238E27FC236}">
                <a16:creationId xmlns:a16="http://schemas.microsoft.com/office/drawing/2014/main" id="{DC761B0B-B892-A1B1-41C9-27C88CF6AE94}"/>
              </a:ext>
            </a:extLst>
          </p:cNvPr>
          <p:cNvCxnSpPr>
            <a:cxnSpLocks/>
          </p:cNvCxnSpPr>
          <p:nvPr/>
        </p:nvCxnSpPr>
        <p:spPr>
          <a:xfrm rot="5400000" flipH="1">
            <a:off x="3781850" y="5983508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8" name="弧形 1577">
            <a:extLst>
              <a:ext uri="{FF2B5EF4-FFF2-40B4-BE49-F238E27FC236}">
                <a16:creationId xmlns:a16="http://schemas.microsoft.com/office/drawing/2014/main" id="{7D48369D-7D22-C0AC-7363-361D62967DE8}"/>
              </a:ext>
            </a:extLst>
          </p:cNvPr>
          <p:cNvSpPr/>
          <p:nvPr/>
        </p:nvSpPr>
        <p:spPr>
          <a:xfrm rot="16200000">
            <a:off x="4221640" y="6217880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79" name="直線接點 1578">
            <a:extLst>
              <a:ext uri="{FF2B5EF4-FFF2-40B4-BE49-F238E27FC236}">
                <a16:creationId xmlns:a16="http://schemas.microsoft.com/office/drawing/2014/main" id="{C239992E-4AEA-7CBD-EC49-906E616E9363}"/>
              </a:ext>
            </a:extLst>
          </p:cNvPr>
          <p:cNvCxnSpPr/>
          <p:nvPr/>
        </p:nvCxnSpPr>
        <p:spPr>
          <a:xfrm rot="5400000" flipH="1">
            <a:off x="3754613" y="6279568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1" name="文字方塊 1580">
            <a:extLst>
              <a:ext uri="{FF2B5EF4-FFF2-40B4-BE49-F238E27FC236}">
                <a16:creationId xmlns:a16="http://schemas.microsoft.com/office/drawing/2014/main" id="{DA4AA387-0E42-F84C-B2EF-20ED3E641E3A}"/>
              </a:ext>
            </a:extLst>
          </p:cNvPr>
          <p:cNvSpPr txBox="1"/>
          <p:nvPr/>
        </p:nvSpPr>
        <p:spPr>
          <a:xfrm>
            <a:off x="4046560" y="5848930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85" name="橢圓 1584">
            <a:extLst>
              <a:ext uri="{FF2B5EF4-FFF2-40B4-BE49-F238E27FC236}">
                <a16:creationId xmlns:a16="http://schemas.microsoft.com/office/drawing/2014/main" id="{0D08B2A9-E3D1-7453-D899-CFC387926B84}"/>
              </a:ext>
            </a:extLst>
          </p:cNvPr>
          <p:cNvSpPr/>
          <p:nvPr/>
        </p:nvSpPr>
        <p:spPr>
          <a:xfrm rot="5400000">
            <a:off x="4231360" y="8845915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86" name="直線接點 1585">
            <a:extLst>
              <a:ext uri="{FF2B5EF4-FFF2-40B4-BE49-F238E27FC236}">
                <a16:creationId xmlns:a16="http://schemas.microsoft.com/office/drawing/2014/main" id="{DFC4F993-9E18-4A23-0355-24625767B20F}"/>
              </a:ext>
            </a:extLst>
          </p:cNvPr>
          <p:cNvCxnSpPr>
            <a:cxnSpLocks/>
          </p:cNvCxnSpPr>
          <p:nvPr/>
        </p:nvCxnSpPr>
        <p:spPr>
          <a:xfrm rot="5400000">
            <a:off x="4989901" y="8427048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" name="橢圓 1586">
            <a:extLst>
              <a:ext uri="{FF2B5EF4-FFF2-40B4-BE49-F238E27FC236}">
                <a16:creationId xmlns:a16="http://schemas.microsoft.com/office/drawing/2014/main" id="{A913A0DB-E3C0-AF36-76E6-2B453272A3CA}"/>
              </a:ext>
            </a:extLst>
          </p:cNvPr>
          <p:cNvSpPr/>
          <p:nvPr/>
        </p:nvSpPr>
        <p:spPr>
          <a:xfrm rot="5134159">
            <a:off x="4488374" y="8852915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88" name="直線接點 1587">
            <a:extLst>
              <a:ext uri="{FF2B5EF4-FFF2-40B4-BE49-F238E27FC236}">
                <a16:creationId xmlns:a16="http://schemas.microsoft.com/office/drawing/2014/main" id="{16E27E3E-C878-9C09-F96B-9C3AA61ADB05}"/>
              </a:ext>
            </a:extLst>
          </p:cNvPr>
          <p:cNvCxnSpPr>
            <a:cxnSpLocks/>
          </p:cNvCxnSpPr>
          <p:nvPr/>
        </p:nvCxnSpPr>
        <p:spPr>
          <a:xfrm rot="5400000" flipH="1">
            <a:off x="3840757" y="8495609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9" name="弧形 1588">
            <a:extLst>
              <a:ext uri="{FF2B5EF4-FFF2-40B4-BE49-F238E27FC236}">
                <a16:creationId xmlns:a16="http://schemas.microsoft.com/office/drawing/2014/main" id="{209F2368-6244-F05B-027B-CC84EFFB746D}"/>
              </a:ext>
            </a:extLst>
          </p:cNvPr>
          <p:cNvSpPr/>
          <p:nvPr/>
        </p:nvSpPr>
        <p:spPr>
          <a:xfrm rot="16200000">
            <a:off x="4280547" y="8729982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90" name="直線接點 1589">
            <a:extLst>
              <a:ext uri="{FF2B5EF4-FFF2-40B4-BE49-F238E27FC236}">
                <a16:creationId xmlns:a16="http://schemas.microsoft.com/office/drawing/2014/main" id="{7722FB0D-B152-A046-FDC1-559D1661B773}"/>
              </a:ext>
            </a:extLst>
          </p:cNvPr>
          <p:cNvCxnSpPr/>
          <p:nvPr/>
        </p:nvCxnSpPr>
        <p:spPr>
          <a:xfrm rot="5400000" flipH="1">
            <a:off x="3813519" y="8791670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2" name="文字方塊 1591">
            <a:extLst>
              <a:ext uri="{FF2B5EF4-FFF2-40B4-BE49-F238E27FC236}">
                <a16:creationId xmlns:a16="http://schemas.microsoft.com/office/drawing/2014/main" id="{5BC60EEE-BD42-1D48-A314-25BB4510402E}"/>
              </a:ext>
            </a:extLst>
          </p:cNvPr>
          <p:cNvSpPr txBox="1"/>
          <p:nvPr/>
        </p:nvSpPr>
        <p:spPr>
          <a:xfrm>
            <a:off x="4105467" y="8372166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94" name="文字方塊 1593">
            <a:extLst>
              <a:ext uri="{FF2B5EF4-FFF2-40B4-BE49-F238E27FC236}">
                <a16:creationId xmlns:a16="http://schemas.microsoft.com/office/drawing/2014/main" id="{8F1F12DB-EAF7-3E59-ED9D-992B218A5D2E}"/>
              </a:ext>
            </a:extLst>
          </p:cNvPr>
          <p:cNvSpPr txBox="1"/>
          <p:nvPr/>
        </p:nvSpPr>
        <p:spPr>
          <a:xfrm>
            <a:off x="1991241" y="5068807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95" name="文字方塊 1594">
            <a:extLst>
              <a:ext uri="{FF2B5EF4-FFF2-40B4-BE49-F238E27FC236}">
                <a16:creationId xmlns:a16="http://schemas.microsoft.com/office/drawing/2014/main" id="{A1FF0B54-EAA6-3F6D-E85B-1593793BF87B}"/>
              </a:ext>
            </a:extLst>
          </p:cNvPr>
          <p:cNvSpPr txBox="1"/>
          <p:nvPr/>
        </p:nvSpPr>
        <p:spPr>
          <a:xfrm>
            <a:off x="2059605" y="7428841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97" name="文字方塊 1596">
            <a:extLst>
              <a:ext uri="{FF2B5EF4-FFF2-40B4-BE49-F238E27FC236}">
                <a16:creationId xmlns:a16="http://schemas.microsoft.com/office/drawing/2014/main" id="{A95470A8-77A4-1426-8A57-5C7D65F52B9C}"/>
              </a:ext>
            </a:extLst>
          </p:cNvPr>
          <p:cNvSpPr txBox="1"/>
          <p:nvPr/>
        </p:nvSpPr>
        <p:spPr>
          <a:xfrm>
            <a:off x="531597" y="4531041"/>
            <a:ext cx="89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左烘</a:t>
            </a:r>
          </a:p>
        </p:txBody>
      </p:sp>
      <p:sp>
        <p:nvSpPr>
          <p:cNvPr id="1599" name="橢圓 1598">
            <a:extLst>
              <a:ext uri="{FF2B5EF4-FFF2-40B4-BE49-F238E27FC236}">
                <a16:creationId xmlns:a16="http://schemas.microsoft.com/office/drawing/2014/main" id="{6CD28425-5C9F-C642-29FD-ACCCC9B38132}"/>
              </a:ext>
            </a:extLst>
          </p:cNvPr>
          <p:cNvSpPr/>
          <p:nvPr/>
        </p:nvSpPr>
        <p:spPr>
          <a:xfrm rot="5400000">
            <a:off x="4217009" y="7970958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56" name="直線接點 255">
            <a:extLst>
              <a:ext uri="{FF2B5EF4-FFF2-40B4-BE49-F238E27FC236}">
                <a16:creationId xmlns:a16="http://schemas.microsoft.com/office/drawing/2014/main" id="{0EDB83B8-8109-7738-8FD8-BB1DB851EC43}"/>
              </a:ext>
            </a:extLst>
          </p:cNvPr>
          <p:cNvCxnSpPr>
            <a:cxnSpLocks/>
          </p:cNvCxnSpPr>
          <p:nvPr/>
        </p:nvCxnSpPr>
        <p:spPr>
          <a:xfrm rot="5400000">
            <a:off x="4975550" y="7552092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橢圓 256">
            <a:extLst>
              <a:ext uri="{FF2B5EF4-FFF2-40B4-BE49-F238E27FC236}">
                <a16:creationId xmlns:a16="http://schemas.microsoft.com/office/drawing/2014/main" id="{DAF18E32-68F1-868C-45A4-1BD0C24E5682}"/>
              </a:ext>
            </a:extLst>
          </p:cNvPr>
          <p:cNvSpPr/>
          <p:nvPr/>
        </p:nvSpPr>
        <p:spPr>
          <a:xfrm rot="5134159">
            <a:off x="4474023" y="7977958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58" name="直線接點 257">
            <a:extLst>
              <a:ext uri="{FF2B5EF4-FFF2-40B4-BE49-F238E27FC236}">
                <a16:creationId xmlns:a16="http://schemas.microsoft.com/office/drawing/2014/main" id="{AC383B13-CD51-12C0-391D-5C6D3A456F8A}"/>
              </a:ext>
            </a:extLst>
          </p:cNvPr>
          <p:cNvCxnSpPr>
            <a:cxnSpLocks/>
          </p:cNvCxnSpPr>
          <p:nvPr/>
        </p:nvCxnSpPr>
        <p:spPr>
          <a:xfrm rot="5400000" flipH="1">
            <a:off x="3826406" y="7620653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弧形 258">
            <a:extLst>
              <a:ext uri="{FF2B5EF4-FFF2-40B4-BE49-F238E27FC236}">
                <a16:creationId xmlns:a16="http://schemas.microsoft.com/office/drawing/2014/main" id="{24BF2205-02D1-3C3B-6D71-73369630EF19}"/>
              </a:ext>
            </a:extLst>
          </p:cNvPr>
          <p:cNvSpPr/>
          <p:nvPr/>
        </p:nvSpPr>
        <p:spPr>
          <a:xfrm rot="16200000">
            <a:off x="4266196" y="7855025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60" name="直線接點 259">
            <a:extLst>
              <a:ext uri="{FF2B5EF4-FFF2-40B4-BE49-F238E27FC236}">
                <a16:creationId xmlns:a16="http://schemas.microsoft.com/office/drawing/2014/main" id="{B0C3AC51-B27C-5E78-1B8A-174C3C7632BA}"/>
              </a:ext>
            </a:extLst>
          </p:cNvPr>
          <p:cNvCxnSpPr>
            <a:cxnSpLocks/>
          </p:cNvCxnSpPr>
          <p:nvPr/>
        </p:nvCxnSpPr>
        <p:spPr>
          <a:xfrm rot="5400000" flipH="1">
            <a:off x="3787835" y="7916712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文字方塊 261">
            <a:extLst>
              <a:ext uri="{FF2B5EF4-FFF2-40B4-BE49-F238E27FC236}">
                <a16:creationId xmlns:a16="http://schemas.microsoft.com/office/drawing/2014/main" id="{1128815D-D4E8-1AE4-B740-4648BAD1494D}"/>
              </a:ext>
            </a:extLst>
          </p:cNvPr>
          <p:cNvSpPr txBox="1"/>
          <p:nvPr/>
        </p:nvSpPr>
        <p:spPr>
          <a:xfrm>
            <a:off x="4091116" y="7463810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267" name="橢圓 266">
            <a:extLst>
              <a:ext uri="{FF2B5EF4-FFF2-40B4-BE49-F238E27FC236}">
                <a16:creationId xmlns:a16="http://schemas.microsoft.com/office/drawing/2014/main" id="{F6C21237-9F67-C450-0D44-4FD78A67B102}"/>
              </a:ext>
            </a:extLst>
          </p:cNvPr>
          <p:cNvSpPr/>
          <p:nvPr/>
        </p:nvSpPr>
        <p:spPr>
          <a:xfrm rot="5400000">
            <a:off x="4207612" y="9650267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68" name="直線接點 267">
            <a:extLst>
              <a:ext uri="{FF2B5EF4-FFF2-40B4-BE49-F238E27FC236}">
                <a16:creationId xmlns:a16="http://schemas.microsoft.com/office/drawing/2014/main" id="{FE50A210-BFE6-CF9E-FB60-E2D7B99BC823}"/>
              </a:ext>
            </a:extLst>
          </p:cNvPr>
          <p:cNvCxnSpPr>
            <a:cxnSpLocks/>
          </p:cNvCxnSpPr>
          <p:nvPr/>
        </p:nvCxnSpPr>
        <p:spPr>
          <a:xfrm rot="5400000">
            <a:off x="4966153" y="9231400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橢圓 268">
            <a:extLst>
              <a:ext uri="{FF2B5EF4-FFF2-40B4-BE49-F238E27FC236}">
                <a16:creationId xmlns:a16="http://schemas.microsoft.com/office/drawing/2014/main" id="{9897D1AC-E93D-6CAE-6DF8-D2D0AF6F608C}"/>
              </a:ext>
            </a:extLst>
          </p:cNvPr>
          <p:cNvSpPr/>
          <p:nvPr/>
        </p:nvSpPr>
        <p:spPr>
          <a:xfrm rot="5134159">
            <a:off x="4464627" y="9657267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70" name="直線接點 269">
            <a:extLst>
              <a:ext uri="{FF2B5EF4-FFF2-40B4-BE49-F238E27FC236}">
                <a16:creationId xmlns:a16="http://schemas.microsoft.com/office/drawing/2014/main" id="{3A982319-116A-29AB-1BE1-7BF2E7F689CA}"/>
              </a:ext>
            </a:extLst>
          </p:cNvPr>
          <p:cNvCxnSpPr>
            <a:cxnSpLocks/>
          </p:cNvCxnSpPr>
          <p:nvPr/>
        </p:nvCxnSpPr>
        <p:spPr>
          <a:xfrm rot="5400000" flipH="1">
            <a:off x="3817009" y="9299961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弧形 270">
            <a:extLst>
              <a:ext uri="{FF2B5EF4-FFF2-40B4-BE49-F238E27FC236}">
                <a16:creationId xmlns:a16="http://schemas.microsoft.com/office/drawing/2014/main" id="{AD47CCB0-5EB6-5C49-34F7-D22F8781B58A}"/>
              </a:ext>
            </a:extLst>
          </p:cNvPr>
          <p:cNvSpPr/>
          <p:nvPr/>
        </p:nvSpPr>
        <p:spPr>
          <a:xfrm rot="16200000">
            <a:off x="4256799" y="9534334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72" name="直線接點 271">
            <a:extLst>
              <a:ext uri="{FF2B5EF4-FFF2-40B4-BE49-F238E27FC236}">
                <a16:creationId xmlns:a16="http://schemas.microsoft.com/office/drawing/2014/main" id="{D512ED51-BFED-1A0C-BF01-369C1C4137AA}"/>
              </a:ext>
            </a:extLst>
          </p:cNvPr>
          <p:cNvCxnSpPr/>
          <p:nvPr/>
        </p:nvCxnSpPr>
        <p:spPr>
          <a:xfrm rot="5400000" flipH="1">
            <a:off x="3789771" y="9596022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文字方塊 272">
            <a:extLst>
              <a:ext uri="{FF2B5EF4-FFF2-40B4-BE49-F238E27FC236}">
                <a16:creationId xmlns:a16="http://schemas.microsoft.com/office/drawing/2014/main" id="{D00B9E4C-C46A-4C64-6ABB-23BC11C01827}"/>
              </a:ext>
            </a:extLst>
          </p:cNvPr>
          <p:cNvSpPr txBox="1"/>
          <p:nvPr/>
        </p:nvSpPr>
        <p:spPr>
          <a:xfrm>
            <a:off x="4081719" y="9176518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274" name="直線接點 273">
            <a:extLst>
              <a:ext uri="{FF2B5EF4-FFF2-40B4-BE49-F238E27FC236}">
                <a16:creationId xmlns:a16="http://schemas.microsoft.com/office/drawing/2014/main" id="{F2A4E2A1-CE6A-CFE9-45B9-7EB1F47382DB}"/>
              </a:ext>
            </a:extLst>
          </p:cNvPr>
          <p:cNvCxnSpPr/>
          <p:nvPr/>
        </p:nvCxnSpPr>
        <p:spPr>
          <a:xfrm rot="5400000" flipH="1">
            <a:off x="2987927" y="3812601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線接點 274">
            <a:extLst>
              <a:ext uri="{FF2B5EF4-FFF2-40B4-BE49-F238E27FC236}">
                <a16:creationId xmlns:a16="http://schemas.microsoft.com/office/drawing/2014/main" id="{B1509236-DAC6-BC11-0A48-BCAC31BB55AB}"/>
              </a:ext>
            </a:extLst>
          </p:cNvPr>
          <p:cNvCxnSpPr/>
          <p:nvPr/>
        </p:nvCxnSpPr>
        <p:spPr>
          <a:xfrm rot="5400000" flipH="1">
            <a:off x="3725189" y="3801469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64A7800D-C056-C885-5BE2-5A66F6FD3AE2}"/>
              </a:ext>
            </a:extLst>
          </p:cNvPr>
          <p:cNvSpPr txBox="1"/>
          <p:nvPr/>
        </p:nvSpPr>
        <p:spPr>
          <a:xfrm>
            <a:off x="319429" y="288609"/>
            <a:ext cx="6229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1F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JCA1F-D4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廚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B3E08991-6466-1107-1DBD-8F3359CF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8101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6</a:t>
            </a:fld>
            <a:endParaRPr lang="zh-TW" altLang="en-US" dirty="0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21B05028-DFE7-C69B-4E30-D9D6DB35509A}"/>
              </a:ext>
            </a:extLst>
          </p:cNvPr>
          <p:cNvCxnSpPr/>
          <p:nvPr/>
        </p:nvCxnSpPr>
        <p:spPr>
          <a:xfrm rot="5400000" flipH="1">
            <a:off x="3604258" y="3810979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2A34FF91-E2EC-BA3C-7C82-4277E0B81637}"/>
              </a:ext>
            </a:extLst>
          </p:cNvPr>
          <p:cNvSpPr txBox="1"/>
          <p:nvPr/>
        </p:nvSpPr>
        <p:spPr>
          <a:xfrm>
            <a:off x="5503394" y="3667630"/>
            <a:ext cx="1131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充電站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8682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C0EF-47F8-58A3-C4FF-A28DE112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4866AC-7963-0485-554B-FE59637A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15309" y="1060177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7</a:t>
            </a:fld>
            <a:endParaRPr lang="zh-TW" altLang="en-US" dirty="0"/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A53E6D93-5EDD-82AF-33A0-A7C372531FC6}"/>
              </a:ext>
            </a:extLst>
          </p:cNvPr>
          <p:cNvCxnSpPr>
            <a:cxnSpLocks/>
          </p:cNvCxnSpPr>
          <p:nvPr/>
        </p:nvCxnSpPr>
        <p:spPr>
          <a:xfrm rot="5400000" flipH="1">
            <a:off x="5005937" y="4366251"/>
            <a:ext cx="6638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E868F72E-AFEC-08DA-D8EB-BD9096CC0EB8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>
            <a:off x="568600" y="5952790"/>
            <a:ext cx="5795012" cy="1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7A70B64B-A4B6-0E4D-BEDE-2D24C9956A5E}"/>
              </a:ext>
            </a:extLst>
          </p:cNvPr>
          <p:cNvSpPr/>
          <p:nvPr/>
        </p:nvSpPr>
        <p:spPr>
          <a:xfrm>
            <a:off x="3369891" y="2747941"/>
            <a:ext cx="276753" cy="265145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4D105C9F-33B4-9498-5F87-3D98FD3E9D90}"/>
              </a:ext>
            </a:extLst>
          </p:cNvPr>
          <p:cNvSpPr/>
          <p:nvPr/>
        </p:nvSpPr>
        <p:spPr>
          <a:xfrm rot="15992770">
            <a:off x="3405694" y="2963207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BE29A026-8694-A2AF-E1C3-4E67A7FCDA86}"/>
              </a:ext>
            </a:extLst>
          </p:cNvPr>
          <p:cNvSpPr/>
          <p:nvPr/>
        </p:nvSpPr>
        <p:spPr>
          <a:xfrm rot="16200000">
            <a:off x="3405695" y="2689690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DB609F1B-3997-D06D-ABF3-94DEE5C3704F}"/>
              </a:ext>
            </a:extLst>
          </p:cNvPr>
          <p:cNvCxnSpPr>
            <a:cxnSpLocks/>
          </p:cNvCxnSpPr>
          <p:nvPr/>
        </p:nvCxnSpPr>
        <p:spPr>
          <a:xfrm rot="5400000" flipH="1">
            <a:off x="2857391" y="2108679"/>
            <a:ext cx="1189913" cy="18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ED075AEF-D060-8C1A-274A-668004B9ED96}"/>
              </a:ext>
            </a:extLst>
          </p:cNvPr>
          <p:cNvSpPr txBox="1"/>
          <p:nvPr/>
        </p:nvSpPr>
        <p:spPr>
          <a:xfrm>
            <a:off x="3623397" y="2697046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9331B9DB-CBA6-FC9B-FAF6-19D92646CFE8}"/>
              </a:ext>
            </a:extLst>
          </p:cNvPr>
          <p:cNvSpPr/>
          <p:nvPr/>
        </p:nvSpPr>
        <p:spPr>
          <a:xfrm rot="5400000">
            <a:off x="2106641" y="4772560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" name="直線接點 139">
            <a:extLst>
              <a:ext uri="{FF2B5EF4-FFF2-40B4-BE49-F238E27FC236}">
                <a16:creationId xmlns:a16="http://schemas.microsoft.com/office/drawing/2014/main" id="{35D970FA-6AB4-15BD-A4D0-E4D1F9E09615}"/>
              </a:ext>
            </a:extLst>
          </p:cNvPr>
          <p:cNvCxnSpPr>
            <a:cxnSpLocks/>
          </p:cNvCxnSpPr>
          <p:nvPr/>
        </p:nvCxnSpPr>
        <p:spPr>
          <a:xfrm rot="5400000" flipH="1">
            <a:off x="3373081" y="3683801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9F9FC9B5-5042-6B28-B3CF-508148260DB0}"/>
              </a:ext>
            </a:extLst>
          </p:cNvPr>
          <p:cNvCxnSpPr>
            <a:cxnSpLocks/>
          </p:cNvCxnSpPr>
          <p:nvPr/>
        </p:nvCxnSpPr>
        <p:spPr>
          <a:xfrm rot="5400000" flipH="1">
            <a:off x="3365461" y="3814975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9D700604-F46F-6722-7421-7BA9EF404770}"/>
              </a:ext>
            </a:extLst>
          </p:cNvPr>
          <p:cNvCxnSpPr>
            <a:cxnSpLocks/>
          </p:cNvCxnSpPr>
          <p:nvPr/>
        </p:nvCxnSpPr>
        <p:spPr>
          <a:xfrm rot="5400000" flipH="1">
            <a:off x="3356633" y="3942749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52268A69-1B3D-4F54-A89A-5E913A3AAD3A}"/>
              </a:ext>
            </a:extLst>
          </p:cNvPr>
          <p:cNvCxnSpPr>
            <a:cxnSpLocks/>
          </p:cNvCxnSpPr>
          <p:nvPr/>
        </p:nvCxnSpPr>
        <p:spPr>
          <a:xfrm rot="5400000">
            <a:off x="2952062" y="4325842"/>
            <a:ext cx="2508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0FECC4F7-9E8B-7771-35A9-83F9B658B538}"/>
              </a:ext>
            </a:extLst>
          </p:cNvPr>
          <p:cNvSpPr/>
          <p:nvPr/>
        </p:nvSpPr>
        <p:spPr>
          <a:xfrm rot="5134159">
            <a:off x="2365843" y="4768330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88B89AC6-83FD-70F3-F838-CA5F3E33D99A}"/>
              </a:ext>
            </a:extLst>
          </p:cNvPr>
          <p:cNvCxnSpPr>
            <a:cxnSpLocks/>
          </p:cNvCxnSpPr>
          <p:nvPr/>
        </p:nvCxnSpPr>
        <p:spPr>
          <a:xfrm rot="5400000">
            <a:off x="1709273" y="4417399"/>
            <a:ext cx="476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559152C3-A2C3-2828-6240-C83F8B910916}"/>
              </a:ext>
            </a:extLst>
          </p:cNvPr>
          <p:cNvSpPr/>
          <p:nvPr/>
        </p:nvSpPr>
        <p:spPr>
          <a:xfrm rot="16200000">
            <a:off x="2156583" y="4657768"/>
            <a:ext cx="289550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1" name="直線接點 1270">
            <a:extLst>
              <a:ext uri="{FF2B5EF4-FFF2-40B4-BE49-F238E27FC236}">
                <a16:creationId xmlns:a16="http://schemas.microsoft.com/office/drawing/2014/main" id="{81AD3DB6-273E-F729-9618-33F1B147DAE4}"/>
              </a:ext>
            </a:extLst>
          </p:cNvPr>
          <p:cNvCxnSpPr/>
          <p:nvPr/>
        </p:nvCxnSpPr>
        <p:spPr>
          <a:xfrm rot="5400000" flipH="1">
            <a:off x="2947266" y="4696050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A409B9C2-F09F-BE30-C6FE-F0DCA8CB8FE1}"/>
              </a:ext>
            </a:extLst>
          </p:cNvPr>
          <p:cNvSpPr/>
          <p:nvPr/>
        </p:nvSpPr>
        <p:spPr>
          <a:xfrm rot="5400000">
            <a:off x="2106641" y="5889352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D24443D6-2B46-9611-5B37-13F2E7637910}"/>
              </a:ext>
            </a:extLst>
          </p:cNvPr>
          <p:cNvCxnSpPr>
            <a:cxnSpLocks/>
          </p:cNvCxnSpPr>
          <p:nvPr/>
        </p:nvCxnSpPr>
        <p:spPr>
          <a:xfrm rot="5400000">
            <a:off x="2952062" y="5442634"/>
            <a:ext cx="2508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0D8190D4-A326-692E-85C2-FDBDC85DBD3A}"/>
              </a:ext>
            </a:extLst>
          </p:cNvPr>
          <p:cNvSpPr/>
          <p:nvPr/>
        </p:nvSpPr>
        <p:spPr>
          <a:xfrm rot="5134159">
            <a:off x="2365843" y="5885122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822B5F25-0897-8069-3252-93BB1FE1A6B0}"/>
              </a:ext>
            </a:extLst>
          </p:cNvPr>
          <p:cNvCxnSpPr>
            <a:cxnSpLocks/>
          </p:cNvCxnSpPr>
          <p:nvPr/>
        </p:nvCxnSpPr>
        <p:spPr>
          <a:xfrm rot="5400000">
            <a:off x="1709273" y="5534191"/>
            <a:ext cx="476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3CC1F381-EDEF-71A9-1C4C-9472A117C2F7}"/>
              </a:ext>
            </a:extLst>
          </p:cNvPr>
          <p:cNvSpPr/>
          <p:nvPr/>
        </p:nvSpPr>
        <p:spPr>
          <a:xfrm rot="16200000">
            <a:off x="2156583" y="5761266"/>
            <a:ext cx="289550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0" name="直線接點 1279">
            <a:extLst>
              <a:ext uri="{FF2B5EF4-FFF2-40B4-BE49-F238E27FC236}">
                <a16:creationId xmlns:a16="http://schemas.microsoft.com/office/drawing/2014/main" id="{CBD832F2-D7D5-5966-D503-F8FA7BAF125E}"/>
              </a:ext>
            </a:extLst>
          </p:cNvPr>
          <p:cNvCxnSpPr/>
          <p:nvPr/>
        </p:nvCxnSpPr>
        <p:spPr>
          <a:xfrm rot="5400000" flipH="1">
            <a:off x="2947266" y="5812841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9032E743-D20E-9A11-596E-B367BB5C5C1D}"/>
              </a:ext>
            </a:extLst>
          </p:cNvPr>
          <p:cNvSpPr txBox="1"/>
          <p:nvPr/>
        </p:nvSpPr>
        <p:spPr>
          <a:xfrm>
            <a:off x="1994053" y="6475182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252E54F8-A034-F7E9-2DF9-6EC670EFC86B}"/>
              </a:ext>
            </a:extLst>
          </p:cNvPr>
          <p:cNvSpPr/>
          <p:nvPr/>
        </p:nvSpPr>
        <p:spPr>
          <a:xfrm rot="5400000">
            <a:off x="4250181" y="4757796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0D4E0A33-586C-91B5-7AE3-ACBE8DE6D8E5}"/>
              </a:ext>
            </a:extLst>
          </p:cNvPr>
          <p:cNvSpPr/>
          <p:nvPr/>
        </p:nvSpPr>
        <p:spPr>
          <a:xfrm rot="5134159">
            <a:off x="4509381" y="4763636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9866C24E-764E-5FC9-4A14-52451C81F3C4}"/>
              </a:ext>
            </a:extLst>
          </p:cNvPr>
          <p:cNvCxnSpPr>
            <a:cxnSpLocks/>
          </p:cNvCxnSpPr>
          <p:nvPr/>
        </p:nvCxnSpPr>
        <p:spPr>
          <a:xfrm rot="5400000">
            <a:off x="3852812" y="4402635"/>
            <a:ext cx="476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4541BA90-27A1-27D5-B8F9-4F2829EDEE53}"/>
              </a:ext>
            </a:extLst>
          </p:cNvPr>
          <p:cNvSpPr/>
          <p:nvPr/>
        </p:nvSpPr>
        <p:spPr>
          <a:xfrm rot="16200000">
            <a:off x="4251484" y="4626784"/>
            <a:ext cx="289550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C1FE8888-39B2-7771-ABBE-E40BC08A21B6}"/>
              </a:ext>
            </a:extLst>
          </p:cNvPr>
          <p:cNvCxnSpPr/>
          <p:nvPr/>
        </p:nvCxnSpPr>
        <p:spPr>
          <a:xfrm rot="5400000" flipH="1">
            <a:off x="3753311" y="4701424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A359E1DE-3CA9-B9CD-D977-846054DFCEF9}"/>
              </a:ext>
            </a:extLst>
          </p:cNvPr>
          <p:cNvSpPr/>
          <p:nvPr/>
        </p:nvSpPr>
        <p:spPr>
          <a:xfrm rot="5400000">
            <a:off x="4250181" y="5884656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B2299CAC-D364-061F-FDD3-7973736B0123}"/>
              </a:ext>
            </a:extLst>
          </p:cNvPr>
          <p:cNvCxnSpPr>
            <a:cxnSpLocks/>
          </p:cNvCxnSpPr>
          <p:nvPr/>
        </p:nvCxnSpPr>
        <p:spPr>
          <a:xfrm rot="5400000">
            <a:off x="5018119" y="5462363"/>
            <a:ext cx="3518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7C3A7DA1-2DAF-97AD-73AA-AE04788F5D0F}"/>
              </a:ext>
            </a:extLst>
          </p:cNvPr>
          <p:cNvSpPr/>
          <p:nvPr/>
        </p:nvSpPr>
        <p:spPr>
          <a:xfrm rot="5134159">
            <a:off x="4509381" y="5892175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3860A669-314B-A3FA-069D-17656AA0A775}"/>
              </a:ext>
            </a:extLst>
          </p:cNvPr>
          <p:cNvCxnSpPr>
            <a:cxnSpLocks/>
          </p:cNvCxnSpPr>
          <p:nvPr/>
        </p:nvCxnSpPr>
        <p:spPr>
          <a:xfrm rot="5400000" flipH="1">
            <a:off x="3859085" y="5531008"/>
            <a:ext cx="7199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DE788028-8DC1-0881-424B-7068B334F4A0}"/>
              </a:ext>
            </a:extLst>
          </p:cNvPr>
          <p:cNvSpPr/>
          <p:nvPr/>
        </p:nvSpPr>
        <p:spPr>
          <a:xfrm rot="16200000">
            <a:off x="4293986" y="5765127"/>
            <a:ext cx="289550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B9FA7CC1-8C53-E467-D8EC-E44A5501E959}"/>
              </a:ext>
            </a:extLst>
          </p:cNvPr>
          <p:cNvCxnSpPr/>
          <p:nvPr/>
        </p:nvCxnSpPr>
        <p:spPr>
          <a:xfrm rot="5400000" flipH="1">
            <a:off x="3849147" y="5829966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D429C085-E037-B567-06F2-80F3E51621C0}"/>
              </a:ext>
            </a:extLst>
          </p:cNvPr>
          <p:cNvSpPr txBox="1"/>
          <p:nvPr/>
        </p:nvSpPr>
        <p:spPr>
          <a:xfrm>
            <a:off x="4147664" y="4203340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F542F351-2638-C6E6-7C47-91716F80E9DB}"/>
              </a:ext>
            </a:extLst>
          </p:cNvPr>
          <p:cNvSpPr txBox="1"/>
          <p:nvPr/>
        </p:nvSpPr>
        <p:spPr>
          <a:xfrm>
            <a:off x="4126265" y="5372524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9C8D41C6-2490-ABA9-12C2-ACFD8995D701}"/>
              </a:ext>
            </a:extLst>
          </p:cNvPr>
          <p:cNvSpPr txBox="1"/>
          <p:nvPr/>
        </p:nvSpPr>
        <p:spPr>
          <a:xfrm>
            <a:off x="1978813" y="4242697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CF61643A-3A87-56A2-1105-E9C1C7BDB211}"/>
              </a:ext>
            </a:extLst>
          </p:cNvPr>
          <p:cNvSpPr txBox="1"/>
          <p:nvPr/>
        </p:nvSpPr>
        <p:spPr>
          <a:xfrm>
            <a:off x="1973733" y="5344350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91DBA57-7782-12FC-A62B-83606926A288}"/>
              </a:ext>
            </a:extLst>
          </p:cNvPr>
          <p:cNvSpPr txBox="1"/>
          <p:nvPr/>
        </p:nvSpPr>
        <p:spPr>
          <a:xfrm>
            <a:off x="2716418" y="946731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E2E91C6-4BEE-0C10-F6EA-1E2223A8802B}"/>
              </a:ext>
            </a:extLst>
          </p:cNvPr>
          <p:cNvSpPr/>
          <p:nvPr/>
        </p:nvSpPr>
        <p:spPr>
          <a:xfrm rot="16200000">
            <a:off x="3312406" y="8570987"/>
            <a:ext cx="299083" cy="34570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6" name="六邊形 55">
            <a:extLst>
              <a:ext uri="{FF2B5EF4-FFF2-40B4-BE49-F238E27FC236}">
                <a16:creationId xmlns:a16="http://schemas.microsoft.com/office/drawing/2014/main" id="{754AC28F-9F4C-859D-E39D-974D7EF440BF}"/>
              </a:ext>
            </a:extLst>
          </p:cNvPr>
          <p:cNvSpPr/>
          <p:nvPr/>
        </p:nvSpPr>
        <p:spPr>
          <a:xfrm rot="16200000">
            <a:off x="3518858" y="10207075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7" name="六邊形 56">
            <a:extLst>
              <a:ext uri="{FF2B5EF4-FFF2-40B4-BE49-F238E27FC236}">
                <a16:creationId xmlns:a16="http://schemas.microsoft.com/office/drawing/2014/main" id="{2B9C4C23-F091-623D-5134-6F813D9CEFE3}"/>
              </a:ext>
            </a:extLst>
          </p:cNvPr>
          <p:cNvSpPr/>
          <p:nvPr/>
        </p:nvSpPr>
        <p:spPr>
          <a:xfrm rot="16200000">
            <a:off x="4886760" y="10207649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8" name="六邊形 57">
            <a:extLst>
              <a:ext uri="{FF2B5EF4-FFF2-40B4-BE49-F238E27FC236}">
                <a16:creationId xmlns:a16="http://schemas.microsoft.com/office/drawing/2014/main" id="{BB16784A-074F-B84F-6F4E-BC36B7FE5DD2}"/>
              </a:ext>
            </a:extLst>
          </p:cNvPr>
          <p:cNvSpPr/>
          <p:nvPr/>
        </p:nvSpPr>
        <p:spPr>
          <a:xfrm rot="16200000">
            <a:off x="3751503" y="10207649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9" name="六邊形 58">
            <a:extLst>
              <a:ext uri="{FF2B5EF4-FFF2-40B4-BE49-F238E27FC236}">
                <a16:creationId xmlns:a16="http://schemas.microsoft.com/office/drawing/2014/main" id="{07860468-0B1B-E5F9-61B1-E81CCBBF5F89}"/>
              </a:ext>
            </a:extLst>
          </p:cNvPr>
          <p:cNvSpPr/>
          <p:nvPr/>
        </p:nvSpPr>
        <p:spPr>
          <a:xfrm rot="16200000">
            <a:off x="3987106" y="10207650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0" name="六邊形 59">
            <a:extLst>
              <a:ext uri="{FF2B5EF4-FFF2-40B4-BE49-F238E27FC236}">
                <a16:creationId xmlns:a16="http://schemas.microsoft.com/office/drawing/2014/main" id="{6DC31AD0-171F-C85C-1B4A-485ECA58D524}"/>
              </a:ext>
            </a:extLst>
          </p:cNvPr>
          <p:cNvSpPr/>
          <p:nvPr/>
        </p:nvSpPr>
        <p:spPr>
          <a:xfrm rot="16200000">
            <a:off x="4224488" y="10207651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1" name="六邊形 60">
            <a:extLst>
              <a:ext uri="{FF2B5EF4-FFF2-40B4-BE49-F238E27FC236}">
                <a16:creationId xmlns:a16="http://schemas.microsoft.com/office/drawing/2014/main" id="{E44F73D3-B440-337B-827C-5B76F5606109}"/>
              </a:ext>
            </a:extLst>
          </p:cNvPr>
          <p:cNvSpPr/>
          <p:nvPr/>
        </p:nvSpPr>
        <p:spPr>
          <a:xfrm rot="16200000">
            <a:off x="4454168" y="10207651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2" name="六邊形 61">
            <a:extLst>
              <a:ext uri="{FF2B5EF4-FFF2-40B4-BE49-F238E27FC236}">
                <a16:creationId xmlns:a16="http://schemas.microsoft.com/office/drawing/2014/main" id="{1574FFBC-B4DE-EC50-C841-1ACFE3C8B360}"/>
              </a:ext>
            </a:extLst>
          </p:cNvPr>
          <p:cNvSpPr/>
          <p:nvPr/>
        </p:nvSpPr>
        <p:spPr>
          <a:xfrm rot="16200000">
            <a:off x="4695531" y="10207651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3" name="六邊形 62">
            <a:extLst>
              <a:ext uri="{FF2B5EF4-FFF2-40B4-BE49-F238E27FC236}">
                <a16:creationId xmlns:a16="http://schemas.microsoft.com/office/drawing/2014/main" id="{A5ED915D-943C-6542-3CA9-543A8CF64601}"/>
              </a:ext>
            </a:extLst>
          </p:cNvPr>
          <p:cNvSpPr/>
          <p:nvPr/>
        </p:nvSpPr>
        <p:spPr>
          <a:xfrm rot="16200000">
            <a:off x="4924187" y="10204458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46" name="六邊形 1345">
            <a:extLst>
              <a:ext uri="{FF2B5EF4-FFF2-40B4-BE49-F238E27FC236}">
                <a16:creationId xmlns:a16="http://schemas.microsoft.com/office/drawing/2014/main" id="{48658AEB-D5B0-813A-49CE-AE0195A2C3B0}"/>
              </a:ext>
            </a:extLst>
          </p:cNvPr>
          <p:cNvSpPr/>
          <p:nvPr/>
        </p:nvSpPr>
        <p:spPr>
          <a:xfrm rot="5400000" flipV="1">
            <a:off x="4876818" y="10185587"/>
            <a:ext cx="215013" cy="17928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5" name="直線接點 1354">
            <a:extLst>
              <a:ext uri="{FF2B5EF4-FFF2-40B4-BE49-F238E27FC236}">
                <a16:creationId xmlns:a16="http://schemas.microsoft.com/office/drawing/2014/main" id="{D5B0E77F-B611-7F41-A99E-A13CC742E6E5}"/>
              </a:ext>
            </a:extLst>
          </p:cNvPr>
          <p:cNvCxnSpPr>
            <a:cxnSpLocks/>
          </p:cNvCxnSpPr>
          <p:nvPr/>
        </p:nvCxnSpPr>
        <p:spPr>
          <a:xfrm>
            <a:off x="4981657" y="10267880"/>
            <a:ext cx="7961" cy="4456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4" name="流程圖: 合併 1363">
            <a:extLst>
              <a:ext uri="{FF2B5EF4-FFF2-40B4-BE49-F238E27FC236}">
                <a16:creationId xmlns:a16="http://schemas.microsoft.com/office/drawing/2014/main" id="{CC319546-3475-D5D3-F40D-2AD88E2A44E6}"/>
              </a:ext>
            </a:extLst>
          </p:cNvPr>
          <p:cNvSpPr/>
          <p:nvPr/>
        </p:nvSpPr>
        <p:spPr>
          <a:xfrm rot="10800000" flipV="1">
            <a:off x="4876565" y="10683170"/>
            <a:ext cx="210183" cy="217148"/>
          </a:xfrm>
          <a:prstGeom prst="flowChartMerg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3" name="文字方塊 1372">
            <a:extLst>
              <a:ext uri="{FF2B5EF4-FFF2-40B4-BE49-F238E27FC236}">
                <a16:creationId xmlns:a16="http://schemas.microsoft.com/office/drawing/2014/main" id="{F7DDC21E-5E9C-E727-71D3-73C9C444B47D}"/>
              </a:ext>
            </a:extLst>
          </p:cNvPr>
          <p:cNvSpPr txBox="1"/>
          <p:nvPr/>
        </p:nvSpPr>
        <p:spPr>
          <a:xfrm>
            <a:off x="585624" y="10115184"/>
            <a:ext cx="30823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L-N:110V</a:t>
            </a:r>
            <a:endParaRPr lang="zh-TW" altLang="en-US" sz="1801" dirty="0"/>
          </a:p>
        </p:txBody>
      </p:sp>
      <p:sp>
        <p:nvSpPr>
          <p:cNvPr id="1374" name="六邊形 1373">
            <a:extLst>
              <a:ext uri="{FF2B5EF4-FFF2-40B4-BE49-F238E27FC236}">
                <a16:creationId xmlns:a16="http://schemas.microsoft.com/office/drawing/2014/main" id="{FD33E9C6-7992-65EA-85EC-563AE2DAE0A4}"/>
              </a:ext>
            </a:extLst>
          </p:cNvPr>
          <p:cNvSpPr/>
          <p:nvPr/>
        </p:nvSpPr>
        <p:spPr>
          <a:xfrm rot="16200000">
            <a:off x="2077010" y="10216007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2" name="六邊形 1381">
            <a:extLst>
              <a:ext uri="{FF2B5EF4-FFF2-40B4-BE49-F238E27FC236}">
                <a16:creationId xmlns:a16="http://schemas.microsoft.com/office/drawing/2014/main" id="{5B684910-786F-9959-3EB5-B6FCB3696143}"/>
              </a:ext>
            </a:extLst>
          </p:cNvPr>
          <p:cNvSpPr/>
          <p:nvPr/>
        </p:nvSpPr>
        <p:spPr>
          <a:xfrm rot="16200000">
            <a:off x="2309655" y="10216581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3" name="六邊形 1382">
            <a:extLst>
              <a:ext uri="{FF2B5EF4-FFF2-40B4-BE49-F238E27FC236}">
                <a16:creationId xmlns:a16="http://schemas.microsoft.com/office/drawing/2014/main" id="{8761B8B0-56B2-4D94-C180-0227674A0F07}"/>
              </a:ext>
            </a:extLst>
          </p:cNvPr>
          <p:cNvSpPr/>
          <p:nvPr/>
        </p:nvSpPr>
        <p:spPr>
          <a:xfrm rot="16200000">
            <a:off x="2545257" y="10216582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1" name="六邊形 1390">
            <a:extLst>
              <a:ext uri="{FF2B5EF4-FFF2-40B4-BE49-F238E27FC236}">
                <a16:creationId xmlns:a16="http://schemas.microsoft.com/office/drawing/2014/main" id="{7D7DD2B7-DADF-C9E6-3D00-F58C11551439}"/>
              </a:ext>
            </a:extLst>
          </p:cNvPr>
          <p:cNvSpPr/>
          <p:nvPr/>
        </p:nvSpPr>
        <p:spPr>
          <a:xfrm rot="16200000">
            <a:off x="2782640" y="10216583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00" name="六邊形 1399">
            <a:extLst>
              <a:ext uri="{FF2B5EF4-FFF2-40B4-BE49-F238E27FC236}">
                <a16:creationId xmlns:a16="http://schemas.microsoft.com/office/drawing/2014/main" id="{BB52D744-E0EB-8CA0-5E8C-6D92B5AA5D15}"/>
              </a:ext>
            </a:extLst>
          </p:cNvPr>
          <p:cNvSpPr/>
          <p:nvPr/>
        </p:nvSpPr>
        <p:spPr>
          <a:xfrm rot="16200000">
            <a:off x="3012320" y="10216583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09" name="六邊形 1408">
            <a:extLst>
              <a:ext uri="{FF2B5EF4-FFF2-40B4-BE49-F238E27FC236}">
                <a16:creationId xmlns:a16="http://schemas.microsoft.com/office/drawing/2014/main" id="{511C44D4-7784-AC3C-24EC-EFAE1A50EDFF}"/>
              </a:ext>
            </a:extLst>
          </p:cNvPr>
          <p:cNvSpPr/>
          <p:nvPr/>
        </p:nvSpPr>
        <p:spPr>
          <a:xfrm rot="16200000">
            <a:off x="3253683" y="10216584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17" name="矩形 1416">
            <a:extLst>
              <a:ext uri="{FF2B5EF4-FFF2-40B4-BE49-F238E27FC236}">
                <a16:creationId xmlns:a16="http://schemas.microsoft.com/office/drawing/2014/main" id="{9F355E83-E76E-6005-52F5-78405D165C63}"/>
              </a:ext>
            </a:extLst>
          </p:cNvPr>
          <p:cNvSpPr/>
          <p:nvPr/>
        </p:nvSpPr>
        <p:spPr>
          <a:xfrm rot="16200000">
            <a:off x="3277530" y="9479024"/>
            <a:ext cx="299083" cy="34570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0" name="六邊形 1419">
            <a:extLst>
              <a:ext uri="{FF2B5EF4-FFF2-40B4-BE49-F238E27FC236}">
                <a16:creationId xmlns:a16="http://schemas.microsoft.com/office/drawing/2014/main" id="{F8C72867-9D74-45F5-16B0-779235E4EC53}"/>
              </a:ext>
            </a:extLst>
          </p:cNvPr>
          <p:cNvSpPr/>
          <p:nvPr/>
        </p:nvSpPr>
        <p:spPr>
          <a:xfrm rot="16200000">
            <a:off x="3483982" y="11115112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6" name="六邊形 1425">
            <a:extLst>
              <a:ext uri="{FF2B5EF4-FFF2-40B4-BE49-F238E27FC236}">
                <a16:creationId xmlns:a16="http://schemas.microsoft.com/office/drawing/2014/main" id="{62B73A29-4299-C802-7098-1669C357DE30}"/>
              </a:ext>
            </a:extLst>
          </p:cNvPr>
          <p:cNvSpPr/>
          <p:nvPr/>
        </p:nvSpPr>
        <p:spPr>
          <a:xfrm rot="16200000">
            <a:off x="4851883" y="11115685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35" name="六邊形 1434">
            <a:extLst>
              <a:ext uri="{FF2B5EF4-FFF2-40B4-BE49-F238E27FC236}">
                <a16:creationId xmlns:a16="http://schemas.microsoft.com/office/drawing/2014/main" id="{05B3A8B2-F26E-FFFC-0895-B81DFE87AE9C}"/>
              </a:ext>
            </a:extLst>
          </p:cNvPr>
          <p:cNvSpPr/>
          <p:nvPr/>
        </p:nvSpPr>
        <p:spPr>
          <a:xfrm rot="16200000">
            <a:off x="3716627" y="11115685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44" name="六邊形 1443">
            <a:extLst>
              <a:ext uri="{FF2B5EF4-FFF2-40B4-BE49-F238E27FC236}">
                <a16:creationId xmlns:a16="http://schemas.microsoft.com/office/drawing/2014/main" id="{E202C2FD-D48E-7DD4-3BCB-EF1B0E3AD132}"/>
              </a:ext>
            </a:extLst>
          </p:cNvPr>
          <p:cNvSpPr/>
          <p:nvPr/>
        </p:nvSpPr>
        <p:spPr>
          <a:xfrm rot="16200000">
            <a:off x="3952229" y="11115687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54" name="六邊形 1453">
            <a:extLst>
              <a:ext uri="{FF2B5EF4-FFF2-40B4-BE49-F238E27FC236}">
                <a16:creationId xmlns:a16="http://schemas.microsoft.com/office/drawing/2014/main" id="{45E0E406-8D2E-53A8-AED4-98B5ADDFD48E}"/>
              </a:ext>
            </a:extLst>
          </p:cNvPr>
          <p:cNvSpPr/>
          <p:nvPr/>
        </p:nvSpPr>
        <p:spPr>
          <a:xfrm rot="16200000">
            <a:off x="4189611" y="11115688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63" name="六邊形 1462">
            <a:extLst>
              <a:ext uri="{FF2B5EF4-FFF2-40B4-BE49-F238E27FC236}">
                <a16:creationId xmlns:a16="http://schemas.microsoft.com/office/drawing/2014/main" id="{EA5D30A6-9B46-E462-8771-67371275D3B3}"/>
              </a:ext>
            </a:extLst>
          </p:cNvPr>
          <p:cNvSpPr/>
          <p:nvPr/>
        </p:nvSpPr>
        <p:spPr>
          <a:xfrm rot="16200000">
            <a:off x="4419291" y="11115688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28" name="六邊形 127">
            <a:extLst>
              <a:ext uri="{FF2B5EF4-FFF2-40B4-BE49-F238E27FC236}">
                <a16:creationId xmlns:a16="http://schemas.microsoft.com/office/drawing/2014/main" id="{BA61DE53-DF6F-F1F2-3D58-9D98DE17A28B}"/>
              </a:ext>
            </a:extLst>
          </p:cNvPr>
          <p:cNvSpPr/>
          <p:nvPr/>
        </p:nvSpPr>
        <p:spPr>
          <a:xfrm rot="16200000">
            <a:off x="4660655" y="11115690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29" name="六邊形 128">
            <a:extLst>
              <a:ext uri="{FF2B5EF4-FFF2-40B4-BE49-F238E27FC236}">
                <a16:creationId xmlns:a16="http://schemas.microsoft.com/office/drawing/2014/main" id="{BB5CC552-2217-7F87-B0AF-81EB74298D13}"/>
              </a:ext>
            </a:extLst>
          </p:cNvPr>
          <p:cNvSpPr/>
          <p:nvPr/>
        </p:nvSpPr>
        <p:spPr>
          <a:xfrm rot="16200000">
            <a:off x="4889312" y="11112495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0" name="六邊形 129">
            <a:extLst>
              <a:ext uri="{FF2B5EF4-FFF2-40B4-BE49-F238E27FC236}">
                <a16:creationId xmlns:a16="http://schemas.microsoft.com/office/drawing/2014/main" id="{AB37037D-DD5C-74C0-1DAE-FAE2CD25C9C5}"/>
              </a:ext>
            </a:extLst>
          </p:cNvPr>
          <p:cNvSpPr/>
          <p:nvPr/>
        </p:nvSpPr>
        <p:spPr>
          <a:xfrm rot="5400000" flipV="1">
            <a:off x="4841942" y="11093624"/>
            <a:ext cx="215013" cy="17928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B7CF0E39-CA17-13C7-9A2B-9100A469FB00}"/>
              </a:ext>
            </a:extLst>
          </p:cNvPr>
          <p:cNvCxnSpPr>
            <a:cxnSpLocks/>
          </p:cNvCxnSpPr>
          <p:nvPr/>
        </p:nvCxnSpPr>
        <p:spPr>
          <a:xfrm>
            <a:off x="4946781" y="11175917"/>
            <a:ext cx="7961" cy="4456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六邊形 131">
            <a:extLst>
              <a:ext uri="{FF2B5EF4-FFF2-40B4-BE49-F238E27FC236}">
                <a16:creationId xmlns:a16="http://schemas.microsoft.com/office/drawing/2014/main" id="{39332557-AD23-F36B-A368-3EDBC5B3A1F6}"/>
              </a:ext>
            </a:extLst>
          </p:cNvPr>
          <p:cNvSpPr/>
          <p:nvPr/>
        </p:nvSpPr>
        <p:spPr>
          <a:xfrm rot="16200000">
            <a:off x="2042135" y="11124044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3" name="六邊形 132">
            <a:extLst>
              <a:ext uri="{FF2B5EF4-FFF2-40B4-BE49-F238E27FC236}">
                <a16:creationId xmlns:a16="http://schemas.microsoft.com/office/drawing/2014/main" id="{28093AAA-9B43-63FD-BF76-2F2F9A94F27D}"/>
              </a:ext>
            </a:extLst>
          </p:cNvPr>
          <p:cNvSpPr/>
          <p:nvPr/>
        </p:nvSpPr>
        <p:spPr>
          <a:xfrm rot="16200000">
            <a:off x="2274779" y="11124618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4" name="六邊形 133">
            <a:extLst>
              <a:ext uri="{FF2B5EF4-FFF2-40B4-BE49-F238E27FC236}">
                <a16:creationId xmlns:a16="http://schemas.microsoft.com/office/drawing/2014/main" id="{8E45E53A-B204-D13B-9E60-3C3D3A4B703C}"/>
              </a:ext>
            </a:extLst>
          </p:cNvPr>
          <p:cNvSpPr/>
          <p:nvPr/>
        </p:nvSpPr>
        <p:spPr>
          <a:xfrm rot="16200000">
            <a:off x="2510381" y="11124618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5" name="六邊形 134">
            <a:extLst>
              <a:ext uri="{FF2B5EF4-FFF2-40B4-BE49-F238E27FC236}">
                <a16:creationId xmlns:a16="http://schemas.microsoft.com/office/drawing/2014/main" id="{69C0FC04-3AE2-77E2-6880-FD760A42C878}"/>
              </a:ext>
            </a:extLst>
          </p:cNvPr>
          <p:cNvSpPr/>
          <p:nvPr/>
        </p:nvSpPr>
        <p:spPr>
          <a:xfrm rot="16200000">
            <a:off x="2747764" y="11124619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3" name="六邊形 142">
            <a:extLst>
              <a:ext uri="{FF2B5EF4-FFF2-40B4-BE49-F238E27FC236}">
                <a16:creationId xmlns:a16="http://schemas.microsoft.com/office/drawing/2014/main" id="{9B5A0E0A-4AED-C22E-B369-F9758C6D0F34}"/>
              </a:ext>
            </a:extLst>
          </p:cNvPr>
          <p:cNvSpPr/>
          <p:nvPr/>
        </p:nvSpPr>
        <p:spPr>
          <a:xfrm rot="16200000">
            <a:off x="2977444" y="11124619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5" name="六邊形 144">
            <a:extLst>
              <a:ext uri="{FF2B5EF4-FFF2-40B4-BE49-F238E27FC236}">
                <a16:creationId xmlns:a16="http://schemas.microsoft.com/office/drawing/2014/main" id="{55120B61-A72C-770A-AFF2-60BE6E6E4B1E}"/>
              </a:ext>
            </a:extLst>
          </p:cNvPr>
          <p:cNvSpPr/>
          <p:nvPr/>
        </p:nvSpPr>
        <p:spPr>
          <a:xfrm rot="16200000">
            <a:off x="3218807" y="11124620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E028A451-ED8B-1DEF-14FD-51905CD54B3E}"/>
              </a:ext>
            </a:extLst>
          </p:cNvPr>
          <p:cNvCxnSpPr>
            <a:cxnSpLocks/>
          </p:cNvCxnSpPr>
          <p:nvPr/>
        </p:nvCxnSpPr>
        <p:spPr>
          <a:xfrm rot="5400000">
            <a:off x="4949116" y="11511806"/>
            <a:ext cx="0" cy="2148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5F02EB9A-5214-846C-53FC-EDF475830711}"/>
              </a:ext>
            </a:extLst>
          </p:cNvPr>
          <p:cNvCxnSpPr>
            <a:cxnSpLocks/>
          </p:cNvCxnSpPr>
          <p:nvPr/>
        </p:nvCxnSpPr>
        <p:spPr>
          <a:xfrm rot="5400000">
            <a:off x="4948282" y="11580033"/>
            <a:ext cx="0" cy="1773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6D76744A-CA33-07D7-13DD-D1E14A4CC3DB}"/>
              </a:ext>
            </a:extLst>
          </p:cNvPr>
          <p:cNvCxnSpPr>
            <a:cxnSpLocks/>
          </p:cNvCxnSpPr>
          <p:nvPr/>
        </p:nvCxnSpPr>
        <p:spPr>
          <a:xfrm rot="5400000">
            <a:off x="4942342" y="11649673"/>
            <a:ext cx="0" cy="1217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ED27211A-AB8E-45F0-4529-F0FF9479FFD8}"/>
              </a:ext>
            </a:extLst>
          </p:cNvPr>
          <p:cNvSpPr txBox="1"/>
          <p:nvPr/>
        </p:nvSpPr>
        <p:spPr>
          <a:xfrm>
            <a:off x="5302438" y="9758682"/>
            <a:ext cx="948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Nature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9656B31C-2679-86DD-061F-3C849D0B11DE}"/>
              </a:ext>
            </a:extLst>
          </p:cNvPr>
          <p:cNvSpPr txBox="1"/>
          <p:nvPr/>
        </p:nvSpPr>
        <p:spPr>
          <a:xfrm>
            <a:off x="5291977" y="10929271"/>
            <a:ext cx="94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0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Gnd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DADB8FAC-A06D-9EEA-6FFC-2804874513A8}"/>
              </a:ext>
            </a:extLst>
          </p:cNvPr>
          <p:cNvCxnSpPr>
            <a:cxnSpLocks/>
          </p:cNvCxnSpPr>
          <p:nvPr/>
        </p:nvCxnSpPr>
        <p:spPr>
          <a:xfrm rot="5400000" flipH="1">
            <a:off x="5073055" y="6619891"/>
            <a:ext cx="6638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橢圓 3">
            <a:extLst>
              <a:ext uri="{FF2B5EF4-FFF2-40B4-BE49-F238E27FC236}">
                <a16:creationId xmlns:a16="http://schemas.microsoft.com/office/drawing/2014/main" id="{5A883F75-6B45-7FBB-B92D-5D28412ED102}"/>
              </a:ext>
            </a:extLst>
          </p:cNvPr>
          <p:cNvSpPr/>
          <p:nvPr/>
        </p:nvSpPr>
        <p:spPr>
          <a:xfrm rot="5400000">
            <a:off x="2173760" y="7026200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5F27D89-E950-39A7-DF87-4176C59FA086}"/>
              </a:ext>
            </a:extLst>
          </p:cNvPr>
          <p:cNvCxnSpPr>
            <a:cxnSpLocks/>
          </p:cNvCxnSpPr>
          <p:nvPr/>
        </p:nvCxnSpPr>
        <p:spPr>
          <a:xfrm rot="5400000">
            <a:off x="3019180" y="6579482"/>
            <a:ext cx="2508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DBA2DF99-E805-3E63-6065-A8ACB6D30251}"/>
              </a:ext>
            </a:extLst>
          </p:cNvPr>
          <p:cNvSpPr/>
          <p:nvPr/>
        </p:nvSpPr>
        <p:spPr>
          <a:xfrm rot="5134159">
            <a:off x="2432960" y="7021970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FDB7FE8-6D41-14FA-2C6E-0522B33F3CA4}"/>
              </a:ext>
            </a:extLst>
          </p:cNvPr>
          <p:cNvCxnSpPr>
            <a:cxnSpLocks/>
          </p:cNvCxnSpPr>
          <p:nvPr/>
        </p:nvCxnSpPr>
        <p:spPr>
          <a:xfrm rot="5400000">
            <a:off x="1776390" y="6671039"/>
            <a:ext cx="476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29EACEBF-B8F6-20F6-DDBC-ED484FD86EC0}"/>
              </a:ext>
            </a:extLst>
          </p:cNvPr>
          <p:cNvSpPr/>
          <p:nvPr/>
        </p:nvSpPr>
        <p:spPr>
          <a:xfrm rot="16200000">
            <a:off x="2223702" y="6911407"/>
            <a:ext cx="289550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256D9AD0-EF5B-3F7C-1DFB-B7631CC334D0}"/>
              </a:ext>
            </a:extLst>
          </p:cNvPr>
          <p:cNvCxnSpPr/>
          <p:nvPr/>
        </p:nvCxnSpPr>
        <p:spPr>
          <a:xfrm rot="5400000" flipH="1">
            <a:off x="3014383" y="6949689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87FB1C6F-7BBF-9079-EC0C-480144B6D4E6}"/>
              </a:ext>
            </a:extLst>
          </p:cNvPr>
          <p:cNvSpPr/>
          <p:nvPr/>
        </p:nvSpPr>
        <p:spPr>
          <a:xfrm rot="5400000">
            <a:off x="2173760" y="8142991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5D28061-DA8F-05E5-23C2-4F17B55F08C4}"/>
              </a:ext>
            </a:extLst>
          </p:cNvPr>
          <p:cNvCxnSpPr>
            <a:cxnSpLocks/>
          </p:cNvCxnSpPr>
          <p:nvPr/>
        </p:nvCxnSpPr>
        <p:spPr>
          <a:xfrm rot="5400000">
            <a:off x="3019180" y="7696273"/>
            <a:ext cx="2508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7292BBF9-1A15-68ED-73A9-EC5C633DDD9B}"/>
              </a:ext>
            </a:extLst>
          </p:cNvPr>
          <p:cNvSpPr/>
          <p:nvPr/>
        </p:nvSpPr>
        <p:spPr>
          <a:xfrm rot="5134159">
            <a:off x="2432960" y="8138761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81B6C3A8-48EF-20A0-FDEE-98E10FBFC83E}"/>
              </a:ext>
            </a:extLst>
          </p:cNvPr>
          <p:cNvCxnSpPr>
            <a:cxnSpLocks/>
          </p:cNvCxnSpPr>
          <p:nvPr/>
        </p:nvCxnSpPr>
        <p:spPr>
          <a:xfrm rot="5400000">
            <a:off x="1776390" y="7787829"/>
            <a:ext cx="476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86E48C4A-2CDD-06EA-4433-ABF17C635FE1}"/>
              </a:ext>
            </a:extLst>
          </p:cNvPr>
          <p:cNvSpPr/>
          <p:nvPr/>
        </p:nvSpPr>
        <p:spPr>
          <a:xfrm rot="16200000">
            <a:off x="2223702" y="8014904"/>
            <a:ext cx="289550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F4D2A262-A36E-9188-0644-DDFEE08488C0}"/>
              </a:ext>
            </a:extLst>
          </p:cNvPr>
          <p:cNvCxnSpPr/>
          <p:nvPr/>
        </p:nvCxnSpPr>
        <p:spPr>
          <a:xfrm rot="5400000" flipH="1">
            <a:off x="3014383" y="8066479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68A6CFB0-C5FB-75B9-F7B2-92C1D74CC1BB}"/>
              </a:ext>
            </a:extLst>
          </p:cNvPr>
          <p:cNvSpPr/>
          <p:nvPr/>
        </p:nvSpPr>
        <p:spPr>
          <a:xfrm rot="5400000">
            <a:off x="4317299" y="7011434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87104575-7587-EED5-55B2-2830A1C9281E}"/>
              </a:ext>
            </a:extLst>
          </p:cNvPr>
          <p:cNvSpPr/>
          <p:nvPr/>
        </p:nvSpPr>
        <p:spPr>
          <a:xfrm rot="5134159">
            <a:off x="4576500" y="7017274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5AC72CA-6539-4A4F-337D-CC63D44B836D}"/>
              </a:ext>
            </a:extLst>
          </p:cNvPr>
          <p:cNvCxnSpPr>
            <a:cxnSpLocks/>
          </p:cNvCxnSpPr>
          <p:nvPr/>
        </p:nvCxnSpPr>
        <p:spPr>
          <a:xfrm rot="5400000">
            <a:off x="3919930" y="6656274"/>
            <a:ext cx="476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弧形 26">
            <a:extLst>
              <a:ext uri="{FF2B5EF4-FFF2-40B4-BE49-F238E27FC236}">
                <a16:creationId xmlns:a16="http://schemas.microsoft.com/office/drawing/2014/main" id="{91D4D669-EB79-17B7-09CF-6C5C71583635}"/>
              </a:ext>
            </a:extLst>
          </p:cNvPr>
          <p:cNvSpPr/>
          <p:nvPr/>
        </p:nvSpPr>
        <p:spPr>
          <a:xfrm rot="16200000">
            <a:off x="4318603" y="6880423"/>
            <a:ext cx="289550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40B1F691-2637-DB88-24A3-E4E68E838213}"/>
              </a:ext>
            </a:extLst>
          </p:cNvPr>
          <p:cNvCxnSpPr/>
          <p:nvPr/>
        </p:nvCxnSpPr>
        <p:spPr>
          <a:xfrm rot="5400000" flipH="1">
            <a:off x="3820429" y="6955064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>
            <a:extLst>
              <a:ext uri="{FF2B5EF4-FFF2-40B4-BE49-F238E27FC236}">
                <a16:creationId xmlns:a16="http://schemas.microsoft.com/office/drawing/2014/main" id="{648D4A5F-B72B-4AD9-E473-71F91532EA08}"/>
              </a:ext>
            </a:extLst>
          </p:cNvPr>
          <p:cNvSpPr/>
          <p:nvPr/>
        </p:nvSpPr>
        <p:spPr>
          <a:xfrm rot="5400000">
            <a:off x="4283008" y="8138296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17E37BD7-BF2D-AABE-DB10-2F17FAE2B0AA}"/>
              </a:ext>
            </a:extLst>
          </p:cNvPr>
          <p:cNvCxnSpPr>
            <a:cxnSpLocks/>
          </p:cNvCxnSpPr>
          <p:nvPr/>
        </p:nvCxnSpPr>
        <p:spPr>
          <a:xfrm rot="5400000">
            <a:off x="5050946" y="7716003"/>
            <a:ext cx="3518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橢圓 31">
            <a:extLst>
              <a:ext uri="{FF2B5EF4-FFF2-40B4-BE49-F238E27FC236}">
                <a16:creationId xmlns:a16="http://schemas.microsoft.com/office/drawing/2014/main" id="{ED05100B-6036-7D6B-5565-1054D8855270}"/>
              </a:ext>
            </a:extLst>
          </p:cNvPr>
          <p:cNvSpPr/>
          <p:nvPr/>
        </p:nvSpPr>
        <p:spPr>
          <a:xfrm rot="5134159">
            <a:off x="4542209" y="8145815"/>
            <a:ext cx="99826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DCC4F3E-6805-739D-9CC1-0D984511B9A7}"/>
              </a:ext>
            </a:extLst>
          </p:cNvPr>
          <p:cNvCxnSpPr>
            <a:cxnSpLocks/>
          </p:cNvCxnSpPr>
          <p:nvPr/>
        </p:nvCxnSpPr>
        <p:spPr>
          <a:xfrm rot="5400000" flipH="1">
            <a:off x="3891914" y="7784646"/>
            <a:ext cx="7199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弧形 33">
            <a:extLst>
              <a:ext uri="{FF2B5EF4-FFF2-40B4-BE49-F238E27FC236}">
                <a16:creationId xmlns:a16="http://schemas.microsoft.com/office/drawing/2014/main" id="{B83E5507-5553-39FC-6603-85D5CDD0AC46}"/>
              </a:ext>
            </a:extLst>
          </p:cNvPr>
          <p:cNvSpPr/>
          <p:nvPr/>
        </p:nvSpPr>
        <p:spPr>
          <a:xfrm rot="16200000">
            <a:off x="4326815" y="8018767"/>
            <a:ext cx="289550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E94A1C76-4D05-4227-DF8D-B7FA6DE16BCD}"/>
              </a:ext>
            </a:extLst>
          </p:cNvPr>
          <p:cNvCxnSpPr/>
          <p:nvPr/>
        </p:nvCxnSpPr>
        <p:spPr>
          <a:xfrm rot="5400000" flipH="1">
            <a:off x="3881975" y="8083604"/>
            <a:ext cx="181502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4741725-E0C5-A1B9-E124-4F73B966F912}"/>
              </a:ext>
            </a:extLst>
          </p:cNvPr>
          <p:cNvSpPr txBox="1"/>
          <p:nvPr/>
        </p:nvSpPr>
        <p:spPr>
          <a:xfrm>
            <a:off x="4155565" y="6456527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50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48B0E29-3304-6A0B-440A-03BC1AC0DA29}"/>
              </a:ext>
            </a:extLst>
          </p:cNvPr>
          <p:cNvSpPr txBox="1"/>
          <p:nvPr/>
        </p:nvSpPr>
        <p:spPr>
          <a:xfrm>
            <a:off x="4147664" y="7626162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1152B14-ED1D-B36D-7E1A-C1BBBE84179F}"/>
              </a:ext>
            </a:extLst>
          </p:cNvPr>
          <p:cNvSpPr txBox="1"/>
          <p:nvPr/>
        </p:nvSpPr>
        <p:spPr>
          <a:xfrm>
            <a:off x="2008088" y="7614299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348444A-53DB-1A0F-962F-F7568FF54CF7}"/>
              </a:ext>
            </a:extLst>
          </p:cNvPr>
          <p:cNvSpPr txBox="1"/>
          <p:nvPr/>
        </p:nvSpPr>
        <p:spPr>
          <a:xfrm>
            <a:off x="5524625" y="6828816"/>
            <a:ext cx="1158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充電讚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35C517E-98BF-B37D-F5AA-3DED86D22A0C}"/>
              </a:ext>
            </a:extLst>
          </p:cNvPr>
          <p:cNvSpPr txBox="1"/>
          <p:nvPr/>
        </p:nvSpPr>
        <p:spPr>
          <a:xfrm>
            <a:off x="5535990" y="7979333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吹風機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59775AF-871C-EFC4-95D3-ACBF54733AAB}"/>
              </a:ext>
            </a:extLst>
          </p:cNvPr>
          <p:cNvSpPr txBox="1"/>
          <p:nvPr/>
        </p:nvSpPr>
        <p:spPr>
          <a:xfrm>
            <a:off x="293132" y="230374"/>
            <a:ext cx="6564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1F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JCA1F-D5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梯間</a:t>
            </a:r>
            <a:r>
              <a:rPr lang="en-US" altLang="zh-TW" sz="3200" b="1" dirty="0">
                <a:solidFill>
                  <a:srgbClr val="FF0000"/>
                </a:solidFill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</a:rPr>
              <a:t> </a:t>
            </a:r>
            <a:endParaRPr lang="zh-TW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261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27E7-1D01-BAEB-3C0B-B3D802CBD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6C2A35-A410-C150-016B-3D4A2668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59238" y="1063783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44994F00-2880-1B1B-05EF-E79CC856D6EA}"/>
              </a:ext>
            </a:extLst>
          </p:cNvPr>
          <p:cNvSpPr txBox="1"/>
          <p:nvPr/>
        </p:nvSpPr>
        <p:spPr>
          <a:xfrm>
            <a:off x="2451391" y="922940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358B08C-7EE5-0164-EE78-DC04E6EE0D45}"/>
              </a:ext>
            </a:extLst>
          </p:cNvPr>
          <p:cNvSpPr/>
          <p:nvPr/>
        </p:nvSpPr>
        <p:spPr>
          <a:xfrm rot="16200000">
            <a:off x="3312406" y="8753867"/>
            <a:ext cx="299083" cy="34570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6" name="六邊形 55">
            <a:extLst>
              <a:ext uri="{FF2B5EF4-FFF2-40B4-BE49-F238E27FC236}">
                <a16:creationId xmlns:a16="http://schemas.microsoft.com/office/drawing/2014/main" id="{990A9230-51C6-DBE7-CBB6-85ED8AF72E04}"/>
              </a:ext>
            </a:extLst>
          </p:cNvPr>
          <p:cNvSpPr/>
          <p:nvPr/>
        </p:nvSpPr>
        <p:spPr>
          <a:xfrm rot="16200000">
            <a:off x="3518858" y="10389955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7" name="六邊形 56">
            <a:extLst>
              <a:ext uri="{FF2B5EF4-FFF2-40B4-BE49-F238E27FC236}">
                <a16:creationId xmlns:a16="http://schemas.microsoft.com/office/drawing/2014/main" id="{B2E79FCD-0CB4-340C-332B-838ED9CFC171}"/>
              </a:ext>
            </a:extLst>
          </p:cNvPr>
          <p:cNvSpPr/>
          <p:nvPr/>
        </p:nvSpPr>
        <p:spPr>
          <a:xfrm rot="16200000">
            <a:off x="4886760" y="10390529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8" name="六邊形 57">
            <a:extLst>
              <a:ext uri="{FF2B5EF4-FFF2-40B4-BE49-F238E27FC236}">
                <a16:creationId xmlns:a16="http://schemas.microsoft.com/office/drawing/2014/main" id="{FD3244C4-696F-A9A6-7B0E-2C0CD9CA21F6}"/>
              </a:ext>
            </a:extLst>
          </p:cNvPr>
          <p:cNvSpPr/>
          <p:nvPr/>
        </p:nvSpPr>
        <p:spPr>
          <a:xfrm rot="16200000">
            <a:off x="3751503" y="10390529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9" name="六邊形 58">
            <a:extLst>
              <a:ext uri="{FF2B5EF4-FFF2-40B4-BE49-F238E27FC236}">
                <a16:creationId xmlns:a16="http://schemas.microsoft.com/office/drawing/2014/main" id="{5F66C094-1FBA-D4BF-C3E9-69DC9A69E3AB}"/>
              </a:ext>
            </a:extLst>
          </p:cNvPr>
          <p:cNvSpPr/>
          <p:nvPr/>
        </p:nvSpPr>
        <p:spPr>
          <a:xfrm rot="16200000">
            <a:off x="3987106" y="10390530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0" name="六邊形 59">
            <a:extLst>
              <a:ext uri="{FF2B5EF4-FFF2-40B4-BE49-F238E27FC236}">
                <a16:creationId xmlns:a16="http://schemas.microsoft.com/office/drawing/2014/main" id="{9F04D61D-F63C-55DF-1552-383F9A73D792}"/>
              </a:ext>
            </a:extLst>
          </p:cNvPr>
          <p:cNvSpPr/>
          <p:nvPr/>
        </p:nvSpPr>
        <p:spPr>
          <a:xfrm rot="16200000">
            <a:off x="4224488" y="10390531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1" name="六邊形 60">
            <a:extLst>
              <a:ext uri="{FF2B5EF4-FFF2-40B4-BE49-F238E27FC236}">
                <a16:creationId xmlns:a16="http://schemas.microsoft.com/office/drawing/2014/main" id="{7B21D322-A7AD-5CAE-5FD1-C4BBAE1F594C}"/>
              </a:ext>
            </a:extLst>
          </p:cNvPr>
          <p:cNvSpPr/>
          <p:nvPr/>
        </p:nvSpPr>
        <p:spPr>
          <a:xfrm rot="16200000">
            <a:off x="4454168" y="10390531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2" name="六邊形 61">
            <a:extLst>
              <a:ext uri="{FF2B5EF4-FFF2-40B4-BE49-F238E27FC236}">
                <a16:creationId xmlns:a16="http://schemas.microsoft.com/office/drawing/2014/main" id="{9CB0AA1B-F50C-CEC6-301F-F1394C20805D}"/>
              </a:ext>
            </a:extLst>
          </p:cNvPr>
          <p:cNvSpPr/>
          <p:nvPr/>
        </p:nvSpPr>
        <p:spPr>
          <a:xfrm rot="16200000">
            <a:off x="4695531" y="10390531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3" name="六邊形 62">
            <a:extLst>
              <a:ext uri="{FF2B5EF4-FFF2-40B4-BE49-F238E27FC236}">
                <a16:creationId xmlns:a16="http://schemas.microsoft.com/office/drawing/2014/main" id="{04319172-2AEA-84C7-5604-5B453189057D}"/>
              </a:ext>
            </a:extLst>
          </p:cNvPr>
          <p:cNvSpPr/>
          <p:nvPr/>
        </p:nvSpPr>
        <p:spPr>
          <a:xfrm rot="16200000">
            <a:off x="4924187" y="10387338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46" name="六邊形 1345">
            <a:extLst>
              <a:ext uri="{FF2B5EF4-FFF2-40B4-BE49-F238E27FC236}">
                <a16:creationId xmlns:a16="http://schemas.microsoft.com/office/drawing/2014/main" id="{2F640D8B-38DC-A62F-53D6-F5BB42B23504}"/>
              </a:ext>
            </a:extLst>
          </p:cNvPr>
          <p:cNvSpPr/>
          <p:nvPr/>
        </p:nvSpPr>
        <p:spPr>
          <a:xfrm rot="5400000" flipV="1">
            <a:off x="4876818" y="10368467"/>
            <a:ext cx="215013" cy="17928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5" name="直線接點 1354">
            <a:extLst>
              <a:ext uri="{FF2B5EF4-FFF2-40B4-BE49-F238E27FC236}">
                <a16:creationId xmlns:a16="http://schemas.microsoft.com/office/drawing/2014/main" id="{EB1A0D02-6F64-5452-2CFC-2FF33366EA7F}"/>
              </a:ext>
            </a:extLst>
          </p:cNvPr>
          <p:cNvCxnSpPr>
            <a:cxnSpLocks/>
          </p:cNvCxnSpPr>
          <p:nvPr/>
        </p:nvCxnSpPr>
        <p:spPr>
          <a:xfrm>
            <a:off x="4981657" y="10450760"/>
            <a:ext cx="7961" cy="4456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4" name="流程圖: 合併 1363">
            <a:extLst>
              <a:ext uri="{FF2B5EF4-FFF2-40B4-BE49-F238E27FC236}">
                <a16:creationId xmlns:a16="http://schemas.microsoft.com/office/drawing/2014/main" id="{C0C4DB6F-02D0-78BC-F545-A14907E86EE5}"/>
              </a:ext>
            </a:extLst>
          </p:cNvPr>
          <p:cNvSpPr/>
          <p:nvPr/>
        </p:nvSpPr>
        <p:spPr>
          <a:xfrm rot="10800000" flipV="1">
            <a:off x="4876565" y="10866050"/>
            <a:ext cx="210183" cy="217148"/>
          </a:xfrm>
          <a:prstGeom prst="flowChartMerg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3" name="文字方塊 1372">
            <a:extLst>
              <a:ext uri="{FF2B5EF4-FFF2-40B4-BE49-F238E27FC236}">
                <a16:creationId xmlns:a16="http://schemas.microsoft.com/office/drawing/2014/main" id="{F5E7DE85-80D6-C7F8-7C6B-67B0F12A1DA4}"/>
              </a:ext>
            </a:extLst>
          </p:cNvPr>
          <p:cNvSpPr txBox="1"/>
          <p:nvPr/>
        </p:nvSpPr>
        <p:spPr>
          <a:xfrm>
            <a:off x="611192" y="10320806"/>
            <a:ext cx="30823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L-N:113V</a:t>
            </a:r>
            <a:endParaRPr lang="zh-TW" altLang="en-US" sz="1801" dirty="0"/>
          </a:p>
        </p:txBody>
      </p:sp>
      <p:sp>
        <p:nvSpPr>
          <p:cNvPr id="1374" name="六邊形 1373">
            <a:extLst>
              <a:ext uri="{FF2B5EF4-FFF2-40B4-BE49-F238E27FC236}">
                <a16:creationId xmlns:a16="http://schemas.microsoft.com/office/drawing/2014/main" id="{F7DFBAAC-0AE0-DB68-4805-A0B73A4A6419}"/>
              </a:ext>
            </a:extLst>
          </p:cNvPr>
          <p:cNvSpPr/>
          <p:nvPr/>
        </p:nvSpPr>
        <p:spPr>
          <a:xfrm rot="16200000">
            <a:off x="2077010" y="10398887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2" name="六邊形 1381">
            <a:extLst>
              <a:ext uri="{FF2B5EF4-FFF2-40B4-BE49-F238E27FC236}">
                <a16:creationId xmlns:a16="http://schemas.microsoft.com/office/drawing/2014/main" id="{F4DAD1D6-D7D8-13CE-B025-BC5EAD7BAA64}"/>
              </a:ext>
            </a:extLst>
          </p:cNvPr>
          <p:cNvSpPr/>
          <p:nvPr/>
        </p:nvSpPr>
        <p:spPr>
          <a:xfrm rot="16200000">
            <a:off x="2309655" y="10399461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3" name="六邊形 1382">
            <a:extLst>
              <a:ext uri="{FF2B5EF4-FFF2-40B4-BE49-F238E27FC236}">
                <a16:creationId xmlns:a16="http://schemas.microsoft.com/office/drawing/2014/main" id="{8231E63E-802D-0AC7-06AF-6D18F7D19C23}"/>
              </a:ext>
            </a:extLst>
          </p:cNvPr>
          <p:cNvSpPr/>
          <p:nvPr/>
        </p:nvSpPr>
        <p:spPr>
          <a:xfrm rot="16200000">
            <a:off x="2545257" y="10399462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1" name="六邊形 1390">
            <a:extLst>
              <a:ext uri="{FF2B5EF4-FFF2-40B4-BE49-F238E27FC236}">
                <a16:creationId xmlns:a16="http://schemas.microsoft.com/office/drawing/2014/main" id="{8895C0E9-77E9-7F37-743A-C6C8CB4E34C0}"/>
              </a:ext>
            </a:extLst>
          </p:cNvPr>
          <p:cNvSpPr/>
          <p:nvPr/>
        </p:nvSpPr>
        <p:spPr>
          <a:xfrm rot="16200000">
            <a:off x="2782640" y="10399463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00" name="六邊形 1399">
            <a:extLst>
              <a:ext uri="{FF2B5EF4-FFF2-40B4-BE49-F238E27FC236}">
                <a16:creationId xmlns:a16="http://schemas.microsoft.com/office/drawing/2014/main" id="{BC9747B5-82A0-882E-D206-C19259535A13}"/>
              </a:ext>
            </a:extLst>
          </p:cNvPr>
          <p:cNvSpPr/>
          <p:nvPr/>
        </p:nvSpPr>
        <p:spPr>
          <a:xfrm rot="16200000">
            <a:off x="3012320" y="10399463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09" name="六邊形 1408">
            <a:extLst>
              <a:ext uri="{FF2B5EF4-FFF2-40B4-BE49-F238E27FC236}">
                <a16:creationId xmlns:a16="http://schemas.microsoft.com/office/drawing/2014/main" id="{076D77CD-D89D-FCB1-C848-2C21C9DCBE99}"/>
              </a:ext>
            </a:extLst>
          </p:cNvPr>
          <p:cNvSpPr/>
          <p:nvPr/>
        </p:nvSpPr>
        <p:spPr>
          <a:xfrm rot="16200000">
            <a:off x="3253683" y="10399464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17" name="矩形 1416">
            <a:extLst>
              <a:ext uri="{FF2B5EF4-FFF2-40B4-BE49-F238E27FC236}">
                <a16:creationId xmlns:a16="http://schemas.microsoft.com/office/drawing/2014/main" id="{00F6DB9D-BD9C-2568-C071-7077B64B7F15}"/>
              </a:ext>
            </a:extLst>
          </p:cNvPr>
          <p:cNvSpPr/>
          <p:nvPr/>
        </p:nvSpPr>
        <p:spPr>
          <a:xfrm rot="16200000">
            <a:off x="1452833" y="2248471"/>
            <a:ext cx="289574" cy="3630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6" name="六邊形 1425">
            <a:extLst>
              <a:ext uri="{FF2B5EF4-FFF2-40B4-BE49-F238E27FC236}">
                <a16:creationId xmlns:a16="http://schemas.microsoft.com/office/drawing/2014/main" id="{3968A13D-C6CC-79AA-4075-CF03E4DF5812}"/>
              </a:ext>
            </a:extLst>
          </p:cNvPr>
          <p:cNvSpPr/>
          <p:nvPr/>
        </p:nvSpPr>
        <p:spPr>
          <a:xfrm rot="16200000">
            <a:off x="1506075" y="2371194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29" name="六邊形 128">
            <a:extLst>
              <a:ext uri="{FF2B5EF4-FFF2-40B4-BE49-F238E27FC236}">
                <a16:creationId xmlns:a16="http://schemas.microsoft.com/office/drawing/2014/main" id="{646A35BA-770C-38F0-C5DB-EC6F0A487639}"/>
              </a:ext>
            </a:extLst>
          </p:cNvPr>
          <p:cNvSpPr/>
          <p:nvPr/>
        </p:nvSpPr>
        <p:spPr>
          <a:xfrm rot="16200000">
            <a:off x="1543504" y="2368003"/>
            <a:ext cx="145950" cy="146366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0" name="六邊形 129">
            <a:extLst>
              <a:ext uri="{FF2B5EF4-FFF2-40B4-BE49-F238E27FC236}">
                <a16:creationId xmlns:a16="http://schemas.microsoft.com/office/drawing/2014/main" id="{6099CBF7-6CF1-18A4-DAC3-5827ED975672}"/>
              </a:ext>
            </a:extLst>
          </p:cNvPr>
          <p:cNvSpPr/>
          <p:nvPr/>
        </p:nvSpPr>
        <p:spPr>
          <a:xfrm rot="5400000" flipV="1">
            <a:off x="1496134" y="2349132"/>
            <a:ext cx="215013" cy="179281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BDDF3537-2A2F-E661-EE27-FCC5CE069A7C}"/>
              </a:ext>
            </a:extLst>
          </p:cNvPr>
          <p:cNvCxnSpPr>
            <a:cxnSpLocks/>
          </p:cNvCxnSpPr>
          <p:nvPr/>
        </p:nvCxnSpPr>
        <p:spPr>
          <a:xfrm>
            <a:off x="1600973" y="2431426"/>
            <a:ext cx="7961" cy="4456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4C4D048-5582-ACCB-F0F6-ACBF7AD9C0FD}"/>
              </a:ext>
            </a:extLst>
          </p:cNvPr>
          <p:cNvCxnSpPr>
            <a:cxnSpLocks/>
          </p:cNvCxnSpPr>
          <p:nvPr/>
        </p:nvCxnSpPr>
        <p:spPr>
          <a:xfrm rot="5400000">
            <a:off x="1603308" y="2767315"/>
            <a:ext cx="0" cy="2148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75DB96EF-F1A7-11A7-A890-8CD7675C83E0}"/>
              </a:ext>
            </a:extLst>
          </p:cNvPr>
          <p:cNvCxnSpPr>
            <a:cxnSpLocks/>
          </p:cNvCxnSpPr>
          <p:nvPr/>
        </p:nvCxnSpPr>
        <p:spPr>
          <a:xfrm rot="5400000">
            <a:off x="1602474" y="2835543"/>
            <a:ext cx="0" cy="1773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C207C2D8-8792-D380-9E33-AF2E8CFA1F08}"/>
              </a:ext>
            </a:extLst>
          </p:cNvPr>
          <p:cNvCxnSpPr>
            <a:cxnSpLocks/>
          </p:cNvCxnSpPr>
          <p:nvPr/>
        </p:nvCxnSpPr>
        <p:spPr>
          <a:xfrm rot="5400000">
            <a:off x="1596534" y="2905182"/>
            <a:ext cx="0" cy="1217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6DB5BDE6-C52C-F682-DF2D-9F6A7E983EFC}"/>
              </a:ext>
            </a:extLst>
          </p:cNvPr>
          <p:cNvSpPr txBox="1"/>
          <p:nvPr/>
        </p:nvSpPr>
        <p:spPr>
          <a:xfrm>
            <a:off x="1683014" y="2710150"/>
            <a:ext cx="948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0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Gnd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B9F614-D43B-03E7-7065-732AC2BE742A}"/>
              </a:ext>
            </a:extLst>
          </p:cNvPr>
          <p:cNvSpPr txBox="1"/>
          <p:nvPr/>
        </p:nvSpPr>
        <p:spPr>
          <a:xfrm>
            <a:off x="96255" y="233115"/>
            <a:ext cx="6761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1F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JCA1F-D6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交誼廳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endParaRPr lang="zh-TW" altLang="en-US" sz="3200" dirty="0">
              <a:latin typeface="+mn-ea"/>
            </a:endParaRPr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9B121F3E-79C7-5952-1C0F-422651959032}"/>
              </a:ext>
            </a:extLst>
          </p:cNvPr>
          <p:cNvCxnSpPr>
            <a:cxnSpLocks/>
          </p:cNvCxnSpPr>
          <p:nvPr/>
        </p:nvCxnSpPr>
        <p:spPr>
          <a:xfrm rot="5400000" flipH="1">
            <a:off x="4977916" y="4224159"/>
            <a:ext cx="6180" cy="8933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26D6579-C2C8-E638-C6A5-B9F81B017EF3}"/>
              </a:ext>
            </a:extLst>
          </p:cNvPr>
          <p:cNvCxnSpPr>
            <a:cxnSpLocks/>
            <a:endCxn id="9" idx="2"/>
          </p:cNvCxnSpPr>
          <p:nvPr/>
        </p:nvCxnSpPr>
        <p:spPr>
          <a:xfrm rot="5400000" flipH="1">
            <a:off x="471440" y="6355055"/>
            <a:ext cx="59436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 7">
            <a:extLst>
              <a:ext uri="{FF2B5EF4-FFF2-40B4-BE49-F238E27FC236}">
                <a16:creationId xmlns:a16="http://schemas.microsoft.com/office/drawing/2014/main" id="{794F848C-F7C3-3533-0588-32102263F080}"/>
              </a:ext>
            </a:extLst>
          </p:cNvPr>
          <p:cNvSpPr/>
          <p:nvPr/>
        </p:nvSpPr>
        <p:spPr>
          <a:xfrm>
            <a:off x="3355472" y="3090010"/>
            <a:ext cx="274418" cy="246837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58778E3D-FA9B-412B-7B6D-99257539BDF4}"/>
              </a:ext>
            </a:extLst>
          </p:cNvPr>
          <p:cNvSpPr/>
          <p:nvPr/>
        </p:nvSpPr>
        <p:spPr>
          <a:xfrm rot="15992770">
            <a:off x="3393998" y="328739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13911391-EF86-4EE1-7E93-0B75C25D6AE3}"/>
              </a:ext>
            </a:extLst>
          </p:cNvPr>
          <p:cNvSpPr/>
          <p:nvPr/>
        </p:nvSpPr>
        <p:spPr>
          <a:xfrm rot="16200000">
            <a:off x="3393999" y="303276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0ADC957-5EE3-F3A5-F996-E76448C3E44C}"/>
              </a:ext>
            </a:extLst>
          </p:cNvPr>
          <p:cNvCxnSpPr>
            <a:cxnSpLocks/>
          </p:cNvCxnSpPr>
          <p:nvPr/>
        </p:nvCxnSpPr>
        <p:spPr>
          <a:xfrm rot="5400000" flipH="1">
            <a:off x="2995632" y="2607109"/>
            <a:ext cx="881926" cy="30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1E22520-3D72-BE28-CF71-77A80079EAA5}"/>
              </a:ext>
            </a:extLst>
          </p:cNvPr>
          <p:cNvSpPr txBox="1"/>
          <p:nvPr/>
        </p:nvSpPr>
        <p:spPr>
          <a:xfrm>
            <a:off x="3580612" y="3042631"/>
            <a:ext cx="7633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 A </a:t>
            </a:r>
            <a:endParaRPr lang="zh-TW" altLang="en-US" sz="1801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4337DFF-EB67-4CBE-3339-ADEC5713D672}"/>
              </a:ext>
            </a:extLst>
          </p:cNvPr>
          <p:cNvSpPr/>
          <p:nvPr/>
        </p:nvSpPr>
        <p:spPr>
          <a:xfrm rot="5400000">
            <a:off x="2105904" y="462669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71D39F03-CA4D-A077-27BA-A3B1FD4AA0B8}"/>
              </a:ext>
            </a:extLst>
          </p:cNvPr>
          <p:cNvGrpSpPr/>
          <p:nvPr/>
        </p:nvGrpSpPr>
        <p:grpSpPr>
          <a:xfrm rot="5400000">
            <a:off x="3235449" y="3844624"/>
            <a:ext cx="410037" cy="224113"/>
            <a:chOff x="1116430" y="3657838"/>
            <a:chExt cx="420985" cy="226020"/>
          </a:xfrm>
        </p:grpSpPr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7017D6E9-DAA0-D262-62A6-0D85848D64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1E878141-CDD8-F4A6-D1B1-9626252E73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2E8A50DB-2158-8EFD-B12D-8D7AA77C8A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5415595D-73B4-3353-A92D-220DFE3130B6}"/>
              </a:ext>
            </a:extLst>
          </p:cNvPr>
          <p:cNvCxnSpPr>
            <a:cxnSpLocks/>
          </p:cNvCxnSpPr>
          <p:nvPr/>
        </p:nvCxnSpPr>
        <p:spPr>
          <a:xfrm rot="5400000">
            <a:off x="2941245" y="4184292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>
            <a:extLst>
              <a:ext uri="{FF2B5EF4-FFF2-40B4-BE49-F238E27FC236}">
                <a16:creationId xmlns:a16="http://schemas.microsoft.com/office/drawing/2014/main" id="{5DE72BE4-49BB-55F6-5A0E-23717A65D2B8}"/>
              </a:ext>
            </a:extLst>
          </p:cNvPr>
          <p:cNvSpPr/>
          <p:nvPr/>
        </p:nvSpPr>
        <p:spPr>
          <a:xfrm rot="5134159">
            <a:off x="2362918" y="4622758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E97271A7-FE49-D024-7D61-7BD3C002D73F}"/>
              </a:ext>
            </a:extLst>
          </p:cNvPr>
          <p:cNvCxnSpPr>
            <a:cxnSpLocks/>
          </p:cNvCxnSpPr>
          <p:nvPr/>
        </p:nvCxnSpPr>
        <p:spPr>
          <a:xfrm rot="5400000">
            <a:off x="1709006" y="4274531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弧形 47">
            <a:extLst>
              <a:ext uri="{FF2B5EF4-FFF2-40B4-BE49-F238E27FC236}">
                <a16:creationId xmlns:a16="http://schemas.microsoft.com/office/drawing/2014/main" id="{66BFB504-12D8-5B02-28A4-7AA738AAA1AE}"/>
              </a:ext>
            </a:extLst>
          </p:cNvPr>
          <p:cNvSpPr/>
          <p:nvPr/>
        </p:nvSpPr>
        <p:spPr>
          <a:xfrm rot="16200000">
            <a:off x="2161175" y="4515172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93E47073-3277-BA46-9ED6-2373ECC752FF}"/>
              </a:ext>
            </a:extLst>
          </p:cNvPr>
          <p:cNvCxnSpPr/>
          <p:nvPr/>
        </p:nvCxnSpPr>
        <p:spPr>
          <a:xfrm rot="5400000" flipH="1">
            <a:off x="2821701" y="4552137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>
            <a:extLst>
              <a:ext uri="{FF2B5EF4-FFF2-40B4-BE49-F238E27FC236}">
                <a16:creationId xmlns:a16="http://schemas.microsoft.com/office/drawing/2014/main" id="{A1FEE19B-34FE-3FF4-46E9-353430D271C9}"/>
              </a:ext>
            </a:extLst>
          </p:cNvPr>
          <p:cNvSpPr/>
          <p:nvPr/>
        </p:nvSpPr>
        <p:spPr>
          <a:xfrm rot="5400000">
            <a:off x="2105904" y="5465984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953F71F8-7C27-CCB6-6B22-8EF255FD4827}"/>
              </a:ext>
            </a:extLst>
          </p:cNvPr>
          <p:cNvCxnSpPr>
            <a:cxnSpLocks/>
          </p:cNvCxnSpPr>
          <p:nvPr/>
        </p:nvCxnSpPr>
        <p:spPr>
          <a:xfrm rot="5400000">
            <a:off x="2941245" y="5023582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4A292EC9-B2C2-A357-5497-99FDA900B294}"/>
              </a:ext>
            </a:extLst>
          </p:cNvPr>
          <p:cNvSpPr/>
          <p:nvPr/>
        </p:nvSpPr>
        <p:spPr>
          <a:xfrm rot="5134159">
            <a:off x="2362918" y="546204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8A1546CA-2C94-4A4A-44A2-4B720FD7B959}"/>
              </a:ext>
            </a:extLst>
          </p:cNvPr>
          <p:cNvCxnSpPr>
            <a:cxnSpLocks/>
          </p:cNvCxnSpPr>
          <p:nvPr/>
        </p:nvCxnSpPr>
        <p:spPr>
          <a:xfrm rot="5400000">
            <a:off x="1709006" y="5113820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4" name="弧形 1343">
            <a:extLst>
              <a:ext uri="{FF2B5EF4-FFF2-40B4-BE49-F238E27FC236}">
                <a16:creationId xmlns:a16="http://schemas.microsoft.com/office/drawing/2014/main" id="{3015500E-EA42-2506-B749-77D8D211D812}"/>
              </a:ext>
            </a:extLst>
          </p:cNvPr>
          <p:cNvSpPr/>
          <p:nvPr/>
        </p:nvSpPr>
        <p:spPr>
          <a:xfrm rot="16200000">
            <a:off x="2161175" y="5342085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5" name="直線接點 1344">
            <a:extLst>
              <a:ext uri="{FF2B5EF4-FFF2-40B4-BE49-F238E27FC236}">
                <a16:creationId xmlns:a16="http://schemas.microsoft.com/office/drawing/2014/main" id="{1DA70D01-10C3-6D06-B949-493B0990FEEF}"/>
              </a:ext>
            </a:extLst>
          </p:cNvPr>
          <p:cNvCxnSpPr/>
          <p:nvPr/>
        </p:nvCxnSpPr>
        <p:spPr>
          <a:xfrm rot="5400000" flipH="1">
            <a:off x="2821701" y="5391426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7" name="橢圓 1346">
            <a:extLst>
              <a:ext uri="{FF2B5EF4-FFF2-40B4-BE49-F238E27FC236}">
                <a16:creationId xmlns:a16="http://schemas.microsoft.com/office/drawing/2014/main" id="{6D72568B-2E03-1A1E-2649-5FDFB23A6841}"/>
              </a:ext>
            </a:extLst>
          </p:cNvPr>
          <p:cNvSpPr/>
          <p:nvPr/>
        </p:nvSpPr>
        <p:spPr>
          <a:xfrm rot="5400000">
            <a:off x="2110942" y="6281774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8" name="直線接點 1347">
            <a:extLst>
              <a:ext uri="{FF2B5EF4-FFF2-40B4-BE49-F238E27FC236}">
                <a16:creationId xmlns:a16="http://schemas.microsoft.com/office/drawing/2014/main" id="{5A28A818-4F13-FCBD-6B15-E3C021175F48}"/>
              </a:ext>
            </a:extLst>
          </p:cNvPr>
          <p:cNvCxnSpPr>
            <a:cxnSpLocks/>
          </p:cNvCxnSpPr>
          <p:nvPr/>
        </p:nvCxnSpPr>
        <p:spPr>
          <a:xfrm rot="5400000">
            <a:off x="2946282" y="5839371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9" name="橢圓 1348">
            <a:extLst>
              <a:ext uri="{FF2B5EF4-FFF2-40B4-BE49-F238E27FC236}">
                <a16:creationId xmlns:a16="http://schemas.microsoft.com/office/drawing/2014/main" id="{403EB033-61FB-2DA4-26CD-CEFC156867BE}"/>
              </a:ext>
            </a:extLst>
          </p:cNvPr>
          <p:cNvSpPr/>
          <p:nvPr/>
        </p:nvSpPr>
        <p:spPr>
          <a:xfrm rot="5134159">
            <a:off x="2367956" y="6277837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0" name="直線接點 1349">
            <a:extLst>
              <a:ext uri="{FF2B5EF4-FFF2-40B4-BE49-F238E27FC236}">
                <a16:creationId xmlns:a16="http://schemas.microsoft.com/office/drawing/2014/main" id="{FCEA1B5E-0CF5-78FC-094F-AE3E073A467D}"/>
              </a:ext>
            </a:extLst>
          </p:cNvPr>
          <p:cNvCxnSpPr>
            <a:cxnSpLocks/>
          </p:cNvCxnSpPr>
          <p:nvPr/>
        </p:nvCxnSpPr>
        <p:spPr>
          <a:xfrm rot="5400000">
            <a:off x="1714043" y="5929611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1" name="弧形 1350">
            <a:extLst>
              <a:ext uri="{FF2B5EF4-FFF2-40B4-BE49-F238E27FC236}">
                <a16:creationId xmlns:a16="http://schemas.microsoft.com/office/drawing/2014/main" id="{9305EF44-29DF-33C7-4ADC-AAE5E28C5E3F}"/>
              </a:ext>
            </a:extLst>
          </p:cNvPr>
          <p:cNvSpPr/>
          <p:nvPr/>
        </p:nvSpPr>
        <p:spPr>
          <a:xfrm rot="16200000">
            <a:off x="2166212" y="6170245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2" name="直線接點 1351">
            <a:extLst>
              <a:ext uri="{FF2B5EF4-FFF2-40B4-BE49-F238E27FC236}">
                <a16:creationId xmlns:a16="http://schemas.microsoft.com/office/drawing/2014/main" id="{1834A2B4-4A6B-0FCB-EF07-0BA5B0463E1D}"/>
              </a:ext>
            </a:extLst>
          </p:cNvPr>
          <p:cNvCxnSpPr/>
          <p:nvPr/>
        </p:nvCxnSpPr>
        <p:spPr>
          <a:xfrm rot="5400000" flipH="1">
            <a:off x="2826738" y="6207216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3" name="文字方塊 1352">
            <a:extLst>
              <a:ext uri="{FF2B5EF4-FFF2-40B4-BE49-F238E27FC236}">
                <a16:creationId xmlns:a16="http://schemas.microsoft.com/office/drawing/2014/main" id="{4361F01C-1897-8990-7A14-82889B7824FC}"/>
              </a:ext>
            </a:extLst>
          </p:cNvPr>
          <p:cNvSpPr txBox="1"/>
          <p:nvPr/>
        </p:nvSpPr>
        <p:spPr>
          <a:xfrm>
            <a:off x="1991241" y="6599004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54" name="橢圓 1353">
            <a:extLst>
              <a:ext uri="{FF2B5EF4-FFF2-40B4-BE49-F238E27FC236}">
                <a16:creationId xmlns:a16="http://schemas.microsoft.com/office/drawing/2014/main" id="{8A344DD2-7FC8-BA78-60AE-DC32EB206266}"/>
              </a:ext>
            </a:extLst>
          </p:cNvPr>
          <p:cNvSpPr/>
          <p:nvPr/>
        </p:nvSpPr>
        <p:spPr>
          <a:xfrm rot="5400000">
            <a:off x="4231360" y="4612952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56" name="橢圓 1355">
            <a:extLst>
              <a:ext uri="{FF2B5EF4-FFF2-40B4-BE49-F238E27FC236}">
                <a16:creationId xmlns:a16="http://schemas.microsoft.com/office/drawing/2014/main" id="{B966F731-E746-37CB-FAB1-DBEB5F755525}"/>
              </a:ext>
            </a:extLst>
          </p:cNvPr>
          <p:cNvSpPr/>
          <p:nvPr/>
        </p:nvSpPr>
        <p:spPr>
          <a:xfrm rot="5134159">
            <a:off x="4488374" y="4618388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7" name="直線接點 1356">
            <a:extLst>
              <a:ext uri="{FF2B5EF4-FFF2-40B4-BE49-F238E27FC236}">
                <a16:creationId xmlns:a16="http://schemas.microsoft.com/office/drawing/2014/main" id="{A9E0F7D4-2DD1-A4AD-1BE1-DF552660CD3B}"/>
              </a:ext>
            </a:extLst>
          </p:cNvPr>
          <p:cNvCxnSpPr>
            <a:cxnSpLocks/>
          </p:cNvCxnSpPr>
          <p:nvPr/>
        </p:nvCxnSpPr>
        <p:spPr>
          <a:xfrm rot="5400000">
            <a:off x="3834463" y="4260786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8" name="弧形 1357">
            <a:extLst>
              <a:ext uri="{FF2B5EF4-FFF2-40B4-BE49-F238E27FC236}">
                <a16:creationId xmlns:a16="http://schemas.microsoft.com/office/drawing/2014/main" id="{9955713A-666A-0E25-74A4-90F8FC86D4FB}"/>
              </a:ext>
            </a:extLst>
          </p:cNvPr>
          <p:cNvSpPr/>
          <p:nvPr/>
        </p:nvSpPr>
        <p:spPr>
          <a:xfrm rot="16200000">
            <a:off x="4238404" y="4486328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9" name="直線接點 1358">
            <a:extLst>
              <a:ext uri="{FF2B5EF4-FFF2-40B4-BE49-F238E27FC236}">
                <a16:creationId xmlns:a16="http://schemas.microsoft.com/office/drawing/2014/main" id="{7703BFCF-4A63-750F-147E-04E67F6D07AA}"/>
              </a:ext>
            </a:extLst>
          </p:cNvPr>
          <p:cNvCxnSpPr/>
          <p:nvPr/>
        </p:nvCxnSpPr>
        <p:spPr>
          <a:xfrm rot="5400000" flipH="1">
            <a:off x="3804703" y="4557143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0" name="橢圓 1359">
            <a:extLst>
              <a:ext uri="{FF2B5EF4-FFF2-40B4-BE49-F238E27FC236}">
                <a16:creationId xmlns:a16="http://schemas.microsoft.com/office/drawing/2014/main" id="{A2EB5BB3-26D1-9876-D387-15F46F249A75}"/>
              </a:ext>
            </a:extLst>
          </p:cNvPr>
          <p:cNvSpPr/>
          <p:nvPr/>
        </p:nvSpPr>
        <p:spPr>
          <a:xfrm rot="5400000">
            <a:off x="4231360" y="5461614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1" name="直線接點 1360">
            <a:extLst>
              <a:ext uri="{FF2B5EF4-FFF2-40B4-BE49-F238E27FC236}">
                <a16:creationId xmlns:a16="http://schemas.microsoft.com/office/drawing/2014/main" id="{77CAF691-D328-9D33-B210-88ECE14D2CDB}"/>
              </a:ext>
            </a:extLst>
          </p:cNvPr>
          <p:cNvCxnSpPr>
            <a:cxnSpLocks/>
          </p:cNvCxnSpPr>
          <p:nvPr/>
        </p:nvCxnSpPr>
        <p:spPr>
          <a:xfrm rot="5400000">
            <a:off x="4989901" y="5042749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2" name="橢圓 1361">
            <a:extLst>
              <a:ext uri="{FF2B5EF4-FFF2-40B4-BE49-F238E27FC236}">
                <a16:creationId xmlns:a16="http://schemas.microsoft.com/office/drawing/2014/main" id="{63886DC1-4B69-C9FA-1EA0-C52FE6AD93D0}"/>
              </a:ext>
            </a:extLst>
          </p:cNvPr>
          <p:cNvSpPr/>
          <p:nvPr/>
        </p:nvSpPr>
        <p:spPr>
          <a:xfrm rot="5134159">
            <a:off x="4488374" y="5468614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3" name="直線接點 1362">
            <a:extLst>
              <a:ext uri="{FF2B5EF4-FFF2-40B4-BE49-F238E27FC236}">
                <a16:creationId xmlns:a16="http://schemas.microsoft.com/office/drawing/2014/main" id="{62AA8424-EA0F-BF78-0FC9-DDC887623198}"/>
              </a:ext>
            </a:extLst>
          </p:cNvPr>
          <p:cNvCxnSpPr>
            <a:cxnSpLocks/>
          </p:cNvCxnSpPr>
          <p:nvPr/>
        </p:nvCxnSpPr>
        <p:spPr>
          <a:xfrm rot="5400000" flipH="1">
            <a:off x="3840757" y="5111309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弧形 1364">
            <a:extLst>
              <a:ext uri="{FF2B5EF4-FFF2-40B4-BE49-F238E27FC236}">
                <a16:creationId xmlns:a16="http://schemas.microsoft.com/office/drawing/2014/main" id="{AA30CB3B-6C96-5EC3-A760-4B14436A1F27}"/>
              </a:ext>
            </a:extLst>
          </p:cNvPr>
          <p:cNvSpPr/>
          <p:nvPr/>
        </p:nvSpPr>
        <p:spPr>
          <a:xfrm rot="16200000">
            <a:off x="4280547" y="5345681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6" name="直線接點 1365">
            <a:extLst>
              <a:ext uri="{FF2B5EF4-FFF2-40B4-BE49-F238E27FC236}">
                <a16:creationId xmlns:a16="http://schemas.microsoft.com/office/drawing/2014/main" id="{F26895B4-F537-58E8-3D90-A37C0EB7C4E5}"/>
              </a:ext>
            </a:extLst>
          </p:cNvPr>
          <p:cNvCxnSpPr/>
          <p:nvPr/>
        </p:nvCxnSpPr>
        <p:spPr>
          <a:xfrm rot="5400000" flipH="1">
            <a:off x="3779519" y="5407369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7" name="文字方塊 1366">
            <a:extLst>
              <a:ext uri="{FF2B5EF4-FFF2-40B4-BE49-F238E27FC236}">
                <a16:creationId xmlns:a16="http://schemas.microsoft.com/office/drawing/2014/main" id="{76D17A69-DF78-AED3-8F0A-2D8EFE53ED1A}"/>
              </a:ext>
            </a:extLst>
          </p:cNvPr>
          <p:cNvSpPr txBox="1"/>
          <p:nvPr/>
        </p:nvSpPr>
        <p:spPr>
          <a:xfrm>
            <a:off x="4067967" y="4099381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801" dirty="0"/>
              <a:t>ˇ</a:t>
            </a:r>
            <a:r>
              <a:rPr lang="en-US" altLang="zh-TW" sz="1801" dirty="0"/>
              <a:t>30 A</a:t>
            </a:r>
            <a:endParaRPr lang="zh-TW" altLang="en-US" sz="1801" dirty="0"/>
          </a:p>
        </p:txBody>
      </p:sp>
      <p:sp>
        <p:nvSpPr>
          <p:cNvPr id="1368" name="文字方塊 1367">
            <a:extLst>
              <a:ext uri="{FF2B5EF4-FFF2-40B4-BE49-F238E27FC236}">
                <a16:creationId xmlns:a16="http://schemas.microsoft.com/office/drawing/2014/main" id="{14D10645-C024-CE03-37BC-FD07B4950FD8}"/>
              </a:ext>
            </a:extLst>
          </p:cNvPr>
          <p:cNvSpPr txBox="1"/>
          <p:nvPr/>
        </p:nvSpPr>
        <p:spPr>
          <a:xfrm>
            <a:off x="4105466" y="4971929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69" name="文字方塊 1368">
            <a:extLst>
              <a:ext uri="{FF2B5EF4-FFF2-40B4-BE49-F238E27FC236}">
                <a16:creationId xmlns:a16="http://schemas.microsoft.com/office/drawing/2014/main" id="{D01B883F-8665-16A7-91D1-E8E47DF61B55}"/>
              </a:ext>
            </a:extLst>
          </p:cNvPr>
          <p:cNvSpPr txBox="1"/>
          <p:nvPr/>
        </p:nvSpPr>
        <p:spPr>
          <a:xfrm>
            <a:off x="1941193" y="4165243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1801" dirty="0"/>
              <a:t>  </a:t>
            </a:r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0" name="文字方塊 1369">
            <a:extLst>
              <a:ext uri="{FF2B5EF4-FFF2-40B4-BE49-F238E27FC236}">
                <a16:creationId xmlns:a16="http://schemas.microsoft.com/office/drawing/2014/main" id="{ADAF90C9-6BB7-E8DE-56E4-29BD45AA2CF9}"/>
              </a:ext>
            </a:extLst>
          </p:cNvPr>
          <p:cNvSpPr txBox="1"/>
          <p:nvPr/>
        </p:nvSpPr>
        <p:spPr>
          <a:xfrm>
            <a:off x="1971092" y="5001365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1" name="文字方塊 1370">
            <a:extLst>
              <a:ext uri="{FF2B5EF4-FFF2-40B4-BE49-F238E27FC236}">
                <a16:creationId xmlns:a16="http://schemas.microsoft.com/office/drawing/2014/main" id="{6EC4F1F8-0C9E-E1DC-D2BC-C65FB04C83F1}"/>
              </a:ext>
            </a:extLst>
          </p:cNvPr>
          <p:cNvSpPr txBox="1"/>
          <p:nvPr/>
        </p:nvSpPr>
        <p:spPr>
          <a:xfrm>
            <a:off x="5461934" y="6935579"/>
            <a:ext cx="1133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販賣機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72" name="橢圓 1371">
            <a:extLst>
              <a:ext uri="{FF2B5EF4-FFF2-40B4-BE49-F238E27FC236}">
                <a16:creationId xmlns:a16="http://schemas.microsoft.com/office/drawing/2014/main" id="{9F4D1550-6A00-7E60-C6DE-3225D3419D5D}"/>
              </a:ext>
            </a:extLst>
          </p:cNvPr>
          <p:cNvSpPr/>
          <p:nvPr/>
        </p:nvSpPr>
        <p:spPr>
          <a:xfrm rot="5400000">
            <a:off x="2105904" y="7088113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45B288DB-2EB5-5B91-B1D8-E519323720A9}"/>
              </a:ext>
            </a:extLst>
          </p:cNvPr>
          <p:cNvCxnSpPr>
            <a:cxnSpLocks/>
          </p:cNvCxnSpPr>
          <p:nvPr/>
        </p:nvCxnSpPr>
        <p:spPr>
          <a:xfrm rot="5400000">
            <a:off x="2941245" y="6645711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0" name="橢圓 1389">
            <a:extLst>
              <a:ext uri="{FF2B5EF4-FFF2-40B4-BE49-F238E27FC236}">
                <a16:creationId xmlns:a16="http://schemas.microsoft.com/office/drawing/2014/main" id="{F73B5D7E-CA8D-D3A5-8268-43D88366FCA2}"/>
              </a:ext>
            </a:extLst>
          </p:cNvPr>
          <p:cNvSpPr/>
          <p:nvPr/>
        </p:nvSpPr>
        <p:spPr>
          <a:xfrm rot="5134159">
            <a:off x="2362918" y="708417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3" name="直線接點 1392">
            <a:extLst>
              <a:ext uri="{FF2B5EF4-FFF2-40B4-BE49-F238E27FC236}">
                <a16:creationId xmlns:a16="http://schemas.microsoft.com/office/drawing/2014/main" id="{1EF3FC92-DE48-7E7B-E223-7F90F64D5C65}"/>
              </a:ext>
            </a:extLst>
          </p:cNvPr>
          <p:cNvCxnSpPr>
            <a:cxnSpLocks/>
          </p:cNvCxnSpPr>
          <p:nvPr/>
        </p:nvCxnSpPr>
        <p:spPr>
          <a:xfrm rot="5400000">
            <a:off x="1709006" y="6735949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4" name="弧形 1393">
            <a:extLst>
              <a:ext uri="{FF2B5EF4-FFF2-40B4-BE49-F238E27FC236}">
                <a16:creationId xmlns:a16="http://schemas.microsoft.com/office/drawing/2014/main" id="{CBCF4C7A-05AC-BC31-0CCF-72649CEC3610}"/>
              </a:ext>
            </a:extLst>
          </p:cNvPr>
          <p:cNvSpPr/>
          <p:nvPr/>
        </p:nvSpPr>
        <p:spPr>
          <a:xfrm rot="16200000">
            <a:off x="2161175" y="6976590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5" name="直線接點 1394">
            <a:extLst>
              <a:ext uri="{FF2B5EF4-FFF2-40B4-BE49-F238E27FC236}">
                <a16:creationId xmlns:a16="http://schemas.microsoft.com/office/drawing/2014/main" id="{5EE5F444-B083-96EE-6BEB-E0E4C03456BD}"/>
              </a:ext>
            </a:extLst>
          </p:cNvPr>
          <p:cNvCxnSpPr/>
          <p:nvPr/>
        </p:nvCxnSpPr>
        <p:spPr>
          <a:xfrm rot="5400000" flipH="1">
            <a:off x="2821701" y="7013555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橢圓 1395">
            <a:extLst>
              <a:ext uri="{FF2B5EF4-FFF2-40B4-BE49-F238E27FC236}">
                <a16:creationId xmlns:a16="http://schemas.microsoft.com/office/drawing/2014/main" id="{07428484-E9B9-F456-0B2B-F7613CC688B9}"/>
              </a:ext>
            </a:extLst>
          </p:cNvPr>
          <p:cNvSpPr/>
          <p:nvPr/>
        </p:nvSpPr>
        <p:spPr>
          <a:xfrm rot="5400000">
            <a:off x="2105904" y="790513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7" name="直線接點 1396">
            <a:extLst>
              <a:ext uri="{FF2B5EF4-FFF2-40B4-BE49-F238E27FC236}">
                <a16:creationId xmlns:a16="http://schemas.microsoft.com/office/drawing/2014/main" id="{1A28E4F9-A879-DC71-DC8B-F3680ECE793B}"/>
              </a:ext>
            </a:extLst>
          </p:cNvPr>
          <p:cNvCxnSpPr>
            <a:cxnSpLocks/>
          </p:cNvCxnSpPr>
          <p:nvPr/>
        </p:nvCxnSpPr>
        <p:spPr>
          <a:xfrm rot="5400000">
            <a:off x="2941245" y="7462734"/>
            <a:ext cx="2335" cy="966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8" name="橢圓 1397">
            <a:extLst>
              <a:ext uri="{FF2B5EF4-FFF2-40B4-BE49-F238E27FC236}">
                <a16:creationId xmlns:a16="http://schemas.microsoft.com/office/drawing/2014/main" id="{092A67FA-A7ED-69AA-2887-6947207B9946}"/>
              </a:ext>
            </a:extLst>
          </p:cNvPr>
          <p:cNvSpPr/>
          <p:nvPr/>
        </p:nvSpPr>
        <p:spPr>
          <a:xfrm rot="5134159">
            <a:off x="2362918" y="7901199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9" name="直線接點 1398">
            <a:extLst>
              <a:ext uri="{FF2B5EF4-FFF2-40B4-BE49-F238E27FC236}">
                <a16:creationId xmlns:a16="http://schemas.microsoft.com/office/drawing/2014/main" id="{2BBD1573-77CB-7B13-3FFB-C140B15B052E}"/>
              </a:ext>
            </a:extLst>
          </p:cNvPr>
          <p:cNvCxnSpPr>
            <a:cxnSpLocks/>
          </p:cNvCxnSpPr>
          <p:nvPr/>
        </p:nvCxnSpPr>
        <p:spPr>
          <a:xfrm rot="5400000">
            <a:off x="1709006" y="7552972"/>
            <a:ext cx="4434" cy="8032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2" name="弧形 1401">
            <a:extLst>
              <a:ext uri="{FF2B5EF4-FFF2-40B4-BE49-F238E27FC236}">
                <a16:creationId xmlns:a16="http://schemas.microsoft.com/office/drawing/2014/main" id="{6FF09750-3396-7145-4200-2FB13FF6D817}"/>
              </a:ext>
            </a:extLst>
          </p:cNvPr>
          <p:cNvSpPr/>
          <p:nvPr/>
        </p:nvSpPr>
        <p:spPr>
          <a:xfrm rot="16200000">
            <a:off x="2161175" y="7781237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3" name="直線接點 1402">
            <a:extLst>
              <a:ext uri="{FF2B5EF4-FFF2-40B4-BE49-F238E27FC236}">
                <a16:creationId xmlns:a16="http://schemas.microsoft.com/office/drawing/2014/main" id="{D0C20AEE-0DA8-E801-9189-DF509165261A}"/>
              </a:ext>
            </a:extLst>
          </p:cNvPr>
          <p:cNvCxnSpPr/>
          <p:nvPr/>
        </p:nvCxnSpPr>
        <p:spPr>
          <a:xfrm rot="5400000" flipH="1">
            <a:off x="2821701" y="7830579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2" name="橢圓 1411">
            <a:extLst>
              <a:ext uri="{FF2B5EF4-FFF2-40B4-BE49-F238E27FC236}">
                <a16:creationId xmlns:a16="http://schemas.microsoft.com/office/drawing/2014/main" id="{0EA1C983-1499-DD33-F8AE-0184C92478EB}"/>
              </a:ext>
            </a:extLst>
          </p:cNvPr>
          <p:cNvSpPr/>
          <p:nvPr/>
        </p:nvSpPr>
        <p:spPr>
          <a:xfrm rot="5400000">
            <a:off x="4231360" y="790076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3" name="直線接點 1412">
            <a:extLst>
              <a:ext uri="{FF2B5EF4-FFF2-40B4-BE49-F238E27FC236}">
                <a16:creationId xmlns:a16="http://schemas.microsoft.com/office/drawing/2014/main" id="{912CFAAA-DE62-700F-CEEE-4A5837C928D8}"/>
              </a:ext>
            </a:extLst>
          </p:cNvPr>
          <p:cNvCxnSpPr>
            <a:cxnSpLocks/>
          </p:cNvCxnSpPr>
          <p:nvPr/>
        </p:nvCxnSpPr>
        <p:spPr>
          <a:xfrm rot="5400000">
            <a:off x="4989901" y="7481901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4" name="橢圓 1413">
            <a:extLst>
              <a:ext uri="{FF2B5EF4-FFF2-40B4-BE49-F238E27FC236}">
                <a16:creationId xmlns:a16="http://schemas.microsoft.com/office/drawing/2014/main" id="{7D56545D-BFDB-031E-17ED-0784F70D5738}"/>
              </a:ext>
            </a:extLst>
          </p:cNvPr>
          <p:cNvSpPr/>
          <p:nvPr/>
        </p:nvSpPr>
        <p:spPr>
          <a:xfrm rot="5134159">
            <a:off x="4488374" y="7907766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5" name="直線接點 1414">
            <a:extLst>
              <a:ext uri="{FF2B5EF4-FFF2-40B4-BE49-F238E27FC236}">
                <a16:creationId xmlns:a16="http://schemas.microsoft.com/office/drawing/2014/main" id="{3BEC6050-3FDA-2D46-1CA7-BB5DCF9EF127}"/>
              </a:ext>
            </a:extLst>
          </p:cNvPr>
          <p:cNvCxnSpPr>
            <a:cxnSpLocks/>
          </p:cNvCxnSpPr>
          <p:nvPr/>
        </p:nvCxnSpPr>
        <p:spPr>
          <a:xfrm rot="5400000" flipH="1">
            <a:off x="3840757" y="7550462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6" name="弧形 1415">
            <a:extLst>
              <a:ext uri="{FF2B5EF4-FFF2-40B4-BE49-F238E27FC236}">
                <a16:creationId xmlns:a16="http://schemas.microsoft.com/office/drawing/2014/main" id="{F8D2EDFB-D1A9-BE22-F7F3-DAB946B1150F}"/>
              </a:ext>
            </a:extLst>
          </p:cNvPr>
          <p:cNvSpPr/>
          <p:nvPr/>
        </p:nvSpPr>
        <p:spPr>
          <a:xfrm rot="16200000">
            <a:off x="4280547" y="7784833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8" name="直線接點 1417">
            <a:extLst>
              <a:ext uri="{FF2B5EF4-FFF2-40B4-BE49-F238E27FC236}">
                <a16:creationId xmlns:a16="http://schemas.microsoft.com/office/drawing/2014/main" id="{66B90AEF-F967-064F-2088-8CB164C5C25B}"/>
              </a:ext>
            </a:extLst>
          </p:cNvPr>
          <p:cNvCxnSpPr/>
          <p:nvPr/>
        </p:nvCxnSpPr>
        <p:spPr>
          <a:xfrm rot="5400000" flipH="1">
            <a:off x="3802186" y="7846521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9" name="文字方塊 1418">
            <a:extLst>
              <a:ext uri="{FF2B5EF4-FFF2-40B4-BE49-F238E27FC236}">
                <a16:creationId xmlns:a16="http://schemas.microsoft.com/office/drawing/2014/main" id="{18742EF8-FB7D-B6EE-D6B2-BAC406A6240C}"/>
              </a:ext>
            </a:extLst>
          </p:cNvPr>
          <p:cNvSpPr txBox="1"/>
          <p:nvPr/>
        </p:nvSpPr>
        <p:spPr>
          <a:xfrm>
            <a:off x="4105466" y="7388816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21" name="文字方塊 1420">
            <a:extLst>
              <a:ext uri="{FF2B5EF4-FFF2-40B4-BE49-F238E27FC236}">
                <a16:creationId xmlns:a16="http://schemas.microsoft.com/office/drawing/2014/main" id="{2023A90A-1202-E152-D486-347FBEAD434D}"/>
              </a:ext>
            </a:extLst>
          </p:cNvPr>
          <p:cNvSpPr txBox="1"/>
          <p:nvPr/>
        </p:nvSpPr>
        <p:spPr>
          <a:xfrm>
            <a:off x="1981573" y="7450620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15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29" name="橢圓 1428">
            <a:extLst>
              <a:ext uri="{FF2B5EF4-FFF2-40B4-BE49-F238E27FC236}">
                <a16:creationId xmlns:a16="http://schemas.microsoft.com/office/drawing/2014/main" id="{BE5D9254-6EB0-17A2-C760-9ACD1CF82CA3}"/>
              </a:ext>
            </a:extLst>
          </p:cNvPr>
          <p:cNvSpPr/>
          <p:nvPr/>
        </p:nvSpPr>
        <p:spPr>
          <a:xfrm rot="5400000">
            <a:off x="4209033" y="6278671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0" name="直線接點 1429">
            <a:extLst>
              <a:ext uri="{FF2B5EF4-FFF2-40B4-BE49-F238E27FC236}">
                <a16:creationId xmlns:a16="http://schemas.microsoft.com/office/drawing/2014/main" id="{7A550EAA-B71E-6770-168D-4E352DAACEC4}"/>
              </a:ext>
            </a:extLst>
          </p:cNvPr>
          <p:cNvCxnSpPr>
            <a:cxnSpLocks/>
          </p:cNvCxnSpPr>
          <p:nvPr/>
        </p:nvCxnSpPr>
        <p:spPr>
          <a:xfrm rot="5400000">
            <a:off x="4967572" y="5859805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1" name="橢圓 1430">
            <a:extLst>
              <a:ext uri="{FF2B5EF4-FFF2-40B4-BE49-F238E27FC236}">
                <a16:creationId xmlns:a16="http://schemas.microsoft.com/office/drawing/2014/main" id="{9D96C3F5-32F3-BBEC-9631-28C9634B180F}"/>
              </a:ext>
            </a:extLst>
          </p:cNvPr>
          <p:cNvSpPr/>
          <p:nvPr/>
        </p:nvSpPr>
        <p:spPr>
          <a:xfrm rot="5134159">
            <a:off x="4466047" y="6285672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2" name="直線接點 1431">
            <a:extLst>
              <a:ext uri="{FF2B5EF4-FFF2-40B4-BE49-F238E27FC236}">
                <a16:creationId xmlns:a16="http://schemas.microsoft.com/office/drawing/2014/main" id="{8AAB1759-9A53-8C36-D4A1-C02B421696BF}"/>
              </a:ext>
            </a:extLst>
          </p:cNvPr>
          <p:cNvCxnSpPr>
            <a:cxnSpLocks/>
          </p:cNvCxnSpPr>
          <p:nvPr/>
        </p:nvCxnSpPr>
        <p:spPr>
          <a:xfrm rot="5400000" flipH="1">
            <a:off x="3818428" y="5928367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" name="弧形 1432">
            <a:extLst>
              <a:ext uri="{FF2B5EF4-FFF2-40B4-BE49-F238E27FC236}">
                <a16:creationId xmlns:a16="http://schemas.microsoft.com/office/drawing/2014/main" id="{33D0CCD5-94A1-70B9-E860-DBDEDB6DAE7C}"/>
              </a:ext>
            </a:extLst>
          </p:cNvPr>
          <p:cNvSpPr/>
          <p:nvPr/>
        </p:nvSpPr>
        <p:spPr>
          <a:xfrm rot="16200000">
            <a:off x="4258220" y="6162738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4" name="直線接點 1433">
            <a:extLst>
              <a:ext uri="{FF2B5EF4-FFF2-40B4-BE49-F238E27FC236}">
                <a16:creationId xmlns:a16="http://schemas.microsoft.com/office/drawing/2014/main" id="{750314E7-AA7B-B080-5A6C-D2D36ED4FA91}"/>
              </a:ext>
            </a:extLst>
          </p:cNvPr>
          <p:cNvCxnSpPr/>
          <p:nvPr/>
        </p:nvCxnSpPr>
        <p:spPr>
          <a:xfrm rot="5400000" flipH="1">
            <a:off x="3802525" y="6224427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" name="文字方塊 1435">
            <a:extLst>
              <a:ext uri="{FF2B5EF4-FFF2-40B4-BE49-F238E27FC236}">
                <a16:creationId xmlns:a16="http://schemas.microsoft.com/office/drawing/2014/main" id="{1D39FC21-8A7B-6DB6-AD69-E78D04431A2B}"/>
              </a:ext>
            </a:extLst>
          </p:cNvPr>
          <p:cNvSpPr txBox="1"/>
          <p:nvPr/>
        </p:nvSpPr>
        <p:spPr>
          <a:xfrm>
            <a:off x="4083138" y="5788987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37" name="橢圓 1436">
            <a:extLst>
              <a:ext uri="{FF2B5EF4-FFF2-40B4-BE49-F238E27FC236}">
                <a16:creationId xmlns:a16="http://schemas.microsoft.com/office/drawing/2014/main" id="{F3B726D3-4713-20BC-432B-D686660BCF62}"/>
              </a:ext>
            </a:extLst>
          </p:cNvPr>
          <p:cNvSpPr/>
          <p:nvPr/>
        </p:nvSpPr>
        <p:spPr>
          <a:xfrm rot="5400000">
            <a:off x="4172454" y="7088192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8" name="直線接點 1437">
            <a:extLst>
              <a:ext uri="{FF2B5EF4-FFF2-40B4-BE49-F238E27FC236}">
                <a16:creationId xmlns:a16="http://schemas.microsoft.com/office/drawing/2014/main" id="{EA2A8F77-6C9D-B047-F382-B4D16A16A2F8}"/>
              </a:ext>
            </a:extLst>
          </p:cNvPr>
          <p:cNvCxnSpPr>
            <a:cxnSpLocks/>
          </p:cNvCxnSpPr>
          <p:nvPr/>
        </p:nvCxnSpPr>
        <p:spPr>
          <a:xfrm rot="5400000">
            <a:off x="4930994" y="6669326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" name="橢圓 1438">
            <a:extLst>
              <a:ext uri="{FF2B5EF4-FFF2-40B4-BE49-F238E27FC236}">
                <a16:creationId xmlns:a16="http://schemas.microsoft.com/office/drawing/2014/main" id="{F4DC1F80-CC91-D269-F2FE-8D698DD8B01F}"/>
              </a:ext>
            </a:extLst>
          </p:cNvPr>
          <p:cNvSpPr/>
          <p:nvPr/>
        </p:nvSpPr>
        <p:spPr>
          <a:xfrm rot="5134159">
            <a:off x="4429468" y="7095192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0" name="直線接點 1439">
            <a:extLst>
              <a:ext uri="{FF2B5EF4-FFF2-40B4-BE49-F238E27FC236}">
                <a16:creationId xmlns:a16="http://schemas.microsoft.com/office/drawing/2014/main" id="{8EC4DFDB-19A9-38F5-3D19-A790EBA80223}"/>
              </a:ext>
            </a:extLst>
          </p:cNvPr>
          <p:cNvCxnSpPr>
            <a:cxnSpLocks/>
          </p:cNvCxnSpPr>
          <p:nvPr/>
        </p:nvCxnSpPr>
        <p:spPr>
          <a:xfrm rot="5400000" flipH="1">
            <a:off x="3781850" y="6737887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1" name="弧形 1440">
            <a:extLst>
              <a:ext uri="{FF2B5EF4-FFF2-40B4-BE49-F238E27FC236}">
                <a16:creationId xmlns:a16="http://schemas.microsoft.com/office/drawing/2014/main" id="{6A802581-D444-34BB-7965-7A13E519253A}"/>
              </a:ext>
            </a:extLst>
          </p:cNvPr>
          <p:cNvSpPr/>
          <p:nvPr/>
        </p:nvSpPr>
        <p:spPr>
          <a:xfrm rot="16200000">
            <a:off x="4221640" y="6972260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2" name="直線接點 1441">
            <a:extLst>
              <a:ext uri="{FF2B5EF4-FFF2-40B4-BE49-F238E27FC236}">
                <a16:creationId xmlns:a16="http://schemas.microsoft.com/office/drawing/2014/main" id="{D88D9E08-D227-0B45-B551-60C55F3ACFC8}"/>
              </a:ext>
            </a:extLst>
          </p:cNvPr>
          <p:cNvCxnSpPr/>
          <p:nvPr/>
        </p:nvCxnSpPr>
        <p:spPr>
          <a:xfrm rot="5400000" flipH="1">
            <a:off x="3754613" y="7033948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3" name="文字方塊 1442">
            <a:extLst>
              <a:ext uri="{FF2B5EF4-FFF2-40B4-BE49-F238E27FC236}">
                <a16:creationId xmlns:a16="http://schemas.microsoft.com/office/drawing/2014/main" id="{1EAEA64F-8344-3D9C-6205-8A8EFE1CDA20}"/>
              </a:ext>
            </a:extLst>
          </p:cNvPr>
          <p:cNvSpPr txBox="1"/>
          <p:nvPr/>
        </p:nvSpPr>
        <p:spPr>
          <a:xfrm>
            <a:off x="4046559" y="6598508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52" name="文字方塊 1451">
            <a:extLst>
              <a:ext uri="{FF2B5EF4-FFF2-40B4-BE49-F238E27FC236}">
                <a16:creationId xmlns:a16="http://schemas.microsoft.com/office/drawing/2014/main" id="{EB5E7236-260D-923D-F35A-93D5040FF8E4}"/>
              </a:ext>
            </a:extLst>
          </p:cNvPr>
          <p:cNvSpPr txBox="1"/>
          <p:nvPr/>
        </p:nvSpPr>
        <p:spPr>
          <a:xfrm>
            <a:off x="1991241" y="5818384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55" name="文字方塊 1454">
            <a:extLst>
              <a:ext uri="{FF2B5EF4-FFF2-40B4-BE49-F238E27FC236}">
                <a16:creationId xmlns:a16="http://schemas.microsoft.com/office/drawing/2014/main" id="{F5B48147-CD2D-B3BC-FEC3-271F7E121126}"/>
              </a:ext>
            </a:extLst>
          </p:cNvPr>
          <p:cNvSpPr txBox="1"/>
          <p:nvPr/>
        </p:nvSpPr>
        <p:spPr>
          <a:xfrm>
            <a:off x="67228" y="5255983"/>
            <a:ext cx="1428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大廳電燈</a:t>
            </a:r>
          </a:p>
        </p:txBody>
      </p:sp>
      <p:sp>
        <p:nvSpPr>
          <p:cNvPr id="1456" name="橢圓 1455">
            <a:extLst>
              <a:ext uri="{FF2B5EF4-FFF2-40B4-BE49-F238E27FC236}">
                <a16:creationId xmlns:a16="http://schemas.microsoft.com/office/drawing/2014/main" id="{EBC49E67-D79C-CEA2-4A7E-AF68B1BEB03C}"/>
              </a:ext>
            </a:extLst>
          </p:cNvPr>
          <p:cNvSpPr/>
          <p:nvPr/>
        </p:nvSpPr>
        <p:spPr>
          <a:xfrm rot="5400000">
            <a:off x="4217009" y="8725338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7" name="直線接點 1456">
            <a:extLst>
              <a:ext uri="{FF2B5EF4-FFF2-40B4-BE49-F238E27FC236}">
                <a16:creationId xmlns:a16="http://schemas.microsoft.com/office/drawing/2014/main" id="{860D5759-7C50-E161-C9EE-B8E9A2A36DDC}"/>
              </a:ext>
            </a:extLst>
          </p:cNvPr>
          <p:cNvCxnSpPr>
            <a:cxnSpLocks/>
          </p:cNvCxnSpPr>
          <p:nvPr/>
        </p:nvCxnSpPr>
        <p:spPr>
          <a:xfrm rot="5400000">
            <a:off x="4975550" y="8306472"/>
            <a:ext cx="3276" cy="940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8" name="橢圓 1457">
            <a:extLst>
              <a:ext uri="{FF2B5EF4-FFF2-40B4-BE49-F238E27FC236}">
                <a16:creationId xmlns:a16="http://schemas.microsoft.com/office/drawing/2014/main" id="{206E9EEB-E9B9-2BA8-B93D-84DE7FE24A14}"/>
              </a:ext>
            </a:extLst>
          </p:cNvPr>
          <p:cNvSpPr/>
          <p:nvPr/>
        </p:nvSpPr>
        <p:spPr>
          <a:xfrm rot="5134159">
            <a:off x="4474023" y="8732337"/>
            <a:ext cx="92934" cy="9891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9" name="直線接點 1458">
            <a:extLst>
              <a:ext uri="{FF2B5EF4-FFF2-40B4-BE49-F238E27FC236}">
                <a16:creationId xmlns:a16="http://schemas.microsoft.com/office/drawing/2014/main" id="{43A79240-B5D9-049E-FA5F-B0FCBCCD4999}"/>
              </a:ext>
            </a:extLst>
          </p:cNvPr>
          <p:cNvCxnSpPr>
            <a:cxnSpLocks/>
          </p:cNvCxnSpPr>
          <p:nvPr/>
        </p:nvCxnSpPr>
        <p:spPr>
          <a:xfrm rot="5400000" flipH="1">
            <a:off x="3826406" y="8375033"/>
            <a:ext cx="6702" cy="7883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0" name="弧形 1459">
            <a:extLst>
              <a:ext uri="{FF2B5EF4-FFF2-40B4-BE49-F238E27FC236}">
                <a16:creationId xmlns:a16="http://schemas.microsoft.com/office/drawing/2014/main" id="{27D0E22A-4A2C-71EB-99C9-D56E9941C55A}"/>
              </a:ext>
            </a:extLst>
          </p:cNvPr>
          <p:cNvSpPr/>
          <p:nvPr/>
        </p:nvSpPr>
        <p:spPr>
          <a:xfrm rot="16200000">
            <a:off x="4266196" y="8609405"/>
            <a:ext cx="269556" cy="251290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1" name="直線接點 1460">
            <a:extLst>
              <a:ext uri="{FF2B5EF4-FFF2-40B4-BE49-F238E27FC236}">
                <a16:creationId xmlns:a16="http://schemas.microsoft.com/office/drawing/2014/main" id="{E99FCFD0-2710-5B8F-DD9F-7AF81EBD47CA}"/>
              </a:ext>
            </a:extLst>
          </p:cNvPr>
          <p:cNvCxnSpPr>
            <a:cxnSpLocks/>
          </p:cNvCxnSpPr>
          <p:nvPr/>
        </p:nvCxnSpPr>
        <p:spPr>
          <a:xfrm rot="5400000" flipH="1">
            <a:off x="3787835" y="8671092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2" name="文字方塊 1461">
            <a:extLst>
              <a:ext uri="{FF2B5EF4-FFF2-40B4-BE49-F238E27FC236}">
                <a16:creationId xmlns:a16="http://schemas.microsoft.com/office/drawing/2014/main" id="{4ED34573-6093-1B45-D01B-6C885F6CAB7C}"/>
              </a:ext>
            </a:extLst>
          </p:cNvPr>
          <p:cNvSpPr txBox="1"/>
          <p:nvPr/>
        </p:nvSpPr>
        <p:spPr>
          <a:xfrm>
            <a:off x="4091115" y="8213388"/>
            <a:ext cx="1148725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1471" name="直線接點 1470">
            <a:extLst>
              <a:ext uri="{FF2B5EF4-FFF2-40B4-BE49-F238E27FC236}">
                <a16:creationId xmlns:a16="http://schemas.microsoft.com/office/drawing/2014/main" id="{4C8FAF62-7B0D-D993-0FB8-5A5C679A8E01}"/>
              </a:ext>
            </a:extLst>
          </p:cNvPr>
          <p:cNvCxnSpPr/>
          <p:nvPr/>
        </p:nvCxnSpPr>
        <p:spPr>
          <a:xfrm rot="5400000" flipH="1">
            <a:off x="2987927" y="7835961"/>
            <a:ext cx="168969" cy="207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E8750D73-DD8D-48C5-1759-CC425C24BCAC}"/>
              </a:ext>
            </a:extLst>
          </p:cNvPr>
          <p:cNvSpPr txBox="1"/>
          <p:nvPr/>
        </p:nvSpPr>
        <p:spPr>
          <a:xfrm>
            <a:off x="102463" y="4462352"/>
            <a:ext cx="1334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辦公室燈</a:t>
            </a:r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24BEA26C-B263-C2C6-131C-D7885886D86E}"/>
              </a:ext>
            </a:extLst>
          </p:cNvPr>
          <p:cNvSpPr txBox="1"/>
          <p:nvPr/>
        </p:nvSpPr>
        <p:spPr>
          <a:xfrm>
            <a:off x="338853" y="6108208"/>
            <a:ext cx="1252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廚房燈</a:t>
            </a:r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6B45671D-B32F-5940-94B0-5DD9F00D49D7}"/>
              </a:ext>
            </a:extLst>
          </p:cNvPr>
          <p:cNvSpPr txBox="1"/>
          <p:nvPr/>
        </p:nvSpPr>
        <p:spPr>
          <a:xfrm>
            <a:off x="258843" y="7731355"/>
            <a:ext cx="1252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 飲水機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0" name="文字方塊 159">
            <a:extLst>
              <a:ext uri="{FF2B5EF4-FFF2-40B4-BE49-F238E27FC236}">
                <a16:creationId xmlns:a16="http://schemas.microsoft.com/office/drawing/2014/main" id="{CA7D0424-6132-968F-74AE-2C7A341E4431}"/>
              </a:ext>
            </a:extLst>
          </p:cNvPr>
          <p:cNvSpPr txBox="1"/>
          <p:nvPr/>
        </p:nvSpPr>
        <p:spPr>
          <a:xfrm>
            <a:off x="5461934" y="8516731"/>
            <a:ext cx="1133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廣播</a:t>
            </a:r>
          </a:p>
        </p:txBody>
      </p: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53C540F7-F8F4-262C-8783-C41B37AF463D}"/>
              </a:ext>
            </a:extLst>
          </p:cNvPr>
          <p:cNvSpPr txBox="1"/>
          <p:nvPr/>
        </p:nvSpPr>
        <p:spPr>
          <a:xfrm>
            <a:off x="5415802" y="4468868"/>
            <a:ext cx="168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消防主機</a:t>
            </a: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EC3DF370-5B1C-2819-E7DC-3D3E329229C1}"/>
              </a:ext>
            </a:extLst>
          </p:cNvPr>
          <p:cNvSpPr txBox="1"/>
          <p:nvPr/>
        </p:nvSpPr>
        <p:spPr>
          <a:xfrm>
            <a:off x="5454813" y="5120601"/>
            <a:ext cx="1682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辦公室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插座</a:t>
            </a:r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17849680-4787-BAA2-DBD3-6C5F82431163}"/>
              </a:ext>
            </a:extLst>
          </p:cNvPr>
          <p:cNvSpPr txBox="1"/>
          <p:nvPr/>
        </p:nvSpPr>
        <p:spPr>
          <a:xfrm>
            <a:off x="5385268" y="9980293"/>
            <a:ext cx="948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Nature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999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0F26B-4652-BFFE-D268-C75D90A3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AF5375-263B-0CAC-C23F-7D3B670E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00467" y="1063783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16B4438-AAF3-4FD3-FEE8-31472F4C635C}"/>
              </a:ext>
            </a:extLst>
          </p:cNvPr>
          <p:cNvSpPr txBox="1"/>
          <p:nvPr/>
        </p:nvSpPr>
        <p:spPr>
          <a:xfrm>
            <a:off x="293132" y="230374"/>
            <a:ext cx="6564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1F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JCA1F-D7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馬達</a:t>
            </a:r>
            <a:r>
              <a:rPr lang="en-US" altLang="zh-TW" sz="3200" b="1" dirty="0">
                <a:solidFill>
                  <a:srgbClr val="FF0000"/>
                </a:solidFill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</a:rPr>
              <a:t> </a:t>
            </a:r>
            <a:endParaRPr lang="zh-TW" altLang="en-US" sz="3200" dirty="0">
              <a:latin typeface="+mn-ea"/>
            </a:endParaRPr>
          </a:p>
        </p:txBody>
      </p: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C4376445-E894-9719-68DB-9426D41A0208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>
            <a:off x="2252077" y="6422351"/>
            <a:ext cx="24043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25107809-4C77-F5A8-6F7C-F54BF9D58E65}"/>
              </a:ext>
            </a:extLst>
          </p:cNvPr>
          <p:cNvSpPr/>
          <p:nvPr/>
        </p:nvSpPr>
        <p:spPr>
          <a:xfrm>
            <a:off x="3296916" y="4841852"/>
            <a:ext cx="496300" cy="318489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F4CE89A2-3A4A-355A-9966-0CF04B7DE7B9}"/>
              </a:ext>
            </a:extLst>
          </p:cNvPr>
          <p:cNvSpPr/>
          <p:nvPr/>
        </p:nvSpPr>
        <p:spPr>
          <a:xfrm rot="15992770">
            <a:off x="3390675" y="5070895"/>
            <a:ext cx="119909" cy="17889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00AB0B2D-7534-4EBE-499E-55C06DEB8898}"/>
              </a:ext>
            </a:extLst>
          </p:cNvPr>
          <p:cNvSpPr/>
          <p:nvPr/>
        </p:nvSpPr>
        <p:spPr>
          <a:xfrm rot="16200000">
            <a:off x="3390676" y="4742351"/>
            <a:ext cx="119909" cy="17889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9A8F413B-D428-7E5F-B6FC-A82F259EC21F}"/>
              </a:ext>
            </a:extLst>
          </p:cNvPr>
          <p:cNvCxnSpPr>
            <a:cxnSpLocks/>
          </p:cNvCxnSpPr>
          <p:nvPr/>
        </p:nvCxnSpPr>
        <p:spPr>
          <a:xfrm rot="5400000" flipH="1">
            <a:off x="2730133" y="4073449"/>
            <a:ext cx="1429305" cy="32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5EE87291-EA6D-7E7C-4C2B-2BD37E99A216}"/>
              </a:ext>
            </a:extLst>
          </p:cNvPr>
          <p:cNvSpPr txBox="1"/>
          <p:nvPr/>
        </p:nvSpPr>
        <p:spPr>
          <a:xfrm>
            <a:off x="4057700" y="4828128"/>
            <a:ext cx="65755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</a:t>
            </a:r>
            <a:r>
              <a:rPr lang="en-US" altLang="zh-TW" sz="1801" dirty="0"/>
              <a:t>30A </a:t>
            </a:r>
            <a:endParaRPr lang="zh-TW" altLang="en-US" sz="1801" dirty="0"/>
          </a:p>
        </p:txBody>
      </p:sp>
      <p:cxnSp>
        <p:nvCxnSpPr>
          <p:cNvPr id="140" name="直線接點 139">
            <a:extLst>
              <a:ext uri="{FF2B5EF4-FFF2-40B4-BE49-F238E27FC236}">
                <a16:creationId xmlns:a16="http://schemas.microsoft.com/office/drawing/2014/main" id="{C9A2731E-8EC9-07BA-6E10-57A23103AAD1}"/>
              </a:ext>
            </a:extLst>
          </p:cNvPr>
          <p:cNvCxnSpPr>
            <a:cxnSpLocks/>
          </p:cNvCxnSpPr>
          <p:nvPr/>
        </p:nvCxnSpPr>
        <p:spPr>
          <a:xfrm rot="5400000" flipH="1">
            <a:off x="3356372" y="5903948"/>
            <a:ext cx="218017" cy="3758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5322B422-6479-3AF3-319C-805B9BF93977}"/>
              </a:ext>
            </a:extLst>
          </p:cNvPr>
          <p:cNvCxnSpPr>
            <a:cxnSpLocks/>
          </p:cNvCxnSpPr>
          <p:nvPr/>
        </p:nvCxnSpPr>
        <p:spPr>
          <a:xfrm rot="5400000" flipH="1">
            <a:off x="3342707" y="6061514"/>
            <a:ext cx="218017" cy="3758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C15195B-2502-65DE-4AA3-05AA978119C4}"/>
              </a:ext>
            </a:extLst>
          </p:cNvPr>
          <p:cNvSpPr txBox="1"/>
          <p:nvPr/>
        </p:nvSpPr>
        <p:spPr>
          <a:xfrm rot="5400000">
            <a:off x="2256183" y="7985169"/>
            <a:ext cx="1107996" cy="923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b="1" dirty="0">
                <a:latin typeface="+mn-ea"/>
              </a:rPr>
              <a:t>控制馬達</a:t>
            </a:r>
            <a:endParaRPr lang="en-US" altLang="zh-TW" sz="1801" b="1" dirty="0">
              <a:latin typeface="+mn-ea"/>
            </a:endParaRPr>
          </a:p>
          <a:p>
            <a:endParaRPr lang="en-US" altLang="zh-TW" sz="1801" dirty="0"/>
          </a:p>
          <a:p>
            <a:endParaRPr lang="zh-TW" altLang="en-US" sz="1801" dirty="0"/>
          </a:p>
        </p:txBody>
      </p:sp>
    </p:spTree>
    <p:extLst>
      <p:ext uri="{BB962C8B-B14F-4D97-AF65-F5344CB8AC3E}">
        <p14:creationId xmlns:p14="http://schemas.microsoft.com/office/powerpoint/2010/main" val="25152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4E7CC-DF70-0775-45AF-D756ED98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360448-53A4-DDEF-84A4-A0FFAA9C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89037" y="1063783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10</a:t>
            </a:fld>
            <a:endParaRPr lang="zh-TW" altLang="en-US" dirty="0"/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AB790E68-F866-B0BB-D48A-3526AEDD162E}"/>
              </a:ext>
            </a:extLst>
          </p:cNvPr>
          <p:cNvCxnSpPr>
            <a:cxnSpLocks/>
          </p:cNvCxnSpPr>
          <p:nvPr/>
        </p:nvCxnSpPr>
        <p:spPr>
          <a:xfrm rot="5400000" flipH="1">
            <a:off x="4904182" y="2607192"/>
            <a:ext cx="6082" cy="8634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BA923A63-2BB5-CE9F-75CA-30D0621874D9}"/>
              </a:ext>
            </a:extLst>
          </p:cNvPr>
          <p:cNvCxnSpPr>
            <a:cxnSpLocks/>
          </p:cNvCxnSpPr>
          <p:nvPr/>
        </p:nvCxnSpPr>
        <p:spPr>
          <a:xfrm rot="5400000" flipH="1">
            <a:off x="-1293882" y="7051209"/>
            <a:ext cx="94300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17C25BFC-DBE6-14DE-6435-613EF54691E4}"/>
              </a:ext>
            </a:extLst>
          </p:cNvPr>
          <p:cNvSpPr/>
          <p:nvPr/>
        </p:nvSpPr>
        <p:spPr>
          <a:xfrm>
            <a:off x="3336223" y="2047629"/>
            <a:ext cx="265212" cy="242930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57B4DEE0-DF66-A020-4CF3-A79143B7A3CA}"/>
              </a:ext>
            </a:extLst>
          </p:cNvPr>
          <p:cNvSpPr/>
          <p:nvPr/>
        </p:nvSpPr>
        <p:spPr>
          <a:xfrm rot="15992770">
            <a:off x="3372633" y="2242762"/>
            <a:ext cx="91463" cy="9559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EE07E51E-A0F8-F956-4BEF-A556C1FE03B1}"/>
              </a:ext>
            </a:extLst>
          </p:cNvPr>
          <p:cNvSpPr/>
          <p:nvPr/>
        </p:nvSpPr>
        <p:spPr>
          <a:xfrm rot="16200000">
            <a:off x="3372635" y="1992162"/>
            <a:ext cx="91463" cy="9559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1E9093D6-E9EB-D806-45A0-D4AD6F0DC9FD}"/>
              </a:ext>
            </a:extLst>
          </p:cNvPr>
          <p:cNvCxnSpPr>
            <a:cxnSpLocks/>
          </p:cNvCxnSpPr>
          <p:nvPr/>
        </p:nvCxnSpPr>
        <p:spPr>
          <a:xfrm rot="5400000" flipH="1">
            <a:off x="3166413" y="1758170"/>
            <a:ext cx="49939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D9D81798-AC8E-F295-C46B-39E7AAE06255}"/>
              </a:ext>
            </a:extLst>
          </p:cNvPr>
          <p:cNvSpPr txBox="1"/>
          <p:nvPr/>
        </p:nvSpPr>
        <p:spPr>
          <a:xfrm>
            <a:off x="3572243" y="2000999"/>
            <a:ext cx="72167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1" dirty="0"/>
              <a:t>150A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DE2E5A48-E092-A433-98EB-C9958F260311}"/>
              </a:ext>
            </a:extLst>
          </p:cNvPr>
          <p:cNvSpPr/>
          <p:nvPr/>
        </p:nvSpPr>
        <p:spPr>
          <a:xfrm rot="5400000">
            <a:off x="2127755" y="2996318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A48B8C38-C2A7-9104-8221-7E8D7CF881BE}"/>
              </a:ext>
            </a:extLst>
          </p:cNvPr>
          <p:cNvGrpSpPr/>
          <p:nvPr/>
        </p:nvGrpSpPr>
        <p:grpSpPr>
          <a:xfrm rot="5400000">
            <a:off x="3216593" y="2559315"/>
            <a:ext cx="403547" cy="216594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42AC0F8E-7837-4BB7-D673-8936367E3E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0E02FE11-89DF-4451-CB17-4715FF6F6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A4B4FEFC-F267-6856-547F-3F147B2301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CB42E4DB-94B4-C05B-7476-A36EE94AEEA0}"/>
              </a:ext>
            </a:extLst>
          </p:cNvPr>
          <p:cNvCxnSpPr>
            <a:cxnSpLocks/>
          </p:cNvCxnSpPr>
          <p:nvPr/>
        </p:nvCxnSpPr>
        <p:spPr>
          <a:xfrm rot="5400000">
            <a:off x="2935873" y="2568609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F121D6A1-D459-2EFC-F89B-3CB2CCB76EC2}"/>
              </a:ext>
            </a:extLst>
          </p:cNvPr>
          <p:cNvSpPr/>
          <p:nvPr/>
        </p:nvSpPr>
        <p:spPr>
          <a:xfrm rot="5134159">
            <a:off x="2376146" y="2992442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B482A1DA-4DE5-6F95-A8EF-848F0FF2D87B}"/>
              </a:ext>
            </a:extLst>
          </p:cNvPr>
          <p:cNvCxnSpPr>
            <a:cxnSpLocks/>
          </p:cNvCxnSpPr>
          <p:nvPr/>
        </p:nvCxnSpPr>
        <p:spPr>
          <a:xfrm rot="5400000">
            <a:off x="1744958" y="2655967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FC4D8A51-1655-1B21-ADA7-BDA5B23C903D}"/>
              </a:ext>
            </a:extLst>
          </p:cNvPr>
          <p:cNvSpPr/>
          <p:nvPr/>
        </p:nvSpPr>
        <p:spPr>
          <a:xfrm rot="16200000">
            <a:off x="2179605" y="2887909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1" name="直線接點 1270">
            <a:extLst>
              <a:ext uri="{FF2B5EF4-FFF2-40B4-BE49-F238E27FC236}">
                <a16:creationId xmlns:a16="http://schemas.microsoft.com/office/drawing/2014/main" id="{24830C20-4BA3-93F7-ACD2-31FEEF2983B9}"/>
              </a:ext>
            </a:extLst>
          </p:cNvPr>
          <p:cNvCxnSpPr/>
          <p:nvPr/>
        </p:nvCxnSpPr>
        <p:spPr>
          <a:xfrm rot="5400000" flipH="1">
            <a:off x="2935043" y="2923905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C90879C3-4228-C429-079D-84BA09FFAF46}"/>
              </a:ext>
            </a:extLst>
          </p:cNvPr>
          <p:cNvCxnSpPr/>
          <p:nvPr/>
        </p:nvCxnSpPr>
        <p:spPr>
          <a:xfrm rot="5400000" flipH="1">
            <a:off x="2818863" y="2923904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1849F6D1-15E2-4C94-6263-963653AE3DEA}"/>
              </a:ext>
            </a:extLst>
          </p:cNvPr>
          <p:cNvSpPr/>
          <p:nvPr/>
        </p:nvSpPr>
        <p:spPr>
          <a:xfrm rot="5400000">
            <a:off x="2127755" y="3751972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7808454B-886D-FBC4-0E03-A1066D62A204}"/>
              </a:ext>
            </a:extLst>
          </p:cNvPr>
          <p:cNvCxnSpPr>
            <a:cxnSpLocks/>
          </p:cNvCxnSpPr>
          <p:nvPr/>
        </p:nvCxnSpPr>
        <p:spPr>
          <a:xfrm rot="5400000">
            <a:off x="2935873" y="3324263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BE030B0F-4090-9623-37DD-36625648E4A0}"/>
              </a:ext>
            </a:extLst>
          </p:cNvPr>
          <p:cNvSpPr/>
          <p:nvPr/>
        </p:nvSpPr>
        <p:spPr>
          <a:xfrm rot="5134159">
            <a:off x="2376146" y="3748096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BC5C1C74-AB70-81D0-A0DC-5855A60A7424}"/>
              </a:ext>
            </a:extLst>
          </p:cNvPr>
          <p:cNvCxnSpPr>
            <a:cxnSpLocks/>
          </p:cNvCxnSpPr>
          <p:nvPr/>
        </p:nvCxnSpPr>
        <p:spPr>
          <a:xfrm rot="5400000">
            <a:off x="1744958" y="3411622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6D8C37A7-3990-5189-2189-170FA3D50D00}"/>
              </a:ext>
            </a:extLst>
          </p:cNvPr>
          <p:cNvSpPr/>
          <p:nvPr/>
        </p:nvSpPr>
        <p:spPr>
          <a:xfrm rot="16200000">
            <a:off x="2179605" y="3631384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0" name="直線接點 1279">
            <a:extLst>
              <a:ext uri="{FF2B5EF4-FFF2-40B4-BE49-F238E27FC236}">
                <a16:creationId xmlns:a16="http://schemas.microsoft.com/office/drawing/2014/main" id="{C6527E10-2FDB-24EA-0FC5-AB92E8EA3223}"/>
              </a:ext>
            </a:extLst>
          </p:cNvPr>
          <p:cNvCxnSpPr/>
          <p:nvPr/>
        </p:nvCxnSpPr>
        <p:spPr>
          <a:xfrm rot="5400000" flipH="1">
            <a:off x="2935043" y="3679559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04C8D40D-30E4-27C8-C851-4E3D6FE9FBAD}"/>
              </a:ext>
            </a:extLst>
          </p:cNvPr>
          <p:cNvCxnSpPr/>
          <p:nvPr/>
        </p:nvCxnSpPr>
        <p:spPr>
          <a:xfrm rot="5400000" flipH="1">
            <a:off x="2818863" y="3679558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4" name="橢圓 1283">
            <a:extLst>
              <a:ext uri="{FF2B5EF4-FFF2-40B4-BE49-F238E27FC236}">
                <a16:creationId xmlns:a16="http://schemas.microsoft.com/office/drawing/2014/main" id="{71EE25EB-D4D1-35D8-22AE-A10FB50F1554}"/>
              </a:ext>
            </a:extLst>
          </p:cNvPr>
          <p:cNvSpPr/>
          <p:nvPr/>
        </p:nvSpPr>
        <p:spPr>
          <a:xfrm rot="5400000">
            <a:off x="2132622" y="4486226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5" name="直線接點 1284">
            <a:extLst>
              <a:ext uri="{FF2B5EF4-FFF2-40B4-BE49-F238E27FC236}">
                <a16:creationId xmlns:a16="http://schemas.microsoft.com/office/drawing/2014/main" id="{C8340929-DC32-09BE-BCCD-6A33ECE2B8D4}"/>
              </a:ext>
            </a:extLst>
          </p:cNvPr>
          <p:cNvCxnSpPr>
            <a:cxnSpLocks/>
          </p:cNvCxnSpPr>
          <p:nvPr/>
        </p:nvCxnSpPr>
        <p:spPr>
          <a:xfrm rot="5400000">
            <a:off x="2940741" y="4058516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6" name="橢圓 1285">
            <a:extLst>
              <a:ext uri="{FF2B5EF4-FFF2-40B4-BE49-F238E27FC236}">
                <a16:creationId xmlns:a16="http://schemas.microsoft.com/office/drawing/2014/main" id="{029485A5-3AA3-E36C-39AD-B242FDE63C85}"/>
              </a:ext>
            </a:extLst>
          </p:cNvPr>
          <p:cNvSpPr/>
          <p:nvPr/>
        </p:nvSpPr>
        <p:spPr>
          <a:xfrm rot="5134159">
            <a:off x="2381015" y="4482350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7" name="直線接點 1286">
            <a:extLst>
              <a:ext uri="{FF2B5EF4-FFF2-40B4-BE49-F238E27FC236}">
                <a16:creationId xmlns:a16="http://schemas.microsoft.com/office/drawing/2014/main" id="{EB43AA28-D914-C014-0A8E-B01FB9EA5029}"/>
              </a:ext>
            </a:extLst>
          </p:cNvPr>
          <p:cNvCxnSpPr>
            <a:cxnSpLocks/>
          </p:cNvCxnSpPr>
          <p:nvPr/>
        </p:nvCxnSpPr>
        <p:spPr>
          <a:xfrm rot="5400000">
            <a:off x="1749827" y="4145876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8" name="弧形 1287">
            <a:extLst>
              <a:ext uri="{FF2B5EF4-FFF2-40B4-BE49-F238E27FC236}">
                <a16:creationId xmlns:a16="http://schemas.microsoft.com/office/drawing/2014/main" id="{BCDDCD0E-E71F-099A-6A73-A9344E6A0EBA}"/>
              </a:ext>
            </a:extLst>
          </p:cNvPr>
          <p:cNvSpPr/>
          <p:nvPr/>
        </p:nvSpPr>
        <p:spPr>
          <a:xfrm rot="16200000">
            <a:off x="2184473" y="4377811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9" name="直線接點 1288">
            <a:extLst>
              <a:ext uri="{FF2B5EF4-FFF2-40B4-BE49-F238E27FC236}">
                <a16:creationId xmlns:a16="http://schemas.microsoft.com/office/drawing/2014/main" id="{BA8B6EFB-B7DC-F568-C477-A186C79DC190}"/>
              </a:ext>
            </a:extLst>
          </p:cNvPr>
          <p:cNvCxnSpPr/>
          <p:nvPr/>
        </p:nvCxnSpPr>
        <p:spPr>
          <a:xfrm rot="5400000" flipH="1">
            <a:off x="2939910" y="4413813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直線接點 1289">
            <a:extLst>
              <a:ext uri="{FF2B5EF4-FFF2-40B4-BE49-F238E27FC236}">
                <a16:creationId xmlns:a16="http://schemas.microsoft.com/office/drawing/2014/main" id="{134F2BAF-B3E5-B9E1-2BE4-413938516929}"/>
              </a:ext>
            </a:extLst>
          </p:cNvPr>
          <p:cNvCxnSpPr/>
          <p:nvPr/>
        </p:nvCxnSpPr>
        <p:spPr>
          <a:xfrm rot="5400000" flipH="1">
            <a:off x="2823731" y="4413812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E39A4E5B-EE5F-CB66-DFA7-88345EB3844D}"/>
              </a:ext>
            </a:extLst>
          </p:cNvPr>
          <p:cNvSpPr txBox="1"/>
          <p:nvPr/>
        </p:nvSpPr>
        <p:spPr>
          <a:xfrm>
            <a:off x="2017761" y="4004794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293" name="橢圓 1292">
            <a:extLst>
              <a:ext uri="{FF2B5EF4-FFF2-40B4-BE49-F238E27FC236}">
                <a16:creationId xmlns:a16="http://schemas.microsoft.com/office/drawing/2014/main" id="{6111411E-71C5-C2B0-3C06-66F13160EF50}"/>
              </a:ext>
            </a:extLst>
          </p:cNvPr>
          <p:cNvSpPr/>
          <p:nvPr/>
        </p:nvSpPr>
        <p:spPr>
          <a:xfrm rot="5400000">
            <a:off x="2142359" y="5200714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4" name="直線接點 1293">
            <a:extLst>
              <a:ext uri="{FF2B5EF4-FFF2-40B4-BE49-F238E27FC236}">
                <a16:creationId xmlns:a16="http://schemas.microsoft.com/office/drawing/2014/main" id="{ECF76F4A-1602-0320-8C49-08BB9776A3B1}"/>
              </a:ext>
            </a:extLst>
          </p:cNvPr>
          <p:cNvCxnSpPr>
            <a:cxnSpLocks/>
          </p:cNvCxnSpPr>
          <p:nvPr/>
        </p:nvCxnSpPr>
        <p:spPr>
          <a:xfrm rot="5400000">
            <a:off x="2966705" y="4773005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5" name="橢圓 1294">
            <a:extLst>
              <a:ext uri="{FF2B5EF4-FFF2-40B4-BE49-F238E27FC236}">
                <a16:creationId xmlns:a16="http://schemas.microsoft.com/office/drawing/2014/main" id="{AC62E623-32BA-C780-9AAD-E12423260154}"/>
              </a:ext>
            </a:extLst>
          </p:cNvPr>
          <p:cNvSpPr/>
          <p:nvPr/>
        </p:nvSpPr>
        <p:spPr>
          <a:xfrm rot="5134159">
            <a:off x="2390750" y="5196839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6" name="直線接點 1295">
            <a:extLst>
              <a:ext uri="{FF2B5EF4-FFF2-40B4-BE49-F238E27FC236}">
                <a16:creationId xmlns:a16="http://schemas.microsoft.com/office/drawing/2014/main" id="{FB005717-F95F-A22B-2635-2EB81F90B88F}"/>
              </a:ext>
            </a:extLst>
          </p:cNvPr>
          <p:cNvCxnSpPr>
            <a:cxnSpLocks/>
          </p:cNvCxnSpPr>
          <p:nvPr/>
        </p:nvCxnSpPr>
        <p:spPr>
          <a:xfrm rot="5400000">
            <a:off x="1759562" y="4860363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7" name="弧形 1296">
            <a:extLst>
              <a:ext uri="{FF2B5EF4-FFF2-40B4-BE49-F238E27FC236}">
                <a16:creationId xmlns:a16="http://schemas.microsoft.com/office/drawing/2014/main" id="{E3772237-99CC-5F25-F451-E3311B72BE6B}"/>
              </a:ext>
            </a:extLst>
          </p:cNvPr>
          <p:cNvSpPr/>
          <p:nvPr/>
        </p:nvSpPr>
        <p:spPr>
          <a:xfrm rot="16200000">
            <a:off x="2192145" y="5095370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8" name="直線接點 1297">
            <a:extLst>
              <a:ext uri="{FF2B5EF4-FFF2-40B4-BE49-F238E27FC236}">
                <a16:creationId xmlns:a16="http://schemas.microsoft.com/office/drawing/2014/main" id="{8655472D-501B-BF30-E300-B6747E101501}"/>
              </a:ext>
            </a:extLst>
          </p:cNvPr>
          <p:cNvCxnSpPr/>
          <p:nvPr/>
        </p:nvCxnSpPr>
        <p:spPr>
          <a:xfrm rot="5400000" flipH="1">
            <a:off x="2949646" y="5128302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直線接點 1298">
            <a:extLst>
              <a:ext uri="{FF2B5EF4-FFF2-40B4-BE49-F238E27FC236}">
                <a16:creationId xmlns:a16="http://schemas.microsoft.com/office/drawing/2014/main" id="{2523C68F-5A59-20A7-9D30-B7DB43C98F91}"/>
              </a:ext>
            </a:extLst>
          </p:cNvPr>
          <p:cNvCxnSpPr/>
          <p:nvPr/>
        </p:nvCxnSpPr>
        <p:spPr>
          <a:xfrm rot="5400000" flipH="1">
            <a:off x="2833469" y="5128300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1" name="橢圓 1300">
            <a:extLst>
              <a:ext uri="{FF2B5EF4-FFF2-40B4-BE49-F238E27FC236}">
                <a16:creationId xmlns:a16="http://schemas.microsoft.com/office/drawing/2014/main" id="{E3670721-9653-4667-C8BA-AACAF9A9AA20}"/>
              </a:ext>
            </a:extLst>
          </p:cNvPr>
          <p:cNvSpPr/>
          <p:nvPr/>
        </p:nvSpPr>
        <p:spPr>
          <a:xfrm rot="5400000">
            <a:off x="2144941" y="5927629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2" name="直線接點 1301">
            <a:extLst>
              <a:ext uri="{FF2B5EF4-FFF2-40B4-BE49-F238E27FC236}">
                <a16:creationId xmlns:a16="http://schemas.microsoft.com/office/drawing/2014/main" id="{F7E31482-B309-3A92-BE4F-C44CF2ACE4E8}"/>
              </a:ext>
            </a:extLst>
          </p:cNvPr>
          <p:cNvCxnSpPr>
            <a:cxnSpLocks/>
          </p:cNvCxnSpPr>
          <p:nvPr/>
        </p:nvCxnSpPr>
        <p:spPr>
          <a:xfrm rot="5400000">
            <a:off x="2953060" y="5499921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3" name="橢圓 1302">
            <a:extLst>
              <a:ext uri="{FF2B5EF4-FFF2-40B4-BE49-F238E27FC236}">
                <a16:creationId xmlns:a16="http://schemas.microsoft.com/office/drawing/2014/main" id="{CEC356A1-11E2-B13F-878D-88056954B88B}"/>
              </a:ext>
            </a:extLst>
          </p:cNvPr>
          <p:cNvSpPr/>
          <p:nvPr/>
        </p:nvSpPr>
        <p:spPr>
          <a:xfrm rot="5134159">
            <a:off x="2393334" y="5923754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4" name="直線接點 1303">
            <a:extLst>
              <a:ext uri="{FF2B5EF4-FFF2-40B4-BE49-F238E27FC236}">
                <a16:creationId xmlns:a16="http://schemas.microsoft.com/office/drawing/2014/main" id="{2310D874-A84D-2FC6-B415-443D35C36017}"/>
              </a:ext>
            </a:extLst>
          </p:cNvPr>
          <p:cNvCxnSpPr>
            <a:cxnSpLocks/>
          </p:cNvCxnSpPr>
          <p:nvPr/>
        </p:nvCxnSpPr>
        <p:spPr>
          <a:xfrm rot="5400000">
            <a:off x="1762144" y="5587279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5" name="弧形 1304">
            <a:extLst>
              <a:ext uri="{FF2B5EF4-FFF2-40B4-BE49-F238E27FC236}">
                <a16:creationId xmlns:a16="http://schemas.microsoft.com/office/drawing/2014/main" id="{317253AA-EB5B-6CB1-FB5C-300B09CE71B5}"/>
              </a:ext>
            </a:extLst>
          </p:cNvPr>
          <p:cNvSpPr/>
          <p:nvPr/>
        </p:nvSpPr>
        <p:spPr>
          <a:xfrm rot="16200000">
            <a:off x="2196792" y="5819221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6" name="直線接點 1305">
            <a:extLst>
              <a:ext uri="{FF2B5EF4-FFF2-40B4-BE49-F238E27FC236}">
                <a16:creationId xmlns:a16="http://schemas.microsoft.com/office/drawing/2014/main" id="{264759B6-2977-4A83-AA37-75AD4B859D6F}"/>
              </a:ext>
            </a:extLst>
          </p:cNvPr>
          <p:cNvCxnSpPr/>
          <p:nvPr/>
        </p:nvCxnSpPr>
        <p:spPr>
          <a:xfrm rot="5400000" flipH="1">
            <a:off x="2952229" y="5855217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直線接點 1306">
            <a:extLst>
              <a:ext uri="{FF2B5EF4-FFF2-40B4-BE49-F238E27FC236}">
                <a16:creationId xmlns:a16="http://schemas.microsoft.com/office/drawing/2014/main" id="{28C886CA-1328-BC28-674C-DF859F90FDCB}"/>
              </a:ext>
            </a:extLst>
          </p:cNvPr>
          <p:cNvCxnSpPr/>
          <p:nvPr/>
        </p:nvCxnSpPr>
        <p:spPr>
          <a:xfrm rot="5400000" flipH="1">
            <a:off x="2836051" y="5855216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9" name="文字方塊 1308">
            <a:extLst>
              <a:ext uri="{FF2B5EF4-FFF2-40B4-BE49-F238E27FC236}">
                <a16:creationId xmlns:a16="http://schemas.microsoft.com/office/drawing/2014/main" id="{DBC4DFA7-D55E-765B-35D3-7A129A1C89EE}"/>
              </a:ext>
            </a:extLst>
          </p:cNvPr>
          <p:cNvSpPr txBox="1"/>
          <p:nvPr/>
        </p:nvSpPr>
        <p:spPr>
          <a:xfrm>
            <a:off x="2030081" y="5428111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10" name="橢圓 1309">
            <a:extLst>
              <a:ext uri="{FF2B5EF4-FFF2-40B4-BE49-F238E27FC236}">
                <a16:creationId xmlns:a16="http://schemas.microsoft.com/office/drawing/2014/main" id="{2E1693DD-1696-DA91-C0DB-73CF938596F3}"/>
              </a:ext>
            </a:extLst>
          </p:cNvPr>
          <p:cNvSpPr/>
          <p:nvPr/>
        </p:nvSpPr>
        <p:spPr>
          <a:xfrm rot="5400000">
            <a:off x="2144941" y="6690580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1" name="直線接點 1310">
            <a:extLst>
              <a:ext uri="{FF2B5EF4-FFF2-40B4-BE49-F238E27FC236}">
                <a16:creationId xmlns:a16="http://schemas.microsoft.com/office/drawing/2014/main" id="{AAB8E970-F722-B78B-EC16-156476C54321}"/>
              </a:ext>
            </a:extLst>
          </p:cNvPr>
          <p:cNvCxnSpPr>
            <a:cxnSpLocks/>
          </p:cNvCxnSpPr>
          <p:nvPr/>
        </p:nvCxnSpPr>
        <p:spPr>
          <a:xfrm rot="5400000">
            <a:off x="2953060" y="6262871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2" name="橢圓 1311">
            <a:extLst>
              <a:ext uri="{FF2B5EF4-FFF2-40B4-BE49-F238E27FC236}">
                <a16:creationId xmlns:a16="http://schemas.microsoft.com/office/drawing/2014/main" id="{9D75EEB0-9666-1E17-0F8A-B06E5E0CA8EE}"/>
              </a:ext>
            </a:extLst>
          </p:cNvPr>
          <p:cNvSpPr/>
          <p:nvPr/>
        </p:nvSpPr>
        <p:spPr>
          <a:xfrm rot="5134159">
            <a:off x="2393334" y="6686703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3" name="直線接點 1312">
            <a:extLst>
              <a:ext uri="{FF2B5EF4-FFF2-40B4-BE49-F238E27FC236}">
                <a16:creationId xmlns:a16="http://schemas.microsoft.com/office/drawing/2014/main" id="{94D9AF39-271C-DC2E-ADE6-F9065397BE90}"/>
              </a:ext>
            </a:extLst>
          </p:cNvPr>
          <p:cNvCxnSpPr>
            <a:cxnSpLocks/>
          </p:cNvCxnSpPr>
          <p:nvPr/>
        </p:nvCxnSpPr>
        <p:spPr>
          <a:xfrm rot="5400000">
            <a:off x="1762144" y="6350229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4" name="弧形 1313">
            <a:extLst>
              <a:ext uri="{FF2B5EF4-FFF2-40B4-BE49-F238E27FC236}">
                <a16:creationId xmlns:a16="http://schemas.microsoft.com/office/drawing/2014/main" id="{1BB0F6EA-98F0-708C-576A-EF8DFBCE602A}"/>
              </a:ext>
            </a:extLst>
          </p:cNvPr>
          <p:cNvSpPr/>
          <p:nvPr/>
        </p:nvSpPr>
        <p:spPr>
          <a:xfrm rot="16200000">
            <a:off x="2196792" y="6574056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5" name="直線接點 1314">
            <a:extLst>
              <a:ext uri="{FF2B5EF4-FFF2-40B4-BE49-F238E27FC236}">
                <a16:creationId xmlns:a16="http://schemas.microsoft.com/office/drawing/2014/main" id="{4B5E8218-BCFB-D90E-23CB-6287A9F5A530}"/>
              </a:ext>
            </a:extLst>
          </p:cNvPr>
          <p:cNvCxnSpPr/>
          <p:nvPr/>
        </p:nvCxnSpPr>
        <p:spPr>
          <a:xfrm rot="5400000" flipH="1">
            <a:off x="2952229" y="6618167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直線接點 1315">
            <a:extLst>
              <a:ext uri="{FF2B5EF4-FFF2-40B4-BE49-F238E27FC236}">
                <a16:creationId xmlns:a16="http://schemas.microsoft.com/office/drawing/2014/main" id="{273DB870-4043-6644-7140-4D9F7B73B3CC}"/>
              </a:ext>
            </a:extLst>
          </p:cNvPr>
          <p:cNvCxnSpPr/>
          <p:nvPr/>
        </p:nvCxnSpPr>
        <p:spPr>
          <a:xfrm rot="5400000" flipH="1">
            <a:off x="2836051" y="6618166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8" name="文字方塊 1317">
            <a:extLst>
              <a:ext uri="{FF2B5EF4-FFF2-40B4-BE49-F238E27FC236}">
                <a16:creationId xmlns:a16="http://schemas.microsoft.com/office/drawing/2014/main" id="{BB613B94-DF79-B329-92C1-98BDA7FB87A3}"/>
              </a:ext>
            </a:extLst>
          </p:cNvPr>
          <p:cNvSpPr txBox="1"/>
          <p:nvPr/>
        </p:nvSpPr>
        <p:spPr>
          <a:xfrm>
            <a:off x="2030081" y="6190695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19" name="橢圓 1318">
            <a:extLst>
              <a:ext uri="{FF2B5EF4-FFF2-40B4-BE49-F238E27FC236}">
                <a16:creationId xmlns:a16="http://schemas.microsoft.com/office/drawing/2014/main" id="{D6855192-8C30-EDB8-71E5-693B20C317BA}"/>
              </a:ext>
            </a:extLst>
          </p:cNvPr>
          <p:cNvSpPr/>
          <p:nvPr/>
        </p:nvSpPr>
        <p:spPr>
          <a:xfrm rot="5400000">
            <a:off x="2149810" y="7470959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0" name="直線接點 1319">
            <a:extLst>
              <a:ext uri="{FF2B5EF4-FFF2-40B4-BE49-F238E27FC236}">
                <a16:creationId xmlns:a16="http://schemas.microsoft.com/office/drawing/2014/main" id="{8DDA4E03-45F5-F278-B430-46F61431A2B1}"/>
              </a:ext>
            </a:extLst>
          </p:cNvPr>
          <p:cNvCxnSpPr>
            <a:cxnSpLocks/>
          </p:cNvCxnSpPr>
          <p:nvPr/>
        </p:nvCxnSpPr>
        <p:spPr>
          <a:xfrm rot="5400000">
            <a:off x="2957927" y="7043250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" name="橢圓 1320">
            <a:extLst>
              <a:ext uri="{FF2B5EF4-FFF2-40B4-BE49-F238E27FC236}">
                <a16:creationId xmlns:a16="http://schemas.microsoft.com/office/drawing/2014/main" id="{97D6CEB9-093C-00FB-C938-61024BEE88AC}"/>
              </a:ext>
            </a:extLst>
          </p:cNvPr>
          <p:cNvSpPr/>
          <p:nvPr/>
        </p:nvSpPr>
        <p:spPr>
          <a:xfrm rot="5134159">
            <a:off x="2398201" y="7467082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2" name="直線接點 1321">
            <a:extLst>
              <a:ext uri="{FF2B5EF4-FFF2-40B4-BE49-F238E27FC236}">
                <a16:creationId xmlns:a16="http://schemas.microsoft.com/office/drawing/2014/main" id="{3B36C704-6D31-5971-5874-10D5079C7487}"/>
              </a:ext>
            </a:extLst>
          </p:cNvPr>
          <p:cNvCxnSpPr>
            <a:cxnSpLocks/>
          </p:cNvCxnSpPr>
          <p:nvPr/>
        </p:nvCxnSpPr>
        <p:spPr>
          <a:xfrm rot="5400000">
            <a:off x="1767013" y="7130608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3" name="弧形 1322">
            <a:extLst>
              <a:ext uri="{FF2B5EF4-FFF2-40B4-BE49-F238E27FC236}">
                <a16:creationId xmlns:a16="http://schemas.microsoft.com/office/drawing/2014/main" id="{65118312-7A85-7384-F1D3-EA5DF7050564}"/>
              </a:ext>
            </a:extLst>
          </p:cNvPr>
          <p:cNvSpPr/>
          <p:nvPr/>
        </p:nvSpPr>
        <p:spPr>
          <a:xfrm rot="16200000">
            <a:off x="2201660" y="7362550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4" name="直線接點 1323">
            <a:extLst>
              <a:ext uri="{FF2B5EF4-FFF2-40B4-BE49-F238E27FC236}">
                <a16:creationId xmlns:a16="http://schemas.microsoft.com/office/drawing/2014/main" id="{CCCC348E-0848-F33C-320C-F909176954D3}"/>
              </a:ext>
            </a:extLst>
          </p:cNvPr>
          <p:cNvCxnSpPr/>
          <p:nvPr/>
        </p:nvCxnSpPr>
        <p:spPr>
          <a:xfrm rot="5400000" flipH="1">
            <a:off x="2957097" y="7398546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直線接點 1324">
            <a:extLst>
              <a:ext uri="{FF2B5EF4-FFF2-40B4-BE49-F238E27FC236}">
                <a16:creationId xmlns:a16="http://schemas.microsoft.com/office/drawing/2014/main" id="{67D1F103-3555-16B1-F5BD-767D31CF8658}"/>
              </a:ext>
            </a:extLst>
          </p:cNvPr>
          <p:cNvCxnSpPr/>
          <p:nvPr/>
        </p:nvCxnSpPr>
        <p:spPr>
          <a:xfrm rot="5400000" flipH="1">
            <a:off x="2840918" y="7398545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7" name="文字方塊 1326">
            <a:extLst>
              <a:ext uri="{FF2B5EF4-FFF2-40B4-BE49-F238E27FC236}">
                <a16:creationId xmlns:a16="http://schemas.microsoft.com/office/drawing/2014/main" id="{73524EC9-3A85-94AA-79E8-6DA37389628C}"/>
              </a:ext>
            </a:extLst>
          </p:cNvPr>
          <p:cNvSpPr txBox="1"/>
          <p:nvPr/>
        </p:nvSpPr>
        <p:spPr>
          <a:xfrm>
            <a:off x="2034948" y="7022037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28" name="橢圓 1327">
            <a:extLst>
              <a:ext uri="{FF2B5EF4-FFF2-40B4-BE49-F238E27FC236}">
                <a16:creationId xmlns:a16="http://schemas.microsoft.com/office/drawing/2014/main" id="{950C9EB7-529E-2CDF-3C69-3531F7C5E000}"/>
              </a:ext>
            </a:extLst>
          </p:cNvPr>
          <p:cNvSpPr/>
          <p:nvPr/>
        </p:nvSpPr>
        <p:spPr>
          <a:xfrm rot="5400000">
            <a:off x="2159547" y="8300036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9" name="直線接點 1328">
            <a:extLst>
              <a:ext uri="{FF2B5EF4-FFF2-40B4-BE49-F238E27FC236}">
                <a16:creationId xmlns:a16="http://schemas.microsoft.com/office/drawing/2014/main" id="{CA5C5723-37E7-67B5-9FE5-F3F53C692CB3}"/>
              </a:ext>
            </a:extLst>
          </p:cNvPr>
          <p:cNvCxnSpPr>
            <a:cxnSpLocks/>
          </p:cNvCxnSpPr>
          <p:nvPr/>
        </p:nvCxnSpPr>
        <p:spPr>
          <a:xfrm rot="5400000">
            <a:off x="2983892" y="7872327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0" name="橢圓 1329">
            <a:extLst>
              <a:ext uri="{FF2B5EF4-FFF2-40B4-BE49-F238E27FC236}">
                <a16:creationId xmlns:a16="http://schemas.microsoft.com/office/drawing/2014/main" id="{07725CA2-C48E-CA78-8AA0-2DEC9409F991}"/>
              </a:ext>
            </a:extLst>
          </p:cNvPr>
          <p:cNvSpPr/>
          <p:nvPr/>
        </p:nvSpPr>
        <p:spPr>
          <a:xfrm rot="5134159">
            <a:off x="2407938" y="8296159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31" name="直線接點 1330">
            <a:extLst>
              <a:ext uri="{FF2B5EF4-FFF2-40B4-BE49-F238E27FC236}">
                <a16:creationId xmlns:a16="http://schemas.microsoft.com/office/drawing/2014/main" id="{96BBFDEE-9BC2-5F1D-873E-68397FD2FE14}"/>
              </a:ext>
            </a:extLst>
          </p:cNvPr>
          <p:cNvCxnSpPr>
            <a:cxnSpLocks/>
          </p:cNvCxnSpPr>
          <p:nvPr/>
        </p:nvCxnSpPr>
        <p:spPr>
          <a:xfrm rot="5400000">
            <a:off x="1776750" y="7959685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" name="弧形 1331">
            <a:extLst>
              <a:ext uri="{FF2B5EF4-FFF2-40B4-BE49-F238E27FC236}">
                <a16:creationId xmlns:a16="http://schemas.microsoft.com/office/drawing/2014/main" id="{2C791112-9063-60CC-E68F-3D179F2F9F26}"/>
              </a:ext>
            </a:extLst>
          </p:cNvPr>
          <p:cNvSpPr/>
          <p:nvPr/>
        </p:nvSpPr>
        <p:spPr>
          <a:xfrm rot="16200000">
            <a:off x="2211397" y="8191966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33" name="直線接點 1332">
            <a:extLst>
              <a:ext uri="{FF2B5EF4-FFF2-40B4-BE49-F238E27FC236}">
                <a16:creationId xmlns:a16="http://schemas.microsoft.com/office/drawing/2014/main" id="{20249BB7-3A65-065D-7CF9-E823514AE653}"/>
              </a:ext>
            </a:extLst>
          </p:cNvPr>
          <p:cNvCxnSpPr/>
          <p:nvPr/>
        </p:nvCxnSpPr>
        <p:spPr>
          <a:xfrm rot="5400000" flipH="1">
            <a:off x="2966833" y="8227623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直線接點 1333">
            <a:extLst>
              <a:ext uri="{FF2B5EF4-FFF2-40B4-BE49-F238E27FC236}">
                <a16:creationId xmlns:a16="http://schemas.microsoft.com/office/drawing/2014/main" id="{703E790A-FAD5-E61F-0815-73BD99364C7A}"/>
              </a:ext>
            </a:extLst>
          </p:cNvPr>
          <p:cNvCxnSpPr/>
          <p:nvPr/>
        </p:nvCxnSpPr>
        <p:spPr>
          <a:xfrm rot="5400000" flipH="1">
            <a:off x="2850655" y="8227622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6" name="文字方塊 1335">
            <a:extLst>
              <a:ext uri="{FF2B5EF4-FFF2-40B4-BE49-F238E27FC236}">
                <a16:creationId xmlns:a16="http://schemas.microsoft.com/office/drawing/2014/main" id="{40774481-2E8B-11F3-8D22-853589D98F58}"/>
              </a:ext>
            </a:extLst>
          </p:cNvPr>
          <p:cNvSpPr txBox="1"/>
          <p:nvPr/>
        </p:nvSpPr>
        <p:spPr>
          <a:xfrm>
            <a:off x="2031530" y="4705306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37" name="文字方塊 1336">
            <a:extLst>
              <a:ext uri="{FF2B5EF4-FFF2-40B4-BE49-F238E27FC236}">
                <a16:creationId xmlns:a16="http://schemas.microsoft.com/office/drawing/2014/main" id="{E749E649-0BC0-7E83-DA71-D79E8AA3576E}"/>
              </a:ext>
            </a:extLst>
          </p:cNvPr>
          <p:cNvSpPr txBox="1"/>
          <p:nvPr/>
        </p:nvSpPr>
        <p:spPr>
          <a:xfrm>
            <a:off x="2038769" y="7812974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39" name="橢圓 1338">
            <a:extLst>
              <a:ext uri="{FF2B5EF4-FFF2-40B4-BE49-F238E27FC236}">
                <a16:creationId xmlns:a16="http://schemas.microsoft.com/office/drawing/2014/main" id="{10895E2F-771D-C5A4-FD01-D8A5231A3F5D}"/>
              </a:ext>
            </a:extLst>
          </p:cNvPr>
          <p:cNvSpPr/>
          <p:nvPr/>
        </p:nvSpPr>
        <p:spPr>
          <a:xfrm rot="5400000">
            <a:off x="2149810" y="9076905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0" name="直線接點 1339">
            <a:extLst>
              <a:ext uri="{FF2B5EF4-FFF2-40B4-BE49-F238E27FC236}">
                <a16:creationId xmlns:a16="http://schemas.microsoft.com/office/drawing/2014/main" id="{C21E297A-2C54-62E4-F88D-ACB7A8ADED5B}"/>
              </a:ext>
            </a:extLst>
          </p:cNvPr>
          <p:cNvCxnSpPr>
            <a:cxnSpLocks/>
          </p:cNvCxnSpPr>
          <p:nvPr/>
        </p:nvCxnSpPr>
        <p:spPr>
          <a:xfrm rot="5400000">
            <a:off x="2957927" y="8649196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" name="橢圓 1340">
            <a:extLst>
              <a:ext uri="{FF2B5EF4-FFF2-40B4-BE49-F238E27FC236}">
                <a16:creationId xmlns:a16="http://schemas.microsoft.com/office/drawing/2014/main" id="{01626A52-9C07-815B-6241-B4F6ACA6DF35}"/>
              </a:ext>
            </a:extLst>
          </p:cNvPr>
          <p:cNvSpPr/>
          <p:nvPr/>
        </p:nvSpPr>
        <p:spPr>
          <a:xfrm rot="5134159">
            <a:off x="2398201" y="9073028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2" name="直線接點 1341">
            <a:extLst>
              <a:ext uri="{FF2B5EF4-FFF2-40B4-BE49-F238E27FC236}">
                <a16:creationId xmlns:a16="http://schemas.microsoft.com/office/drawing/2014/main" id="{14ED8264-3811-5DF7-C447-ECAE084AE001}"/>
              </a:ext>
            </a:extLst>
          </p:cNvPr>
          <p:cNvCxnSpPr>
            <a:cxnSpLocks/>
          </p:cNvCxnSpPr>
          <p:nvPr/>
        </p:nvCxnSpPr>
        <p:spPr>
          <a:xfrm rot="5400000">
            <a:off x="1767013" y="8736554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3" name="弧形 1342">
            <a:extLst>
              <a:ext uri="{FF2B5EF4-FFF2-40B4-BE49-F238E27FC236}">
                <a16:creationId xmlns:a16="http://schemas.microsoft.com/office/drawing/2014/main" id="{73EDD8E0-4AB6-8DA3-E783-683B531BE24D}"/>
              </a:ext>
            </a:extLst>
          </p:cNvPr>
          <p:cNvSpPr/>
          <p:nvPr/>
        </p:nvSpPr>
        <p:spPr>
          <a:xfrm rot="16200000">
            <a:off x="2201660" y="8968496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4" name="直線接點 1343">
            <a:extLst>
              <a:ext uri="{FF2B5EF4-FFF2-40B4-BE49-F238E27FC236}">
                <a16:creationId xmlns:a16="http://schemas.microsoft.com/office/drawing/2014/main" id="{42444D10-07BC-4625-71E6-91ABF6A04E2D}"/>
              </a:ext>
            </a:extLst>
          </p:cNvPr>
          <p:cNvCxnSpPr/>
          <p:nvPr/>
        </p:nvCxnSpPr>
        <p:spPr>
          <a:xfrm rot="5400000" flipH="1">
            <a:off x="2957097" y="9004492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直線接點 1344">
            <a:extLst>
              <a:ext uri="{FF2B5EF4-FFF2-40B4-BE49-F238E27FC236}">
                <a16:creationId xmlns:a16="http://schemas.microsoft.com/office/drawing/2014/main" id="{17B9EFFD-8E21-53A2-2C1D-F35B5AE68AF6}"/>
              </a:ext>
            </a:extLst>
          </p:cNvPr>
          <p:cNvCxnSpPr/>
          <p:nvPr/>
        </p:nvCxnSpPr>
        <p:spPr>
          <a:xfrm rot="5400000" flipH="1">
            <a:off x="2840918" y="9004491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886A626F-E5FD-26BD-2921-2913D4835FB1}"/>
              </a:ext>
            </a:extLst>
          </p:cNvPr>
          <p:cNvSpPr txBox="1"/>
          <p:nvPr/>
        </p:nvSpPr>
        <p:spPr>
          <a:xfrm>
            <a:off x="2034948" y="8590641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48" name="橢圓 1347">
            <a:extLst>
              <a:ext uri="{FF2B5EF4-FFF2-40B4-BE49-F238E27FC236}">
                <a16:creationId xmlns:a16="http://schemas.microsoft.com/office/drawing/2014/main" id="{10C11DA7-31A7-E9DE-5C19-485D9487CE40}"/>
              </a:ext>
            </a:extLst>
          </p:cNvPr>
          <p:cNvSpPr/>
          <p:nvPr/>
        </p:nvSpPr>
        <p:spPr>
          <a:xfrm rot="5400000">
            <a:off x="2149810" y="9886960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9" name="直線接點 1348">
            <a:extLst>
              <a:ext uri="{FF2B5EF4-FFF2-40B4-BE49-F238E27FC236}">
                <a16:creationId xmlns:a16="http://schemas.microsoft.com/office/drawing/2014/main" id="{DE368212-AFCE-D153-3EF9-4CAF075C8A66}"/>
              </a:ext>
            </a:extLst>
          </p:cNvPr>
          <p:cNvCxnSpPr>
            <a:cxnSpLocks/>
          </p:cNvCxnSpPr>
          <p:nvPr/>
        </p:nvCxnSpPr>
        <p:spPr>
          <a:xfrm rot="5400000">
            <a:off x="2957927" y="9459251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0" name="橢圓 1349">
            <a:extLst>
              <a:ext uri="{FF2B5EF4-FFF2-40B4-BE49-F238E27FC236}">
                <a16:creationId xmlns:a16="http://schemas.microsoft.com/office/drawing/2014/main" id="{969E86CC-D8B7-705F-5869-1CC1E8844C90}"/>
              </a:ext>
            </a:extLst>
          </p:cNvPr>
          <p:cNvSpPr/>
          <p:nvPr/>
        </p:nvSpPr>
        <p:spPr>
          <a:xfrm rot="5134159">
            <a:off x="2398201" y="9883085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1" name="直線接點 1350">
            <a:extLst>
              <a:ext uri="{FF2B5EF4-FFF2-40B4-BE49-F238E27FC236}">
                <a16:creationId xmlns:a16="http://schemas.microsoft.com/office/drawing/2014/main" id="{B9857C96-ED06-5F6B-EFF5-C51B038EEE72}"/>
              </a:ext>
            </a:extLst>
          </p:cNvPr>
          <p:cNvCxnSpPr>
            <a:cxnSpLocks/>
          </p:cNvCxnSpPr>
          <p:nvPr/>
        </p:nvCxnSpPr>
        <p:spPr>
          <a:xfrm rot="5400000">
            <a:off x="1767013" y="9546611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弧形 1351">
            <a:extLst>
              <a:ext uri="{FF2B5EF4-FFF2-40B4-BE49-F238E27FC236}">
                <a16:creationId xmlns:a16="http://schemas.microsoft.com/office/drawing/2014/main" id="{0BEB500A-E881-7F56-E5B5-348E9FF92027}"/>
              </a:ext>
            </a:extLst>
          </p:cNvPr>
          <p:cNvSpPr/>
          <p:nvPr/>
        </p:nvSpPr>
        <p:spPr>
          <a:xfrm rot="16200000">
            <a:off x="2201660" y="9778550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3" name="直線接點 1352">
            <a:extLst>
              <a:ext uri="{FF2B5EF4-FFF2-40B4-BE49-F238E27FC236}">
                <a16:creationId xmlns:a16="http://schemas.microsoft.com/office/drawing/2014/main" id="{4937529D-F1C6-BA54-9C5E-AEC98E1C0887}"/>
              </a:ext>
            </a:extLst>
          </p:cNvPr>
          <p:cNvCxnSpPr/>
          <p:nvPr/>
        </p:nvCxnSpPr>
        <p:spPr>
          <a:xfrm rot="5400000" flipH="1">
            <a:off x="2957097" y="9814548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直線接點 1353">
            <a:extLst>
              <a:ext uri="{FF2B5EF4-FFF2-40B4-BE49-F238E27FC236}">
                <a16:creationId xmlns:a16="http://schemas.microsoft.com/office/drawing/2014/main" id="{88862A10-CE91-5248-F94D-2A7895B05C77}"/>
              </a:ext>
            </a:extLst>
          </p:cNvPr>
          <p:cNvCxnSpPr/>
          <p:nvPr/>
        </p:nvCxnSpPr>
        <p:spPr>
          <a:xfrm rot="5400000" flipH="1">
            <a:off x="2840918" y="9814546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6" name="文字方塊 1355">
            <a:extLst>
              <a:ext uri="{FF2B5EF4-FFF2-40B4-BE49-F238E27FC236}">
                <a16:creationId xmlns:a16="http://schemas.microsoft.com/office/drawing/2014/main" id="{65C9323F-C5CB-6F31-C04E-03F3E15BAD38}"/>
              </a:ext>
            </a:extLst>
          </p:cNvPr>
          <p:cNvSpPr txBox="1"/>
          <p:nvPr/>
        </p:nvSpPr>
        <p:spPr>
          <a:xfrm>
            <a:off x="2034948" y="9427846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57" name="橢圓 1356">
            <a:extLst>
              <a:ext uri="{FF2B5EF4-FFF2-40B4-BE49-F238E27FC236}">
                <a16:creationId xmlns:a16="http://schemas.microsoft.com/office/drawing/2014/main" id="{E8166908-9D16-4DC2-B11F-8BF01CE54751}"/>
              </a:ext>
            </a:extLst>
          </p:cNvPr>
          <p:cNvSpPr/>
          <p:nvPr/>
        </p:nvSpPr>
        <p:spPr>
          <a:xfrm rot="5400000">
            <a:off x="2154678" y="10697911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8" name="直線接點 1357">
            <a:extLst>
              <a:ext uri="{FF2B5EF4-FFF2-40B4-BE49-F238E27FC236}">
                <a16:creationId xmlns:a16="http://schemas.microsoft.com/office/drawing/2014/main" id="{4FC09162-BFCF-C8DE-8BC8-8C86291B0315}"/>
              </a:ext>
            </a:extLst>
          </p:cNvPr>
          <p:cNvCxnSpPr>
            <a:cxnSpLocks/>
          </p:cNvCxnSpPr>
          <p:nvPr/>
        </p:nvCxnSpPr>
        <p:spPr>
          <a:xfrm rot="5400000">
            <a:off x="2962796" y="10270202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9" name="橢圓 1358">
            <a:extLst>
              <a:ext uri="{FF2B5EF4-FFF2-40B4-BE49-F238E27FC236}">
                <a16:creationId xmlns:a16="http://schemas.microsoft.com/office/drawing/2014/main" id="{C31EBB90-DA79-E006-750B-4ACD0148CAFB}"/>
              </a:ext>
            </a:extLst>
          </p:cNvPr>
          <p:cNvSpPr/>
          <p:nvPr/>
        </p:nvSpPr>
        <p:spPr>
          <a:xfrm rot="5134159">
            <a:off x="2403069" y="10694035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0" name="直線接點 1359">
            <a:extLst>
              <a:ext uri="{FF2B5EF4-FFF2-40B4-BE49-F238E27FC236}">
                <a16:creationId xmlns:a16="http://schemas.microsoft.com/office/drawing/2014/main" id="{343BB85F-E09D-C38C-18CC-0CAB9C7CA636}"/>
              </a:ext>
            </a:extLst>
          </p:cNvPr>
          <p:cNvCxnSpPr>
            <a:cxnSpLocks/>
          </p:cNvCxnSpPr>
          <p:nvPr/>
        </p:nvCxnSpPr>
        <p:spPr>
          <a:xfrm rot="5400000">
            <a:off x="1771881" y="10357561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1" name="弧形 1360">
            <a:extLst>
              <a:ext uri="{FF2B5EF4-FFF2-40B4-BE49-F238E27FC236}">
                <a16:creationId xmlns:a16="http://schemas.microsoft.com/office/drawing/2014/main" id="{BCB1C7C1-EDE7-6D30-A486-62781DCEDAD2}"/>
              </a:ext>
            </a:extLst>
          </p:cNvPr>
          <p:cNvSpPr/>
          <p:nvPr/>
        </p:nvSpPr>
        <p:spPr>
          <a:xfrm rot="16200000">
            <a:off x="2206529" y="10613945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2" name="直線接點 1361">
            <a:extLst>
              <a:ext uri="{FF2B5EF4-FFF2-40B4-BE49-F238E27FC236}">
                <a16:creationId xmlns:a16="http://schemas.microsoft.com/office/drawing/2014/main" id="{394768BE-51B3-DC08-F051-C9AD90299CDD}"/>
              </a:ext>
            </a:extLst>
          </p:cNvPr>
          <p:cNvCxnSpPr/>
          <p:nvPr/>
        </p:nvCxnSpPr>
        <p:spPr>
          <a:xfrm rot="5400000" flipH="1">
            <a:off x="2961966" y="10645883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直線接點 1362">
            <a:extLst>
              <a:ext uri="{FF2B5EF4-FFF2-40B4-BE49-F238E27FC236}">
                <a16:creationId xmlns:a16="http://schemas.microsoft.com/office/drawing/2014/main" id="{C5AE8830-3FB3-8A76-3793-931C0573D294}"/>
              </a:ext>
            </a:extLst>
          </p:cNvPr>
          <p:cNvCxnSpPr/>
          <p:nvPr/>
        </p:nvCxnSpPr>
        <p:spPr>
          <a:xfrm rot="5400000" flipH="1">
            <a:off x="2845787" y="10645882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文字方塊 1364">
            <a:extLst>
              <a:ext uri="{FF2B5EF4-FFF2-40B4-BE49-F238E27FC236}">
                <a16:creationId xmlns:a16="http://schemas.microsoft.com/office/drawing/2014/main" id="{501C7E0F-4768-F0BD-3887-DCFC016CEB88}"/>
              </a:ext>
            </a:extLst>
          </p:cNvPr>
          <p:cNvSpPr txBox="1"/>
          <p:nvPr/>
        </p:nvSpPr>
        <p:spPr>
          <a:xfrm>
            <a:off x="2039816" y="10218411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66" name="橢圓 1365">
            <a:extLst>
              <a:ext uri="{FF2B5EF4-FFF2-40B4-BE49-F238E27FC236}">
                <a16:creationId xmlns:a16="http://schemas.microsoft.com/office/drawing/2014/main" id="{B4DE1372-38B2-D47C-E00F-471E3584421A}"/>
              </a:ext>
            </a:extLst>
          </p:cNvPr>
          <p:cNvSpPr/>
          <p:nvPr/>
        </p:nvSpPr>
        <p:spPr>
          <a:xfrm rot="5400000">
            <a:off x="2164414" y="11506591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7" name="直線接點 1366">
            <a:extLst>
              <a:ext uri="{FF2B5EF4-FFF2-40B4-BE49-F238E27FC236}">
                <a16:creationId xmlns:a16="http://schemas.microsoft.com/office/drawing/2014/main" id="{D56B3334-6165-C9B3-0CFC-927F8B31E88A}"/>
              </a:ext>
            </a:extLst>
          </p:cNvPr>
          <p:cNvCxnSpPr>
            <a:cxnSpLocks/>
          </p:cNvCxnSpPr>
          <p:nvPr/>
        </p:nvCxnSpPr>
        <p:spPr>
          <a:xfrm rot="5400000">
            <a:off x="2988759" y="11078883"/>
            <a:ext cx="2298" cy="9344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8" name="橢圓 1367">
            <a:extLst>
              <a:ext uri="{FF2B5EF4-FFF2-40B4-BE49-F238E27FC236}">
                <a16:creationId xmlns:a16="http://schemas.microsoft.com/office/drawing/2014/main" id="{C347F60C-0D5E-8B62-7CF7-5850F7B946A5}"/>
              </a:ext>
            </a:extLst>
          </p:cNvPr>
          <p:cNvSpPr/>
          <p:nvPr/>
        </p:nvSpPr>
        <p:spPr>
          <a:xfrm rot="5134159">
            <a:off x="2412806" y="11502717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9" name="直線接點 1368">
            <a:extLst>
              <a:ext uri="{FF2B5EF4-FFF2-40B4-BE49-F238E27FC236}">
                <a16:creationId xmlns:a16="http://schemas.microsoft.com/office/drawing/2014/main" id="{1797910B-17EA-DB73-B0D2-AE3DA0D7C72A}"/>
              </a:ext>
            </a:extLst>
          </p:cNvPr>
          <p:cNvCxnSpPr>
            <a:cxnSpLocks/>
          </p:cNvCxnSpPr>
          <p:nvPr/>
        </p:nvCxnSpPr>
        <p:spPr>
          <a:xfrm rot="5400000">
            <a:off x="1781617" y="11166241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0" name="弧形 1369">
            <a:extLst>
              <a:ext uri="{FF2B5EF4-FFF2-40B4-BE49-F238E27FC236}">
                <a16:creationId xmlns:a16="http://schemas.microsoft.com/office/drawing/2014/main" id="{CD1DEEBB-8E8D-50FB-23D9-E348F71275FE}"/>
              </a:ext>
            </a:extLst>
          </p:cNvPr>
          <p:cNvSpPr/>
          <p:nvPr/>
        </p:nvSpPr>
        <p:spPr>
          <a:xfrm rot="16200000">
            <a:off x="2216265" y="11406299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1" name="直線接點 1370">
            <a:extLst>
              <a:ext uri="{FF2B5EF4-FFF2-40B4-BE49-F238E27FC236}">
                <a16:creationId xmlns:a16="http://schemas.microsoft.com/office/drawing/2014/main" id="{463FE7DF-DECD-3C74-8BD4-967B2E27F846}"/>
              </a:ext>
            </a:extLst>
          </p:cNvPr>
          <p:cNvCxnSpPr/>
          <p:nvPr/>
        </p:nvCxnSpPr>
        <p:spPr>
          <a:xfrm rot="5400000" flipH="1">
            <a:off x="2971701" y="11434178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直線接點 1371">
            <a:extLst>
              <a:ext uri="{FF2B5EF4-FFF2-40B4-BE49-F238E27FC236}">
                <a16:creationId xmlns:a16="http://schemas.microsoft.com/office/drawing/2014/main" id="{77139EBA-CA43-5B35-6F55-5B79431DED76}"/>
              </a:ext>
            </a:extLst>
          </p:cNvPr>
          <p:cNvCxnSpPr/>
          <p:nvPr/>
        </p:nvCxnSpPr>
        <p:spPr>
          <a:xfrm rot="5400000" flipH="1">
            <a:off x="2855523" y="11434178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5" name="橢圓 1374">
            <a:extLst>
              <a:ext uri="{FF2B5EF4-FFF2-40B4-BE49-F238E27FC236}">
                <a16:creationId xmlns:a16="http://schemas.microsoft.com/office/drawing/2014/main" id="{6E26B310-EB68-9480-76E9-09238392E3D0}"/>
              </a:ext>
            </a:extLst>
          </p:cNvPr>
          <p:cNvSpPr/>
          <p:nvPr/>
        </p:nvSpPr>
        <p:spPr>
          <a:xfrm rot="5400000">
            <a:off x="4181904" y="2982789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9B3427B6-50D0-D733-09E5-7C68351B1E2C}"/>
              </a:ext>
            </a:extLst>
          </p:cNvPr>
          <p:cNvSpPr/>
          <p:nvPr/>
        </p:nvSpPr>
        <p:spPr>
          <a:xfrm rot="5134159">
            <a:off x="4430295" y="2988141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43BC44B7-D390-6BA2-FFE4-6D3934CDD333}"/>
              </a:ext>
            </a:extLst>
          </p:cNvPr>
          <p:cNvCxnSpPr>
            <a:cxnSpLocks/>
          </p:cNvCxnSpPr>
          <p:nvPr/>
        </p:nvCxnSpPr>
        <p:spPr>
          <a:xfrm rot="5400000">
            <a:off x="3799108" y="2642441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5D10F274-E661-A5CF-6A79-7BF992119192}"/>
              </a:ext>
            </a:extLst>
          </p:cNvPr>
          <p:cNvSpPr/>
          <p:nvPr/>
        </p:nvSpPr>
        <p:spPr>
          <a:xfrm rot="16200000">
            <a:off x="4187145" y="2859521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B3518554-1419-7C4F-C738-8D535F701275}"/>
              </a:ext>
            </a:extLst>
          </p:cNvPr>
          <p:cNvCxnSpPr/>
          <p:nvPr/>
        </p:nvCxnSpPr>
        <p:spPr>
          <a:xfrm rot="5400000" flipH="1">
            <a:off x="3799313" y="2928830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B9C58814-431F-ECD0-990D-7DF4B72D8E0A}"/>
              </a:ext>
            </a:extLst>
          </p:cNvPr>
          <p:cNvCxnSpPr/>
          <p:nvPr/>
        </p:nvCxnSpPr>
        <p:spPr>
          <a:xfrm rot="5400000" flipH="1">
            <a:off x="3683135" y="2928830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C2676C6E-E33C-5891-B782-46A8E74E7B0F}"/>
              </a:ext>
            </a:extLst>
          </p:cNvPr>
          <p:cNvSpPr/>
          <p:nvPr/>
        </p:nvSpPr>
        <p:spPr>
          <a:xfrm rot="5400000">
            <a:off x="4181904" y="3747671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D4EB7C99-E921-DF89-B32C-CC365596D27E}"/>
              </a:ext>
            </a:extLst>
          </p:cNvPr>
          <p:cNvCxnSpPr>
            <a:cxnSpLocks/>
            <a:stCxn id="1524" idx="1"/>
          </p:cNvCxnSpPr>
          <p:nvPr/>
        </p:nvCxnSpPr>
        <p:spPr>
          <a:xfrm flipH="1" flipV="1">
            <a:off x="4462791" y="3799118"/>
            <a:ext cx="909224" cy="50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E14FBC53-8BAE-DA46-5054-2EBCE87AF881}"/>
              </a:ext>
            </a:extLst>
          </p:cNvPr>
          <p:cNvSpPr/>
          <p:nvPr/>
        </p:nvSpPr>
        <p:spPr>
          <a:xfrm rot="5134159">
            <a:off x="4430295" y="3754560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20CC6550-2EE4-8359-8DFC-1FFD5ACFE2BF}"/>
              </a:ext>
            </a:extLst>
          </p:cNvPr>
          <p:cNvCxnSpPr>
            <a:cxnSpLocks/>
          </p:cNvCxnSpPr>
          <p:nvPr/>
        </p:nvCxnSpPr>
        <p:spPr>
          <a:xfrm rot="5400000" flipH="1">
            <a:off x="3805169" y="3409020"/>
            <a:ext cx="6596" cy="7619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D5986279-244A-354D-51C4-C6AB54065308}"/>
              </a:ext>
            </a:extLst>
          </p:cNvPr>
          <p:cNvSpPr/>
          <p:nvPr/>
        </p:nvSpPr>
        <p:spPr>
          <a:xfrm rot="16200000">
            <a:off x="4227874" y="3634922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8DAB103A-A49D-CD20-1A58-E902173AB3AE}"/>
              </a:ext>
            </a:extLst>
          </p:cNvPr>
          <p:cNvCxnSpPr/>
          <p:nvPr/>
        </p:nvCxnSpPr>
        <p:spPr>
          <a:xfrm rot="5400000" flipH="1">
            <a:off x="3799313" y="3695249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CBC422EC-D085-10A2-2A4A-C8518149B438}"/>
              </a:ext>
            </a:extLst>
          </p:cNvPr>
          <p:cNvCxnSpPr/>
          <p:nvPr/>
        </p:nvCxnSpPr>
        <p:spPr>
          <a:xfrm rot="5400000" flipH="1">
            <a:off x="3683135" y="3695248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2461EA7B-E1FD-4F45-BD69-44CF5B54059B}"/>
              </a:ext>
            </a:extLst>
          </p:cNvPr>
          <p:cNvSpPr txBox="1"/>
          <p:nvPr/>
        </p:nvSpPr>
        <p:spPr>
          <a:xfrm>
            <a:off x="4024814" y="2476471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93" name="橢圓 1392">
            <a:extLst>
              <a:ext uri="{FF2B5EF4-FFF2-40B4-BE49-F238E27FC236}">
                <a16:creationId xmlns:a16="http://schemas.microsoft.com/office/drawing/2014/main" id="{E546E2FF-B1D7-4FE4-B866-EEE1B2078030}"/>
              </a:ext>
            </a:extLst>
          </p:cNvPr>
          <p:cNvSpPr/>
          <p:nvPr/>
        </p:nvSpPr>
        <p:spPr>
          <a:xfrm rot="5400000">
            <a:off x="4186771" y="4472698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4" name="直線接點 1393">
            <a:extLst>
              <a:ext uri="{FF2B5EF4-FFF2-40B4-BE49-F238E27FC236}">
                <a16:creationId xmlns:a16="http://schemas.microsoft.com/office/drawing/2014/main" id="{0BD4E82D-6034-7A92-F0DA-F0E2B6889F77}"/>
              </a:ext>
            </a:extLst>
          </p:cNvPr>
          <p:cNvCxnSpPr>
            <a:cxnSpLocks/>
          </p:cNvCxnSpPr>
          <p:nvPr/>
        </p:nvCxnSpPr>
        <p:spPr>
          <a:xfrm rot="5400000">
            <a:off x="4999441" y="4086950"/>
            <a:ext cx="10857" cy="8378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5" name="橢圓 1394">
            <a:extLst>
              <a:ext uri="{FF2B5EF4-FFF2-40B4-BE49-F238E27FC236}">
                <a16:creationId xmlns:a16="http://schemas.microsoft.com/office/drawing/2014/main" id="{73E498A1-16F3-1BBE-6556-05450A31C835}"/>
              </a:ext>
            </a:extLst>
          </p:cNvPr>
          <p:cNvSpPr/>
          <p:nvPr/>
        </p:nvSpPr>
        <p:spPr>
          <a:xfrm rot="5134159">
            <a:off x="4435164" y="4459595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6" name="直線接點 1395">
            <a:extLst>
              <a:ext uri="{FF2B5EF4-FFF2-40B4-BE49-F238E27FC236}">
                <a16:creationId xmlns:a16="http://schemas.microsoft.com/office/drawing/2014/main" id="{E36072D2-40DB-5E8F-5C22-8D15426DA907}"/>
              </a:ext>
            </a:extLst>
          </p:cNvPr>
          <p:cNvCxnSpPr>
            <a:cxnSpLocks/>
          </p:cNvCxnSpPr>
          <p:nvPr/>
        </p:nvCxnSpPr>
        <p:spPr>
          <a:xfrm rot="5400000">
            <a:off x="3803975" y="4132347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7" name="弧形 1396">
            <a:extLst>
              <a:ext uri="{FF2B5EF4-FFF2-40B4-BE49-F238E27FC236}">
                <a16:creationId xmlns:a16="http://schemas.microsoft.com/office/drawing/2014/main" id="{D14DA597-427E-B8F6-8CEE-8890386EDB5E}"/>
              </a:ext>
            </a:extLst>
          </p:cNvPr>
          <p:cNvSpPr/>
          <p:nvPr/>
        </p:nvSpPr>
        <p:spPr>
          <a:xfrm rot="16200000">
            <a:off x="4223868" y="4352651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8" name="直線接點 1397">
            <a:extLst>
              <a:ext uri="{FF2B5EF4-FFF2-40B4-BE49-F238E27FC236}">
                <a16:creationId xmlns:a16="http://schemas.microsoft.com/office/drawing/2014/main" id="{2305164E-17BC-F74D-413B-FB02E9D3F0E6}"/>
              </a:ext>
            </a:extLst>
          </p:cNvPr>
          <p:cNvCxnSpPr/>
          <p:nvPr/>
        </p:nvCxnSpPr>
        <p:spPr>
          <a:xfrm rot="5400000" flipH="1">
            <a:off x="3804181" y="4400286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直線接點 1398">
            <a:extLst>
              <a:ext uri="{FF2B5EF4-FFF2-40B4-BE49-F238E27FC236}">
                <a16:creationId xmlns:a16="http://schemas.microsoft.com/office/drawing/2014/main" id="{E6050F55-92B8-8EB7-44F9-F721EEA9C788}"/>
              </a:ext>
            </a:extLst>
          </p:cNvPr>
          <p:cNvCxnSpPr/>
          <p:nvPr/>
        </p:nvCxnSpPr>
        <p:spPr>
          <a:xfrm rot="5400000" flipH="1">
            <a:off x="3688003" y="4400284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8B524E86-68B4-ECCC-2FEC-A4D41C6FE1E4}"/>
              </a:ext>
            </a:extLst>
          </p:cNvPr>
          <p:cNvSpPr txBox="1"/>
          <p:nvPr/>
        </p:nvSpPr>
        <p:spPr>
          <a:xfrm>
            <a:off x="4061057" y="3280543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2" name="橢圓 1401">
            <a:extLst>
              <a:ext uri="{FF2B5EF4-FFF2-40B4-BE49-F238E27FC236}">
                <a16:creationId xmlns:a16="http://schemas.microsoft.com/office/drawing/2014/main" id="{587061EB-5D19-488A-6679-CB09519A057F}"/>
              </a:ext>
            </a:extLst>
          </p:cNvPr>
          <p:cNvSpPr/>
          <p:nvPr/>
        </p:nvSpPr>
        <p:spPr>
          <a:xfrm rot="5400000">
            <a:off x="4196509" y="5186674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3" name="直線接點 1402">
            <a:extLst>
              <a:ext uri="{FF2B5EF4-FFF2-40B4-BE49-F238E27FC236}">
                <a16:creationId xmlns:a16="http://schemas.microsoft.com/office/drawing/2014/main" id="{6FEB05EB-17A4-8259-FC0F-0452AA41EB8B}"/>
              </a:ext>
            </a:extLst>
          </p:cNvPr>
          <p:cNvCxnSpPr>
            <a:cxnSpLocks/>
          </p:cNvCxnSpPr>
          <p:nvPr/>
        </p:nvCxnSpPr>
        <p:spPr>
          <a:xfrm rot="5400000">
            <a:off x="4982254" y="4789305"/>
            <a:ext cx="1842" cy="8568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" name="橢圓 1403">
            <a:extLst>
              <a:ext uri="{FF2B5EF4-FFF2-40B4-BE49-F238E27FC236}">
                <a16:creationId xmlns:a16="http://schemas.microsoft.com/office/drawing/2014/main" id="{8E5F5C31-441E-DC2D-A655-3A57F2095437}"/>
              </a:ext>
            </a:extLst>
          </p:cNvPr>
          <p:cNvSpPr/>
          <p:nvPr/>
        </p:nvSpPr>
        <p:spPr>
          <a:xfrm rot="5134159">
            <a:off x="4444899" y="5174084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5" name="直線接點 1404">
            <a:extLst>
              <a:ext uri="{FF2B5EF4-FFF2-40B4-BE49-F238E27FC236}">
                <a16:creationId xmlns:a16="http://schemas.microsoft.com/office/drawing/2014/main" id="{9FF15494-8B91-8D01-3517-12A3D9D94292}"/>
              </a:ext>
            </a:extLst>
          </p:cNvPr>
          <p:cNvCxnSpPr>
            <a:cxnSpLocks/>
          </p:cNvCxnSpPr>
          <p:nvPr/>
        </p:nvCxnSpPr>
        <p:spPr>
          <a:xfrm rot="5400000">
            <a:off x="3813711" y="4846324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6" name="弧形 1405">
            <a:extLst>
              <a:ext uri="{FF2B5EF4-FFF2-40B4-BE49-F238E27FC236}">
                <a16:creationId xmlns:a16="http://schemas.microsoft.com/office/drawing/2014/main" id="{347AC0DE-7D48-D216-B2B0-7F2A8F4DF042}"/>
              </a:ext>
            </a:extLst>
          </p:cNvPr>
          <p:cNvSpPr/>
          <p:nvPr/>
        </p:nvSpPr>
        <p:spPr>
          <a:xfrm rot="16200000">
            <a:off x="4223868" y="5088172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7" name="直線接點 1406">
            <a:extLst>
              <a:ext uri="{FF2B5EF4-FFF2-40B4-BE49-F238E27FC236}">
                <a16:creationId xmlns:a16="http://schemas.microsoft.com/office/drawing/2014/main" id="{342DAE92-AE57-E512-9D9E-19F25981F078}"/>
              </a:ext>
            </a:extLst>
          </p:cNvPr>
          <p:cNvCxnSpPr/>
          <p:nvPr/>
        </p:nvCxnSpPr>
        <p:spPr>
          <a:xfrm rot="5400000" flipH="1">
            <a:off x="3813918" y="5114774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8" name="直線接點 1407">
            <a:extLst>
              <a:ext uri="{FF2B5EF4-FFF2-40B4-BE49-F238E27FC236}">
                <a16:creationId xmlns:a16="http://schemas.microsoft.com/office/drawing/2014/main" id="{32E7EB71-0FE5-45A6-4BFB-264ABE7EB7CF}"/>
              </a:ext>
            </a:extLst>
          </p:cNvPr>
          <p:cNvCxnSpPr/>
          <p:nvPr/>
        </p:nvCxnSpPr>
        <p:spPr>
          <a:xfrm rot="5400000" flipH="1">
            <a:off x="3697739" y="5114773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0" name="橢圓 1409">
            <a:extLst>
              <a:ext uri="{FF2B5EF4-FFF2-40B4-BE49-F238E27FC236}">
                <a16:creationId xmlns:a16="http://schemas.microsoft.com/office/drawing/2014/main" id="{566F85C6-B1BA-EE8F-9E76-AB594F0B2CD4}"/>
              </a:ext>
            </a:extLst>
          </p:cNvPr>
          <p:cNvSpPr/>
          <p:nvPr/>
        </p:nvSpPr>
        <p:spPr>
          <a:xfrm rot="5400000">
            <a:off x="4199090" y="5936399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1" name="直線接點 1410">
            <a:extLst>
              <a:ext uri="{FF2B5EF4-FFF2-40B4-BE49-F238E27FC236}">
                <a16:creationId xmlns:a16="http://schemas.microsoft.com/office/drawing/2014/main" id="{DF7E0021-0041-2752-51C5-B96E202759E6}"/>
              </a:ext>
            </a:extLst>
          </p:cNvPr>
          <p:cNvCxnSpPr>
            <a:cxnSpLocks/>
          </p:cNvCxnSpPr>
          <p:nvPr/>
        </p:nvCxnSpPr>
        <p:spPr>
          <a:xfrm rot="5400000">
            <a:off x="4975433" y="5531695"/>
            <a:ext cx="1840" cy="8704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2" name="橢圓 1411">
            <a:extLst>
              <a:ext uri="{FF2B5EF4-FFF2-40B4-BE49-F238E27FC236}">
                <a16:creationId xmlns:a16="http://schemas.microsoft.com/office/drawing/2014/main" id="{088B398D-461D-CD3A-8F43-D5BA1F55E66A}"/>
              </a:ext>
            </a:extLst>
          </p:cNvPr>
          <p:cNvSpPr/>
          <p:nvPr/>
        </p:nvSpPr>
        <p:spPr>
          <a:xfrm rot="5134159">
            <a:off x="4447483" y="5923296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3" name="直線接點 1412">
            <a:extLst>
              <a:ext uri="{FF2B5EF4-FFF2-40B4-BE49-F238E27FC236}">
                <a16:creationId xmlns:a16="http://schemas.microsoft.com/office/drawing/2014/main" id="{50A48223-DC33-542E-464E-D27E1B69F4C2}"/>
              </a:ext>
            </a:extLst>
          </p:cNvPr>
          <p:cNvCxnSpPr>
            <a:cxnSpLocks/>
          </p:cNvCxnSpPr>
          <p:nvPr/>
        </p:nvCxnSpPr>
        <p:spPr>
          <a:xfrm rot="5400000">
            <a:off x="3816294" y="5582979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4" name="弧形 1413">
            <a:extLst>
              <a:ext uri="{FF2B5EF4-FFF2-40B4-BE49-F238E27FC236}">
                <a16:creationId xmlns:a16="http://schemas.microsoft.com/office/drawing/2014/main" id="{ADE3248D-24E5-5671-70B2-36FC562F3810}"/>
              </a:ext>
            </a:extLst>
          </p:cNvPr>
          <p:cNvSpPr/>
          <p:nvPr/>
        </p:nvSpPr>
        <p:spPr>
          <a:xfrm rot="16200000">
            <a:off x="4238845" y="5824041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5" name="直線接點 1414">
            <a:extLst>
              <a:ext uri="{FF2B5EF4-FFF2-40B4-BE49-F238E27FC236}">
                <a16:creationId xmlns:a16="http://schemas.microsoft.com/office/drawing/2014/main" id="{0DCDA277-D0E2-6406-EF8A-C488998DE4D9}"/>
              </a:ext>
            </a:extLst>
          </p:cNvPr>
          <p:cNvCxnSpPr/>
          <p:nvPr/>
        </p:nvCxnSpPr>
        <p:spPr>
          <a:xfrm rot="5400000" flipH="1">
            <a:off x="3816500" y="5863986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直線接點 1415">
            <a:extLst>
              <a:ext uri="{FF2B5EF4-FFF2-40B4-BE49-F238E27FC236}">
                <a16:creationId xmlns:a16="http://schemas.microsoft.com/office/drawing/2014/main" id="{FC3D1D8D-B039-E038-5693-D1F5867E80B2}"/>
              </a:ext>
            </a:extLst>
          </p:cNvPr>
          <p:cNvCxnSpPr/>
          <p:nvPr/>
        </p:nvCxnSpPr>
        <p:spPr>
          <a:xfrm rot="5400000" flipH="1">
            <a:off x="3700323" y="5863985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8" name="文字方塊 1417">
            <a:extLst>
              <a:ext uri="{FF2B5EF4-FFF2-40B4-BE49-F238E27FC236}">
                <a16:creationId xmlns:a16="http://schemas.microsoft.com/office/drawing/2014/main" id="{D9A3D2C6-935D-F9D6-205B-7EF49FABB633}"/>
              </a:ext>
            </a:extLst>
          </p:cNvPr>
          <p:cNvSpPr txBox="1"/>
          <p:nvPr/>
        </p:nvSpPr>
        <p:spPr>
          <a:xfrm>
            <a:off x="4061057" y="4719089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 20 A </a:t>
            </a:r>
            <a:endParaRPr lang="zh-TW" altLang="en-US" sz="1801" dirty="0"/>
          </a:p>
        </p:txBody>
      </p:sp>
      <p:sp>
        <p:nvSpPr>
          <p:cNvPr id="1419" name="橢圓 1418">
            <a:extLst>
              <a:ext uri="{FF2B5EF4-FFF2-40B4-BE49-F238E27FC236}">
                <a16:creationId xmlns:a16="http://schemas.microsoft.com/office/drawing/2014/main" id="{9150C04A-817A-0635-7775-25709304B005}"/>
              </a:ext>
            </a:extLst>
          </p:cNvPr>
          <p:cNvSpPr/>
          <p:nvPr/>
        </p:nvSpPr>
        <p:spPr>
          <a:xfrm rot="5400000">
            <a:off x="4199090" y="6677051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1" name="橢圓 1420">
            <a:extLst>
              <a:ext uri="{FF2B5EF4-FFF2-40B4-BE49-F238E27FC236}">
                <a16:creationId xmlns:a16="http://schemas.microsoft.com/office/drawing/2014/main" id="{F9548E47-81F7-27A3-091F-C58D562B3B99}"/>
              </a:ext>
            </a:extLst>
          </p:cNvPr>
          <p:cNvSpPr/>
          <p:nvPr/>
        </p:nvSpPr>
        <p:spPr>
          <a:xfrm rot="5134159">
            <a:off x="4447483" y="6673177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22" name="直線接點 1421">
            <a:extLst>
              <a:ext uri="{FF2B5EF4-FFF2-40B4-BE49-F238E27FC236}">
                <a16:creationId xmlns:a16="http://schemas.microsoft.com/office/drawing/2014/main" id="{AEEACCF2-F9F7-EB8D-9D73-6BD8EBC40145}"/>
              </a:ext>
            </a:extLst>
          </p:cNvPr>
          <p:cNvCxnSpPr>
            <a:cxnSpLocks/>
          </p:cNvCxnSpPr>
          <p:nvPr/>
        </p:nvCxnSpPr>
        <p:spPr>
          <a:xfrm rot="5400000">
            <a:off x="3816294" y="6336703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" name="弧形 1422">
            <a:extLst>
              <a:ext uri="{FF2B5EF4-FFF2-40B4-BE49-F238E27FC236}">
                <a16:creationId xmlns:a16="http://schemas.microsoft.com/office/drawing/2014/main" id="{321247BE-6B61-2AA1-A64D-89043D26086C}"/>
              </a:ext>
            </a:extLst>
          </p:cNvPr>
          <p:cNvSpPr/>
          <p:nvPr/>
        </p:nvSpPr>
        <p:spPr>
          <a:xfrm rot="16200000">
            <a:off x="4223868" y="6555780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 dirty="0"/>
          </a:p>
        </p:txBody>
      </p:sp>
      <p:cxnSp>
        <p:nvCxnSpPr>
          <p:cNvPr id="1424" name="直線接點 1423">
            <a:extLst>
              <a:ext uri="{FF2B5EF4-FFF2-40B4-BE49-F238E27FC236}">
                <a16:creationId xmlns:a16="http://schemas.microsoft.com/office/drawing/2014/main" id="{3F4EA4B2-703F-AC15-74A7-51D48382C001}"/>
              </a:ext>
            </a:extLst>
          </p:cNvPr>
          <p:cNvCxnSpPr/>
          <p:nvPr/>
        </p:nvCxnSpPr>
        <p:spPr>
          <a:xfrm rot="5400000" flipH="1">
            <a:off x="3816500" y="6613866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直線接點 1424">
            <a:extLst>
              <a:ext uri="{FF2B5EF4-FFF2-40B4-BE49-F238E27FC236}">
                <a16:creationId xmlns:a16="http://schemas.microsoft.com/office/drawing/2014/main" id="{C632EDF6-0B40-0D15-22E4-D64571ACD7AC}"/>
              </a:ext>
            </a:extLst>
          </p:cNvPr>
          <p:cNvCxnSpPr/>
          <p:nvPr/>
        </p:nvCxnSpPr>
        <p:spPr>
          <a:xfrm rot="5400000" flipH="1">
            <a:off x="3700323" y="6613865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7" name="文字方塊 1426">
            <a:extLst>
              <a:ext uri="{FF2B5EF4-FFF2-40B4-BE49-F238E27FC236}">
                <a16:creationId xmlns:a16="http://schemas.microsoft.com/office/drawing/2014/main" id="{D438DE0B-D3A6-1124-46F8-8FF68F64344B}"/>
              </a:ext>
            </a:extLst>
          </p:cNvPr>
          <p:cNvSpPr txBox="1"/>
          <p:nvPr/>
        </p:nvSpPr>
        <p:spPr>
          <a:xfrm>
            <a:off x="4112036" y="5446007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 A</a:t>
            </a:r>
            <a:endParaRPr lang="zh-TW" altLang="en-US" sz="1801" dirty="0"/>
          </a:p>
        </p:txBody>
      </p:sp>
      <p:sp>
        <p:nvSpPr>
          <p:cNvPr id="1428" name="橢圓 1427">
            <a:extLst>
              <a:ext uri="{FF2B5EF4-FFF2-40B4-BE49-F238E27FC236}">
                <a16:creationId xmlns:a16="http://schemas.microsoft.com/office/drawing/2014/main" id="{E17F8808-CD55-67BE-87CA-9836D9ECA33B}"/>
              </a:ext>
            </a:extLst>
          </p:cNvPr>
          <p:cNvSpPr/>
          <p:nvPr/>
        </p:nvSpPr>
        <p:spPr>
          <a:xfrm rot="5400000">
            <a:off x="4203959" y="7466658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29" name="直線接點 1428">
            <a:extLst>
              <a:ext uri="{FF2B5EF4-FFF2-40B4-BE49-F238E27FC236}">
                <a16:creationId xmlns:a16="http://schemas.microsoft.com/office/drawing/2014/main" id="{94A2179B-824E-76A0-1CC4-D4F1675B7A4A}"/>
              </a:ext>
            </a:extLst>
          </p:cNvPr>
          <p:cNvCxnSpPr>
            <a:cxnSpLocks/>
            <a:endCxn id="1430" idx="7"/>
          </p:cNvCxnSpPr>
          <p:nvPr/>
        </p:nvCxnSpPr>
        <p:spPr>
          <a:xfrm rot="5400000">
            <a:off x="4965729" y="7085122"/>
            <a:ext cx="14409" cy="877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0" name="橢圓 1429">
            <a:extLst>
              <a:ext uri="{FF2B5EF4-FFF2-40B4-BE49-F238E27FC236}">
                <a16:creationId xmlns:a16="http://schemas.microsoft.com/office/drawing/2014/main" id="{E0292B70-A055-F453-B991-A39D468EF865}"/>
              </a:ext>
            </a:extLst>
          </p:cNvPr>
          <p:cNvSpPr/>
          <p:nvPr/>
        </p:nvSpPr>
        <p:spPr>
          <a:xfrm rot="5134159">
            <a:off x="4452350" y="7453556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1" name="直線接點 1430">
            <a:extLst>
              <a:ext uri="{FF2B5EF4-FFF2-40B4-BE49-F238E27FC236}">
                <a16:creationId xmlns:a16="http://schemas.microsoft.com/office/drawing/2014/main" id="{F0D7B467-C972-DD5A-4FBD-6679818CE637}"/>
              </a:ext>
            </a:extLst>
          </p:cNvPr>
          <p:cNvCxnSpPr>
            <a:cxnSpLocks/>
          </p:cNvCxnSpPr>
          <p:nvPr/>
        </p:nvCxnSpPr>
        <p:spPr>
          <a:xfrm rot="5400000">
            <a:off x="3821162" y="7117082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2" name="弧形 1431">
            <a:extLst>
              <a:ext uri="{FF2B5EF4-FFF2-40B4-BE49-F238E27FC236}">
                <a16:creationId xmlns:a16="http://schemas.microsoft.com/office/drawing/2014/main" id="{41D62984-26B5-7F99-BC13-6E15A39D63FF}"/>
              </a:ext>
            </a:extLst>
          </p:cNvPr>
          <p:cNvSpPr/>
          <p:nvPr/>
        </p:nvSpPr>
        <p:spPr>
          <a:xfrm rot="16200000">
            <a:off x="4249929" y="7333084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3" name="直線接點 1432">
            <a:extLst>
              <a:ext uri="{FF2B5EF4-FFF2-40B4-BE49-F238E27FC236}">
                <a16:creationId xmlns:a16="http://schemas.microsoft.com/office/drawing/2014/main" id="{0788D9EA-5478-7EAD-E55D-A9CCE4CBDECB}"/>
              </a:ext>
            </a:extLst>
          </p:cNvPr>
          <p:cNvCxnSpPr/>
          <p:nvPr/>
        </p:nvCxnSpPr>
        <p:spPr>
          <a:xfrm rot="5400000" flipH="1">
            <a:off x="3821368" y="7394245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直線接點 1433">
            <a:extLst>
              <a:ext uri="{FF2B5EF4-FFF2-40B4-BE49-F238E27FC236}">
                <a16:creationId xmlns:a16="http://schemas.microsoft.com/office/drawing/2014/main" id="{01B4C02E-84BC-2B4A-23BA-FDFC6DCC1A76}"/>
              </a:ext>
            </a:extLst>
          </p:cNvPr>
          <p:cNvCxnSpPr/>
          <p:nvPr/>
        </p:nvCxnSpPr>
        <p:spPr>
          <a:xfrm rot="5400000" flipH="1">
            <a:off x="3705190" y="7394244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" name="文字方塊 1435">
            <a:extLst>
              <a:ext uri="{FF2B5EF4-FFF2-40B4-BE49-F238E27FC236}">
                <a16:creationId xmlns:a16="http://schemas.microsoft.com/office/drawing/2014/main" id="{1A1780DB-4A64-0ADD-B6B7-B29F3EBAFCA8}"/>
              </a:ext>
            </a:extLst>
          </p:cNvPr>
          <p:cNvSpPr txBox="1"/>
          <p:nvPr/>
        </p:nvSpPr>
        <p:spPr>
          <a:xfrm>
            <a:off x="4096385" y="6183271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37" name="橢圓 1436">
            <a:extLst>
              <a:ext uri="{FF2B5EF4-FFF2-40B4-BE49-F238E27FC236}">
                <a16:creationId xmlns:a16="http://schemas.microsoft.com/office/drawing/2014/main" id="{AD68CDD2-E1F1-F1B8-151D-312067510414}"/>
              </a:ext>
            </a:extLst>
          </p:cNvPr>
          <p:cNvSpPr/>
          <p:nvPr/>
        </p:nvSpPr>
        <p:spPr>
          <a:xfrm rot="5400000">
            <a:off x="4213696" y="8286507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8" name="直線接點 1437">
            <a:extLst>
              <a:ext uri="{FF2B5EF4-FFF2-40B4-BE49-F238E27FC236}">
                <a16:creationId xmlns:a16="http://schemas.microsoft.com/office/drawing/2014/main" id="{3618F109-93D3-0D8A-1A75-B1C398DAA023}"/>
              </a:ext>
            </a:extLst>
          </p:cNvPr>
          <p:cNvCxnSpPr>
            <a:cxnSpLocks/>
          </p:cNvCxnSpPr>
          <p:nvPr/>
        </p:nvCxnSpPr>
        <p:spPr>
          <a:xfrm rot="5400000">
            <a:off x="4974874" y="7883757"/>
            <a:ext cx="0" cy="8865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" name="橢圓 1438">
            <a:extLst>
              <a:ext uri="{FF2B5EF4-FFF2-40B4-BE49-F238E27FC236}">
                <a16:creationId xmlns:a16="http://schemas.microsoft.com/office/drawing/2014/main" id="{D8AA8929-F6B9-C321-1DBA-3EE139788214}"/>
              </a:ext>
            </a:extLst>
          </p:cNvPr>
          <p:cNvSpPr/>
          <p:nvPr/>
        </p:nvSpPr>
        <p:spPr>
          <a:xfrm rot="5134159">
            <a:off x="4462087" y="8282633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0" name="直線接點 1439">
            <a:extLst>
              <a:ext uri="{FF2B5EF4-FFF2-40B4-BE49-F238E27FC236}">
                <a16:creationId xmlns:a16="http://schemas.microsoft.com/office/drawing/2014/main" id="{4A395BE9-468D-FED7-0A7F-226EE7BE2BFA}"/>
              </a:ext>
            </a:extLst>
          </p:cNvPr>
          <p:cNvCxnSpPr>
            <a:cxnSpLocks/>
          </p:cNvCxnSpPr>
          <p:nvPr/>
        </p:nvCxnSpPr>
        <p:spPr>
          <a:xfrm rot="5400000">
            <a:off x="3830899" y="7946159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1" name="弧形 1440">
            <a:extLst>
              <a:ext uri="{FF2B5EF4-FFF2-40B4-BE49-F238E27FC236}">
                <a16:creationId xmlns:a16="http://schemas.microsoft.com/office/drawing/2014/main" id="{8B99FC31-DE09-C7F2-51B5-7E6E97A673D1}"/>
              </a:ext>
            </a:extLst>
          </p:cNvPr>
          <p:cNvSpPr/>
          <p:nvPr/>
        </p:nvSpPr>
        <p:spPr>
          <a:xfrm rot="16200000">
            <a:off x="4259666" y="8152934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2" name="直線接點 1441">
            <a:extLst>
              <a:ext uri="{FF2B5EF4-FFF2-40B4-BE49-F238E27FC236}">
                <a16:creationId xmlns:a16="http://schemas.microsoft.com/office/drawing/2014/main" id="{FD978D97-94BE-BF61-EBDD-91AF2B6630F7}"/>
              </a:ext>
            </a:extLst>
          </p:cNvPr>
          <p:cNvCxnSpPr/>
          <p:nvPr/>
        </p:nvCxnSpPr>
        <p:spPr>
          <a:xfrm rot="5400000" flipH="1">
            <a:off x="3831105" y="8223322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3" name="直線接點 1442">
            <a:extLst>
              <a:ext uri="{FF2B5EF4-FFF2-40B4-BE49-F238E27FC236}">
                <a16:creationId xmlns:a16="http://schemas.microsoft.com/office/drawing/2014/main" id="{4CF8EF6C-D9E8-434D-6904-423C5ED87016}"/>
              </a:ext>
            </a:extLst>
          </p:cNvPr>
          <p:cNvCxnSpPr/>
          <p:nvPr/>
        </p:nvCxnSpPr>
        <p:spPr>
          <a:xfrm rot="5400000" flipH="1">
            <a:off x="3714927" y="8223321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5" name="文字方塊 1444">
            <a:extLst>
              <a:ext uri="{FF2B5EF4-FFF2-40B4-BE49-F238E27FC236}">
                <a16:creationId xmlns:a16="http://schemas.microsoft.com/office/drawing/2014/main" id="{3B5D222E-018E-9EBB-D00E-115D7A701D1C}"/>
              </a:ext>
            </a:extLst>
          </p:cNvPr>
          <p:cNvSpPr txBox="1"/>
          <p:nvPr/>
        </p:nvSpPr>
        <p:spPr>
          <a:xfrm>
            <a:off x="4061057" y="3994601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46" name="文字方塊 1445">
            <a:extLst>
              <a:ext uri="{FF2B5EF4-FFF2-40B4-BE49-F238E27FC236}">
                <a16:creationId xmlns:a16="http://schemas.microsoft.com/office/drawing/2014/main" id="{C75F76E5-3070-200B-509E-3E589BE1BA38}"/>
              </a:ext>
            </a:extLst>
          </p:cNvPr>
          <p:cNvSpPr txBox="1"/>
          <p:nvPr/>
        </p:nvSpPr>
        <p:spPr>
          <a:xfrm>
            <a:off x="4094190" y="6988431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 A</a:t>
            </a:r>
            <a:endParaRPr lang="zh-TW" altLang="en-US" sz="1801" dirty="0"/>
          </a:p>
        </p:txBody>
      </p:sp>
      <p:sp>
        <p:nvSpPr>
          <p:cNvPr id="1447" name="橢圓 1446">
            <a:extLst>
              <a:ext uri="{FF2B5EF4-FFF2-40B4-BE49-F238E27FC236}">
                <a16:creationId xmlns:a16="http://schemas.microsoft.com/office/drawing/2014/main" id="{BF427E96-22CC-52AD-C714-300DCAF0EA05}"/>
              </a:ext>
            </a:extLst>
          </p:cNvPr>
          <p:cNvSpPr/>
          <p:nvPr/>
        </p:nvSpPr>
        <p:spPr>
          <a:xfrm rot="5400000">
            <a:off x="4203959" y="9063376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8" name="直線接點 1447">
            <a:extLst>
              <a:ext uri="{FF2B5EF4-FFF2-40B4-BE49-F238E27FC236}">
                <a16:creationId xmlns:a16="http://schemas.microsoft.com/office/drawing/2014/main" id="{D3D0FEBB-AE00-D61C-3FA6-1A2DCE79CA4D}"/>
              </a:ext>
            </a:extLst>
          </p:cNvPr>
          <p:cNvCxnSpPr>
            <a:cxnSpLocks/>
          </p:cNvCxnSpPr>
          <p:nvPr/>
        </p:nvCxnSpPr>
        <p:spPr>
          <a:xfrm rot="5400000">
            <a:off x="4951722" y="8646843"/>
            <a:ext cx="0" cy="973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9" name="橢圓 1448">
            <a:extLst>
              <a:ext uri="{FF2B5EF4-FFF2-40B4-BE49-F238E27FC236}">
                <a16:creationId xmlns:a16="http://schemas.microsoft.com/office/drawing/2014/main" id="{5EAE3463-5FA6-95A3-B8FA-527F70CDE135}"/>
              </a:ext>
            </a:extLst>
          </p:cNvPr>
          <p:cNvSpPr/>
          <p:nvPr/>
        </p:nvSpPr>
        <p:spPr>
          <a:xfrm rot="5134159">
            <a:off x="4452350" y="9068728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0" name="直線接點 1449">
            <a:extLst>
              <a:ext uri="{FF2B5EF4-FFF2-40B4-BE49-F238E27FC236}">
                <a16:creationId xmlns:a16="http://schemas.microsoft.com/office/drawing/2014/main" id="{71C8ACF8-A0DA-FB6A-6EC3-8A6306CA95AC}"/>
              </a:ext>
            </a:extLst>
          </p:cNvPr>
          <p:cNvCxnSpPr>
            <a:cxnSpLocks/>
          </p:cNvCxnSpPr>
          <p:nvPr/>
        </p:nvCxnSpPr>
        <p:spPr>
          <a:xfrm rot="5400000">
            <a:off x="3821162" y="8723028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1" name="弧形 1450">
            <a:extLst>
              <a:ext uri="{FF2B5EF4-FFF2-40B4-BE49-F238E27FC236}">
                <a16:creationId xmlns:a16="http://schemas.microsoft.com/office/drawing/2014/main" id="{2BD1F035-3F7A-DCEB-227B-3D17690D9B69}"/>
              </a:ext>
            </a:extLst>
          </p:cNvPr>
          <p:cNvSpPr/>
          <p:nvPr/>
        </p:nvSpPr>
        <p:spPr>
          <a:xfrm rot="16200000">
            <a:off x="4249929" y="8929803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2" name="直線接點 1451">
            <a:extLst>
              <a:ext uri="{FF2B5EF4-FFF2-40B4-BE49-F238E27FC236}">
                <a16:creationId xmlns:a16="http://schemas.microsoft.com/office/drawing/2014/main" id="{734F6696-1ED9-0464-348F-8BE17E5A6ADA}"/>
              </a:ext>
            </a:extLst>
          </p:cNvPr>
          <p:cNvCxnSpPr/>
          <p:nvPr/>
        </p:nvCxnSpPr>
        <p:spPr>
          <a:xfrm rot="5400000" flipH="1">
            <a:off x="3821368" y="9009417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直線接點 1452">
            <a:extLst>
              <a:ext uri="{FF2B5EF4-FFF2-40B4-BE49-F238E27FC236}">
                <a16:creationId xmlns:a16="http://schemas.microsoft.com/office/drawing/2014/main" id="{2A111197-9C5B-E2A6-C5C8-85CA4ED3667B}"/>
              </a:ext>
            </a:extLst>
          </p:cNvPr>
          <p:cNvCxnSpPr/>
          <p:nvPr/>
        </p:nvCxnSpPr>
        <p:spPr>
          <a:xfrm rot="5400000" flipH="1">
            <a:off x="3705190" y="9009417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5" name="文字方塊 1454">
            <a:extLst>
              <a:ext uri="{FF2B5EF4-FFF2-40B4-BE49-F238E27FC236}">
                <a16:creationId xmlns:a16="http://schemas.microsoft.com/office/drawing/2014/main" id="{8358823A-884A-AA47-E04E-F6062D94288D}"/>
              </a:ext>
            </a:extLst>
          </p:cNvPr>
          <p:cNvSpPr txBox="1"/>
          <p:nvPr/>
        </p:nvSpPr>
        <p:spPr>
          <a:xfrm>
            <a:off x="4096385" y="7758647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56" name="橢圓 1455">
            <a:extLst>
              <a:ext uri="{FF2B5EF4-FFF2-40B4-BE49-F238E27FC236}">
                <a16:creationId xmlns:a16="http://schemas.microsoft.com/office/drawing/2014/main" id="{C2F6E85B-0554-1308-D10E-2D62D7551363}"/>
              </a:ext>
            </a:extLst>
          </p:cNvPr>
          <p:cNvSpPr/>
          <p:nvPr/>
        </p:nvSpPr>
        <p:spPr>
          <a:xfrm rot="5400000">
            <a:off x="4203959" y="9873433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7" name="直線接點 1456">
            <a:extLst>
              <a:ext uri="{FF2B5EF4-FFF2-40B4-BE49-F238E27FC236}">
                <a16:creationId xmlns:a16="http://schemas.microsoft.com/office/drawing/2014/main" id="{4F198C83-BC77-A075-9BCB-C4403A7065AE}"/>
              </a:ext>
            </a:extLst>
          </p:cNvPr>
          <p:cNvCxnSpPr>
            <a:cxnSpLocks/>
          </p:cNvCxnSpPr>
          <p:nvPr/>
        </p:nvCxnSpPr>
        <p:spPr>
          <a:xfrm rot="5400000">
            <a:off x="4999218" y="9460881"/>
            <a:ext cx="0" cy="9064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8" name="橢圓 1457">
            <a:extLst>
              <a:ext uri="{FF2B5EF4-FFF2-40B4-BE49-F238E27FC236}">
                <a16:creationId xmlns:a16="http://schemas.microsoft.com/office/drawing/2014/main" id="{AB18749C-69D3-AFED-FBEB-73CC6126AA58}"/>
              </a:ext>
            </a:extLst>
          </p:cNvPr>
          <p:cNvSpPr/>
          <p:nvPr/>
        </p:nvSpPr>
        <p:spPr>
          <a:xfrm rot="5134159">
            <a:off x="4452350" y="9869557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9" name="直線接點 1458">
            <a:extLst>
              <a:ext uri="{FF2B5EF4-FFF2-40B4-BE49-F238E27FC236}">
                <a16:creationId xmlns:a16="http://schemas.microsoft.com/office/drawing/2014/main" id="{4A35D0D9-1830-66C2-4035-7F0659982A89}"/>
              </a:ext>
            </a:extLst>
          </p:cNvPr>
          <p:cNvCxnSpPr>
            <a:cxnSpLocks/>
          </p:cNvCxnSpPr>
          <p:nvPr/>
        </p:nvCxnSpPr>
        <p:spPr>
          <a:xfrm rot="5400000">
            <a:off x="3821162" y="9533082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0" name="弧形 1459">
            <a:extLst>
              <a:ext uri="{FF2B5EF4-FFF2-40B4-BE49-F238E27FC236}">
                <a16:creationId xmlns:a16="http://schemas.microsoft.com/office/drawing/2014/main" id="{4F7274C0-4541-746F-A858-209C6B921D2E}"/>
              </a:ext>
            </a:extLst>
          </p:cNvPr>
          <p:cNvSpPr/>
          <p:nvPr/>
        </p:nvSpPr>
        <p:spPr>
          <a:xfrm rot="16200000">
            <a:off x="4235733" y="9749084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1" name="直線接點 1460">
            <a:extLst>
              <a:ext uri="{FF2B5EF4-FFF2-40B4-BE49-F238E27FC236}">
                <a16:creationId xmlns:a16="http://schemas.microsoft.com/office/drawing/2014/main" id="{2E4E9DA9-8921-F66F-BC7C-5F3B74408140}"/>
              </a:ext>
            </a:extLst>
          </p:cNvPr>
          <p:cNvCxnSpPr/>
          <p:nvPr/>
        </p:nvCxnSpPr>
        <p:spPr>
          <a:xfrm rot="5400000" flipH="1">
            <a:off x="3821368" y="9810247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直線接點 1461">
            <a:extLst>
              <a:ext uri="{FF2B5EF4-FFF2-40B4-BE49-F238E27FC236}">
                <a16:creationId xmlns:a16="http://schemas.microsoft.com/office/drawing/2014/main" id="{5965EAD0-C073-4275-A6F6-1B0853948619}"/>
              </a:ext>
            </a:extLst>
          </p:cNvPr>
          <p:cNvCxnSpPr/>
          <p:nvPr/>
        </p:nvCxnSpPr>
        <p:spPr>
          <a:xfrm rot="5400000" flipH="1">
            <a:off x="3705190" y="9810246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" name="文字方塊 1463">
            <a:extLst>
              <a:ext uri="{FF2B5EF4-FFF2-40B4-BE49-F238E27FC236}">
                <a16:creationId xmlns:a16="http://schemas.microsoft.com/office/drawing/2014/main" id="{0BD979DB-14DA-EB84-8218-158A5C14DAA4}"/>
              </a:ext>
            </a:extLst>
          </p:cNvPr>
          <p:cNvSpPr txBox="1"/>
          <p:nvPr/>
        </p:nvSpPr>
        <p:spPr>
          <a:xfrm>
            <a:off x="4061057" y="8561004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65" name="橢圓 1464">
            <a:extLst>
              <a:ext uri="{FF2B5EF4-FFF2-40B4-BE49-F238E27FC236}">
                <a16:creationId xmlns:a16="http://schemas.microsoft.com/office/drawing/2014/main" id="{EEF96F7F-8249-54E1-1798-3D3403AA2BC0}"/>
              </a:ext>
            </a:extLst>
          </p:cNvPr>
          <p:cNvSpPr/>
          <p:nvPr/>
        </p:nvSpPr>
        <p:spPr>
          <a:xfrm rot="5400000">
            <a:off x="4208828" y="10684383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6" name="直線接點 1465">
            <a:extLst>
              <a:ext uri="{FF2B5EF4-FFF2-40B4-BE49-F238E27FC236}">
                <a16:creationId xmlns:a16="http://schemas.microsoft.com/office/drawing/2014/main" id="{57C3A421-FA78-EB47-0FBA-F51CE56D16FE}"/>
              </a:ext>
            </a:extLst>
          </p:cNvPr>
          <p:cNvCxnSpPr>
            <a:cxnSpLocks/>
          </p:cNvCxnSpPr>
          <p:nvPr/>
        </p:nvCxnSpPr>
        <p:spPr>
          <a:xfrm rot="5400000">
            <a:off x="4984511" y="10282177"/>
            <a:ext cx="0" cy="8673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7" name="橢圓 1466">
            <a:extLst>
              <a:ext uri="{FF2B5EF4-FFF2-40B4-BE49-F238E27FC236}">
                <a16:creationId xmlns:a16="http://schemas.microsoft.com/office/drawing/2014/main" id="{4DBBAF68-1F2A-4AE3-BBAC-9CB65D5F6144}"/>
              </a:ext>
            </a:extLst>
          </p:cNvPr>
          <p:cNvSpPr/>
          <p:nvPr/>
        </p:nvSpPr>
        <p:spPr>
          <a:xfrm rot="5134159">
            <a:off x="4457218" y="10671280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8" name="直線接點 1467">
            <a:extLst>
              <a:ext uri="{FF2B5EF4-FFF2-40B4-BE49-F238E27FC236}">
                <a16:creationId xmlns:a16="http://schemas.microsoft.com/office/drawing/2014/main" id="{F38C747A-6831-44EE-6C32-9BF0E7E0CCF4}"/>
              </a:ext>
            </a:extLst>
          </p:cNvPr>
          <p:cNvCxnSpPr>
            <a:cxnSpLocks/>
          </p:cNvCxnSpPr>
          <p:nvPr/>
        </p:nvCxnSpPr>
        <p:spPr>
          <a:xfrm rot="5400000">
            <a:off x="3826030" y="10344033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9" name="弧形 1468">
            <a:extLst>
              <a:ext uri="{FF2B5EF4-FFF2-40B4-BE49-F238E27FC236}">
                <a16:creationId xmlns:a16="http://schemas.microsoft.com/office/drawing/2014/main" id="{9D70DC48-9380-4202-E8A5-9A8D17B7115C}"/>
              </a:ext>
            </a:extLst>
          </p:cNvPr>
          <p:cNvSpPr/>
          <p:nvPr/>
        </p:nvSpPr>
        <p:spPr>
          <a:xfrm rot="16200000">
            <a:off x="4238845" y="10589651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0" name="直線接點 1469">
            <a:extLst>
              <a:ext uri="{FF2B5EF4-FFF2-40B4-BE49-F238E27FC236}">
                <a16:creationId xmlns:a16="http://schemas.microsoft.com/office/drawing/2014/main" id="{334E3F57-CA2C-E5BC-DEB5-D18F21685A97}"/>
              </a:ext>
            </a:extLst>
          </p:cNvPr>
          <p:cNvCxnSpPr/>
          <p:nvPr/>
        </p:nvCxnSpPr>
        <p:spPr>
          <a:xfrm rot="5400000" flipH="1">
            <a:off x="3826238" y="10611970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直線接點 1470">
            <a:extLst>
              <a:ext uri="{FF2B5EF4-FFF2-40B4-BE49-F238E27FC236}">
                <a16:creationId xmlns:a16="http://schemas.microsoft.com/office/drawing/2014/main" id="{09E30FAB-6469-1A3B-BF82-4FB7C8737245}"/>
              </a:ext>
            </a:extLst>
          </p:cNvPr>
          <p:cNvCxnSpPr/>
          <p:nvPr/>
        </p:nvCxnSpPr>
        <p:spPr>
          <a:xfrm rot="5400000" flipH="1">
            <a:off x="3710058" y="10611969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" name="橢圓 1472">
            <a:extLst>
              <a:ext uri="{FF2B5EF4-FFF2-40B4-BE49-F238E27FC236}">
                <a16:creationId xmlns:a16="http://schemas.microsoft.com/office/drawing/2014/main" id="{462301B4-FC8C-5CB4-0BE1-4FCC349132B5}"/>
              </a:ext>
            </a:extLst>
          </p:cNvPr>
          <p:cNvSpPr/>
          <p:nvPr/>
        </p:nvSpPr>
        <p:spPr>
          <a:xfrm rot="5400000">
            <a:off x="4218563" y="11493065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4" name="直線接點 1473">
            <a:extLst>
              <a:ext uri="{FF2B5EF4-FFF2-40B4-BE49-F238E27FC236}">
                <a16:creationId xmlns:a16="http://schemas.microsoft.com/office/drawing/2014/main" id="{29276EA1-6F68-491A-64CF-874CA2EF60B9}"/>
              </a:ext>
            </a:extLst>
          </p:cNvPr>
          <p:cNvCxnSpPr>
            <a:cxnSpLocks/>
          </p:cNvCxnSpPr>
          <p:nvPr/>
        </p:nvCxnSpPr>
        <p:spPr>
          <a:xfrm rot="5400000">
            <a:off x="4997494" y="11103842"/>
            <a:ext cx="0" cy="8413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5" name="橢圓 1474">
            <a:extLst>
              <a:ext uri="{FF2B5EF4-FFF2-40B4-BE49-F238E27FC236}">
                <a16:creationId xmlns:a16="http://schemas.microsoft.com/office/drawing/2014/main" id="{92431E31-EC20-1493-1284-DD25DFC3592B}"/>
              </a:ext>
            </a:extLst>
          </p:cNvPr>
          <p:cNvSpPr/>
          <p:nvPr/>
        </p:nvSpPr>
        <p:spPr>
          <a:xfrm rot="5134159">
            <a:off x="4466956" y="11479962"/>
            <a:ext cx="91463" cy="955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6" name="直線接點 1475">
            <a:extLst>
              <a:ext uri="{FF2B5EF4-FFF2-40B4-BE49-F238E27FC236}">
                <a16:creationId xmlns:a16="http://schemas.microsoft.com/office/drawing/2014/main" id="{74894E3A-E392-B128-DCB8-3FAF22E149C8}"/>
              </a:ext>
            </a:extLst>
          </p:cNvPr>
          <p:cNvCxnSpPr>
            <a:cxnSpLocks/>
          </p:cNvCxnSpPr>
          <p:nvPr/>
        </p:nvCxnSpPr>
        <p:spPr>
          <a:xfrm rot="5400000">
            <a:off x="3835766" y="11152714"/>
            <a:ext cx="4363" cy="7762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直線接點 1477">
            <a:extLst>
              <a:ext uri="{FF2B5EF4-FFF2-40B4-BE49-F238E27FC236}">
                <a16:creationId xmlns:a16="http://schemas.microsoft.com/office/drawing/2014/main" id="{D27EEEFE-FB8E-E8F3-1B3A-CF0C574FC8E0}"/>
              </a:ext>
            </a:extLst>
          </p:cNvPr>
          <p:cNvCxnSpPr/>
          <p:nvPr/>
        </p:nvCxnSpPr>
        <p:spPr>
          <a:xfrm rot="5400000" flipH="1">
            <a:off x="3835973" y="11420652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直線接點 1478">
            <a:extLst>
              <a:ext uri="{FF2B5EF4-FFF2-40B4-BE49-F238E27FC236}">
                <a16:creationId xmlns:a16="http://schemas.microsoft.com/office/drawing/2014/main" id="{60ECCFF8-960B-259D-14F1-77622F652CCB}"/>
              </a:ext>
            </a:extLst>
          </p:cNvPr>
          <p:cNvCxnSpPr/>
          <p:nvPr/>
        </p:nvCxnSpPr>
        <p:spPr>
          <a:xfrm rot="5400000" flipH="1">
            <a:off x="3719795" y="11420651"/>
            <a:ext cx="166295" cy="200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文字方塊 1481">
            <a:extLst>
              <a:ext uri="{FF2B5EF4-FFF2-40B4-BE49-F238E27FC236}">
                <a16:creationId xmlns:a16="http://schemas.microsoft.com/office/drawing/2014/main" id="{F337802B-CE08-9485-305E-FDE86ADCE66C}"/>
              </a:ext>
            </a:extLst>
          </p:cNvPr>
          <p:cNvSpPr txBox="1"/>
          <p:nvPr/>
        </p:nvSpPr>
        <p:spPr>
          <a:xfrm>
            <a:off x="4072748" y="9373610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3" name="文字方塊 1482">
            <a:extLst>
              <a:ext uri="{FF2B5EF4-FFF2-40B4-BE49-F238E27FC236}">
                <a16:creationId xmlns:a16="http://schemas.microsoft.com/office/drawing/2014/main" id="{C907EE6E-D4BC-5D4D-191B-544144A6F68B}"/>
              </a:ext>
            </a:extLst>
          </p:cNvPr>
          <p:cNvSpPr txBox="1"/>
          <p:nvPr/>
        </p:nvSpPr>
        <p:spPr>
          <a:xfrm>
            <a:off x="2013285" y="10994855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4" name="文字方塊 1483">
            <a:extLst>
              <a:ext uri="{FF2B5EF4-FFF2-40B4-BE49-F238E27FC236}">
                <a16:creationId xmlns:a16="http://schemas.microsoft.com/office/drawing/2014/main" id="{B4324109-25D7-507A-1B19-1D9AF785FD82}"/>
              </a:ext>
            </a:extLst>
          </p:cNvPr>
          <p:cNvSpPr txBox="1"/>
          <p:nvPr/>
        </p:nvSpPr>
        <p:spPr>
          <a:xfrm>
            <a:off x="4092255" y="10192542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12B76731-3AE6-78C8-EA78-1A72BE0ECC1D}"/>
              </a:ext>
            </a:extLst>
          </p:cNvPr>
          <p:cNvSpPr txBox="1"/>
          <p:nvPr/>
        </p:nvSpPr>
        <p:spPr>
          <a:xfrm>
            <a:off x="2003156" y="2512945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5C0DB145-097A-2389-6411-4363164CC84F}"/>
              </a:ext>
            </a:extLst>
          </p:cNvPr>
          <p:cNvSpPr txBox="1"/>
          <p:nvPr/>
        </p:nvSpPr>
        <p:spPr>
          <a:xfrm>
            <a:off x="1998289" y="3254730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9" name="文字方塊 1508">
            <a:extLst>
              <a:ext uri="{FF2B5EF4-FFF2-40B4-BE49-F238E27FC236}">
                <a16:creationId xmlns:a16="http://schemas.microsoft.com/office/drawing/2014/main" id="{587A1672-00C6-6847-8230-0F7075484FEA}"/>
              </a:ext>
            </a:extLst>
          </p:cNvPr>
          <p:cNvSpPr txBox="1"/>
          <p:nvPr/>
        </p:nvSpPr>
        <p:spPr>
          <a:xfrm>
            <a:off x="4080285" y="10956151"/>
            <a:ext cx="111018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21" name="弧形 1520">
            <a:extLst>
              <a:ext uri="{FF2B5EF4-FFF2-40B4-BE49-F238E27FC236}">
                <a16:creationId xmlns:a16="http://schemas.microsoft.com/office/drawing/2014/main" id="{2D32B0AD-F93C-25FF-8B3C-1B646C4CC993}"/>
              </a:ext>
            </a:extLst>
          </p:cNvPr>
          <p:cNvSpPr/>
          <p:nvPr/>
        </p:nvSpPr>
        <p:spPr>
          <a:xfrm rot="16200000">
            <a:off x="4238845" y="11363726"/>
            <a:ext cx="265290" cy="242860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522" name="文字方塊 1521">
            <a:extLst>
              <a:ext uri="{FF2B5EF4-FFF2-40B4-BE49-F238E27FC236}">
                <a16:creationId xmlns:a16="http://schemas.microsoft.com/office/drawing/2014/main" id="{11060781-EFD0-A4F9-8263-91D14DD84691}"/>
              </a:ext>
            </a:extLst>
          </p:cNvPr>
          <p:cNvSpPr txBox="1"/>
          <p:nvPr/>
        </p:nvSpPr>
        <p:spPr>
          <a:xfrm>
            <a:off x="730723" y="2855555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213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3" name="文字方塊 1522">
            <a:extLst>
              <a:ext uri="{FF2B5EF4-FFF2-40B4-BE49-F238E27FC236}">
                <a16:creationId xmlns:a16="http://schemas.microsoft.com/office/drawing/2014/main" id="{A3F01E65-FD29-9A36-94CC-2576BBF67E17}"/>
              </a:ext>
            </a:extLst>
          </p:cNvPr>
          <p:cNvSpPr txBox="1"/>
          <p:nvPr/>
        </p:nvSpPr>
        <p:spPr>
          <a:xfrm>
            <a:off x="5312442" y="2817571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215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4" name="文字方塊 1523">
            <a:extLst>
              <a:ext uri="{FF2B5EF4-FFF2-40B4-BE49-F238E27FC236}">
                <a16:creationId xmlns:a16="http://schemas.microsoft.com/office/drawing/2014/main" id="{F21100E9-004F-8201-8016-8A5448F75D39}"/>
              </a:ext>
            </a:extLst>
          </p:cNvPr>
          <p:cNvSpPr txBox="1"/>
          <p:nvPr/>
        </p:nvSpPr>
        <p:spPr>
          <a:xfrm>
            <a:off x="5372015" y="3604126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214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8" name="文字方塊 1527">
            <a:extLst>
              <a:ext uri="{FF2B5EF4-FFF2-40B4-BE49-F238E27FC236}">
                <a16:creationId xmlns:a16="http://schemas.microsoft.com/office/drawing/2014/main" id="{75D17F59-87DD-0F9F-4F26-A1F7E4A35995}"/>
              </a:ext>
            </a:extLst>
          </p:cNvPr>
          <p:cNvSpPr txBox="1"/>
          <p:nvPr/>
        </p:nvSpPr>
        <p:spPr>
          <a:xfrm>
            <a:off x="5414410" y="5003578"/>
            <a:ext cx="942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走道燈</a:t>
            </a:r>
          </a:p>
        </p:txBody>
      </p:sp>
      <p:sp>
        <p:nvSpPr>
          <p:cNvPr id="1530" name="文字方塊 1529">
            <a:extLst>
              <a:ext uri="{FF2B5EF4-FFF2-40B4-BE49-F238E27FC236}">
                <a16:creationId xmlns:a16="http://schemas.microsoft.com/office/drawing/2014/main" id="{C38DBB8B-6ACD-B611-FB55-7398B1EDC1ED}"/>
              </a:ext>
            </a:extLst>
          </p:cNvPr>
          <p:cNvSpPr txBox="1"/>
          <p:nvPr/>
        </p:nvSpPr>
        <p:spPr>
          <a:xfrm>
            <a:off x="5411589" y="8110334"/>
            <a:ext cx="954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飲水機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33" name="文字方塊 1532">
            <a:extLst>
              <a:ext uri="{FF2B5EF4-FFF2-40B4-BE49-F238E27FC236}">
                <a16:creationId xmlns:a16="http://schemas.microsoft.com/office/drawing/2014/main" id="{D1937A9F-2529-7027-ED16-83D589320FF5}"/>
              </a:ext>
            </a:extLst>
          </p:cNvPr>
          <p:cNvSpPr txBox="1"/>
          <p:nvPr/>
        </p:nvSpPr>
        <p:spPr>
          <a:xfrm>
            <a:off x="717274" y="3588207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211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6" name="文字方塊 1535">
            <a:extLst>
              <a:ext uri="{FF2B5EF4-FFF2-40B4-BE49-F238E27FC236}">
                <a16:creationId xmlns:a16="http://schemas.microsoft.com/office/drawing/2014/main" id="{DCEAE7D7-D9DC-BBAD-6953-85E946AF76D7}"/>
              </a:ext>
            </a:extLst>
          </p:cNvPr>
          <p:cNvSpPr txBox="1"/>
          <p:nvPr/>
        </p:nvSpPr>
        <p:spPr>
          <a:xfrm>
            <a:off x="713736" y="4338379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210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7" name="文字方塊 1536">
            <a:extLst>
              <a:ext uri="{FF2B5EF4-FFF2-40B4-BE49-F238E27FC236}">
                <a16:creationId xmlns:a16="http://schemas.microsoft.com/office/drawing/2014/main" id="{D2370F01-9C34-E901-E3EF-42A0CEE5BABB}"/>
              </a:ext>
            </a:extLst>
          </p:cNvPr>
          <p:cNvSpPr txBox="1"/>
          <p:nvPr/>
        </p:nvSpPr>
        <p:spPr>
          <a:xfrm>
            <a:off x="662942" y="10575622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202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8" name="文字方塊 1537">
            <a:extLst>
              <a:ext uri="{FF2B5EF4-FFF2-40B4-BE49-F238E27FC236}">
                <a16:creationId xmlns:a16="http://schemas.microsoft.com/office/drawing/2014/main" id="{673DC718-9351-7D99-F1C1-B4FAADF38E0E}"/>
              </a:ext>
            </a:extLst>
          </p:cNvPr>
          <p:cNvSpPr txBox="1"/>
          <p:nvPr/>
        </p:nvSpPr>
        <p:spPr>
          <a:xfrm>
            <a:off x="701066" y="5063124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209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9" name="文字方塊 1538">
            <a:extLst>
              <a:ext uri="{FF2B5EF4-FFF2-40B4-BE49-F238E27FC236}">
                <a16:creationId xmlns:a16="http://schemas.microsoft.com/office/drawing/2014/main" id="{C87BF56C-A38E-7D09-B688-A44BF3CB93BC}"/>
              </a:ext>
            </a:extLst>
          </p:cNvPr>
          <p:cNvSpPr txBox="1"/>
          <p:nvPr/>
        </p:nvSpPr>
        <p:spPr>
          <a:xfrm>
            <a:off x="698644" y="5781477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208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0" name="文字方塊 1539">
            <a:extLst>
              <a:ext uri="{FF2B5EF4-FFF2-40B4-BE49-F238E27FC236}">
                <a16:creationId xmlns:a16="http://schemas.microsoft.com/office/drawing/2014/main" id="{81E0BC04-A23D-FD6A-DA69-200E456C1471}"/>
              </a:ext>
            </a:extLst>
          </p:cNvPr>
          <p:cNvSpPr txBox="1"/>
          <p:nvPr/>
        </p:nvSpPr>
        <p:spPr>
          <a:xfrm>
            <a:off x="710015" y="6525439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207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1" name="文字方塊 1540">
            <a:extLst>
              <a:ext uri="{FF2B5EF4-FFF2-40B4-BE49-F238E27FC236}">
                <a16:creationId xmlns:a16="http://schemas.microsoft.com/office/drawing/2014/main" id="{296B1CF7-91B1-1639-B248-1674EE3C3334}"/>
              </a:ext>
            </a:extLst>
          </p:cNvPr>
          <p:cNvSpPr txBox="1"/>
          <p:nvPr/>
        </p:nvSpPr>
        <p:spPr>
          <a:xfrm>
            <a:off x="715450" y="7349516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206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2" name="文字方塊 1541">
            <a:extLst>
              <a:ext uri="{FF2B5EF4-FFF2-40B4-BE49-F238E27FC236}">
                <a16:creationId xmlns:a16="http://schemas.microsoft.com/office/drawing/2014/main" id="{E964993A-6D15-75A6-477C-AFC13AAF9FCA}"/>
              </a:ext>
            </a:extLst>
          </p:cNvPr>
          <p:cNvSpPr txBox="1"/>
          <p:nvPr/>
        </p:nvSpPr>
        <p:spPr>
          <a:xfrm>
            <a:off x="730548" y="8164831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205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3" name="文字方塊 1542">
            <a:extLst>
              <a:ext uri="{FF2B5EF4-FFF2-40B4-BE49-F238E27FC236}">
                <a16:creationId xmlns:a16="http://schemas.microsoft.com/office/drawing/2014/main" id="{29FCF06C-A715-C84E-7E86-08C95F639871}"/>
              </a:ext>
            </a:extLst>
          </p:cNvPr>
          <p:cNvSpPr txBox="1"/>
          <p:nvPr/>
        </p:nvSpPr>
        <p:spPr>
          <a:xfrm>
            <a:off x="709552" y="8935471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204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4" name="文字方塊 1543">
            <a:extLst>
              <a:ext uri="{FF2B5EF4-FFF2-40B4-BE49-F238E27FC236}">
                <a16:creationId xmlns:a16="http://schemas.microsoft.com/office/drawing/2014/main" id="{D8A54DF1-F99E-FBBC-A320-E9D1E2B3A829}"/>
              </a:ext>
            </a:extLst>
          </p:cNvPr>
          <p:cNvSpPr txBox="1"/>
          <p:nvPr/>
        </p:nvSpPr>
        <p:spPr>
          <a:xfrm>
            <a:off x="679603" y="9732974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203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5" name="文字方塊 1544">
            <a:extLst>
              <a:ext uri="{FF2B5EF4-FFF2-40B4-BE49-F238E27FC236}">
                <a16:creationId xmlns:a16="http://schemas.microsoft.com/office/drawing/2014/main" id="{A0AE1C9D-EBB8-A5B2-07AA-0EC46E449DD0}"/>
              </a:ext>
            </a:extLst>
          </p:cNvPr>
          <p:cNvSpPr txBox="1"/>
          <p:nvPr/>
        </p:nvSpPr>
        <p:spPr>
          <a:xfrm>
            <a:off x="680885" y="11348314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201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6" name="文字方塊 1545">
            <a:extLst>
              <a:ext uri="{FF2B5EF4-FFF2-40B4-BE49-F238E27FC236}">
                <a16:creationId xmlns:a16="http://schemas.microsoft.com/office/drawing/2014/main" id="{83A6AF78-969C-6076-8B5A-3625547619B2}"/>
              </a:ext>
            </a:extLst>
          </p:cNvPr>
          <p:cNvSpPr txBox="1"/>
          <p:nvPr/>
        </p:nvSpPr>
        <p:spPr>
          <a:xfrm>
            <a:off x="5372617" y="5763864"/>
            <a:ext cx="934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走道燈</a:t>
            </a: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1DE7A319-FD03-C403-7985-8F6BE1E35FD2}"/>
              </a:ext>
            </a:extLst>
          </p:cNvPr>
          <p:cNvCxnSpPr>
            <a:cxnSpLocks/>
          </p:cNvCxnSpPr>
          <p:nvPr/>
        </p:nvCxnSpPr>
        <p:spPr>
          <a:xfrm rot="5400000" flipH="1">
            <a:off x="4970248" y="6288272"/>
            <a:ext cx="5390" cy="8904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D67CCA4C-132F-A880-D51B-B9710F6AA330}"/>
              </a:ext>
            </a:extLst>
          </p:cNvPr>
          <p:cNvSpPr txBox="1"/>
          <p:nvPr/>
        </p:nvSpPr>
        <p:spPr>
          <a:xfrm>
            <a:off x="5372617" y="6544427"/>
            <a:ext cx="934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走道燈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C451B3E-347D-B312-9110-4BB1705AA495}"/>
              </a:ext>
            </a:extLst>
          </p:cNvPr>
          <p:cNvSpPr txBox="1"/>
          <p:nvPr/>
        </p:nvSpPr>
        <p:spPr>
          <a:xfrm>
            <a:off x="5433525" y="8925998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212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A7C591D-F95E-2B6D-DC92-186C647434A4}"/>
              </a:ext>
            </a:extLst>
          </p:cNvPr>
          <p:cNvSpPr txBox="1"/>
          <p:nvPr/>
        </p:nvSpPr>
        <p:spPr>
          <a:xfrm>
            <a:off x="2451391" y="922940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( 3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220V 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059610C-C848-1E57-25F4-41FECBD43A81}"/>
              </a:ext>
            </a:extLst>
          </p:cNvPr>
          <p:cNvSpPr txBox="1"/>
          <p:nvPr/>
        </p:nvSpPr>
        <p:spPr>
          <a:xfrm>
            <a:off x="586620" y="242407"/>
            <a:ext cx="5684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2F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JCA2F-D1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9728610D-46E8-BD21-C87F-031CF7ABF84F}"/>
              </a:ext>
            </a:extLst>
          </p:cNvPr>
          <p:cNvGrpSpPr/>
          <p:nvPr/>
        </p:nvGrpSpPr>
        <p:grpSpPr>
          <a:xfrm rot="5400000">
            <a:off x="5106138" y="1042444"/>
            <a:ext cx="1018724" cy="2326217"/>
            <a:chOff x="1696190" y="79392"/>
            <a:chExt cx="1018724" cy="232621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6B13E6-19A1-693E-056D-BA2B80B34052}"/>
                </a:ext>
              </a:extLst>
            </p:cNvPr>
            <p:cNvSpPr/>
            <p:nvPr/>
          </p:nvSpPr>
          <p:spPr>
            <a:xfrm rot="10800000">
              <a:off x="1696190" y="609005"/>
              <a:ext cx="225127" cy="17966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" name="六邊形 13">
              <a:extLst>
                <a:ext uri="{FF2B5EF4-FFF2-40B4-BE49-F238E27FC236}">
                  <a16:creationId xmlns:a16="http://schemas.microsoft.com/office/drawing/2014/main" id="{4C772E2C-EEF2-16EE-54BB-569BE85FDA27}"/>
                </a:ext>
              </a:extLst>
            </p:cNvPr>
            <p:cNvSpPr/>
            <p:nvPr/>
          </p:nvSpPr>
          <p:spPr>
            <a:xfrm rot="10800000">
              <a:off x="1748781" y="2191667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5" name="六邊形 14">
              <a:extLst>
                <a:ext uri="{FF2B5EF4-FFF2-40B4-BE49-F238E27FC236}">
                  <a16:creationId xmlns:a16="http://schemas.microsoft.com/office/drawing/2014/main" id="{AC28A3C1-CE64-E81E-071F-B149C4679203}"/>
                </a:ext>
              </a:extLst>
            </p:cNvPr>
            <p:cNvSpPr/>
            <p:nvPr/>
          </p:nvSpPr>
          <p:spPr>
            <a:xfrm rot="10800000">
              <a:off x="1749307" y="772475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6" name="六邊形 15">
              <a:extLst>
                <a:ext uri="{FF2B5EF4-FFF2-40B4-BE49-F238E27FC236}">
                  <a16:creationId xmlns:a16="http://schemas.microsoft.com/office/drawing/2014/main" id="{29D985E3-48F6-A951-A137-17EFFEA7864D}"/>
                </a:ext>
              </a:extLst>
            </p:cNvPr>
            <p:cNvSpPr/>
            <p:nvPr/>
          </p:nvSpPr>
          <p:spPr>
            <a:xfrm rot="10800000">
              <a:off x="1749307" y="1950299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7" name="六邊形 16">
              <a:extLst>
                <a:ext uri="{FF2B5EF4-FFF2-40B4-BE49-F238E27FC236}">
                  <a16:creationId xmlns:a16="http://schemas.microsoft.com/office/drawing/2014/main" id="{BA4E759E-6C82-635B-E230-0C042CF03B38}"/>
                </a:ext>
              </a:extLst>
            </p:cNvPr>
            <p:cNvSpPr/>
            <p:nvPr/>
          </p:nvSpPr>
          <p:spPr>
            <a:xfrm rot="10800000">
              <a:off x="1749308" y="1705863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8" name="六邊形 17">
              <a:extLst>
                <a:ext uri="{FF2B5EF4-FFF2-40B4-BE49-F238E27FC236}">
                  <a16:creationId xmlns:a16="http://schemas.microsoft.com/office/drawing/2014/main" id="{FA82D43F-8415-FD2E-4147-8B42215A0DAA}"/>
                </a:ext>
              </a:extLst>
            </p:cNvPr>
            <p:cNvSpPr/>
            <p:nvPr/>
          </p:nvSpPr>
          <p:spPr>
            <a:xfrm rot="10800000">
              <a:off x="1749309" y="1459579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9" name="六邊形 18">
              <a:extLst>
                <a:ext uri="{FF2B5EF4-FFF2-40B4-BE49-F238E27FC236}">
                  <a16:creationId xmlns:a16="http://schemas.microsoft.com/office/drawing/2014/main" id="{B46D0557-DFD7-7E33-4FB2-ABE57EC84623}"/>
                </a:ext>
              </a:extLst>
            </p:cNvPr>
            <p:cNvSpPr/>
            <p:nvPr/>
          </p:nvSpPr>
          <p:spPr>
            <a:xfrm rot="10800000">
              <a:off x="1749309" y="1221287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0" name="六邊形 19">
              <a:extLst>
                <a:ext uri="{FF2B5EF4-FFF2-40B4-BE49-F238E27FC236}">
                  <a16:creationId xmlns:a16="http://schemas.microsoft.com/office/drawing/2014/main" id="{197C0E26-9B82-DC1A-5B3B-FB7A2F090100}"/>
                </a:ext>
              </a:extLst>
            </p:cNvPr>
            <p:cNvSpPr/>
            <p:nvPr/>
          </p:nvSpPr>
          <p:spPr>
            <a:xfrm rot="10800000">
              <a:off x="1749310" y="970874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1" name="六邊形 20">
              <a:extLst>
                <a:ext uri="{FF2B5EF4-FFF2-40B4-BE49-F238E27FC236}">
                  <a16:creationId xmlns:a16="http://schemas.microsoft.com/office/drawing/2014/main" id="{F71B643F-1A5E-18F2-554D-08664DBE37E2}"/>
                </a:ext>
              </a:extLst>
            </p:cNvPr>
            <p:cNvSpPr/>
            <p:nvPr/>
          </p:nvSpPr>
          <p:spPr>
            <a:xfrm rot="10800000">
              <a:off x="1746379" y="733643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2" name="六邊形 21">
              <a:extLst>
                <a:ext uri="{FF2B5EF4-FFF2-40B4-BE49-F238E27FC236}">
                  <a16:creationId xmlns:a16="http://schemas.microsoft.com/office/drawing/2014/main" id="{61B37FEF-147B-D627-A277-CA3E2AC6685C}"/>
                </a:ext>
              </a:extLst>
            </p:cNvPr>
            <p:cNvSpPr/>
            <p:nvPr/>
          </p:nvSpPr>
          <p:spPr>
            <a:xfrm flipV="1">
              <a:off x="1712471" y="729890"/>
              <a:ext cx="197329" cy="186003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93D4F15E-8104-00E3-E090-D982849E08C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04782" y="617010"/>
              <a:ext cx="8260" cy="4090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5CC4D890-9A75-554E-0901-23BD7874AFAE}"/>
                </a:ext>
              </a:extLst>
            </p:cNvPr>
            <p:cNvSpPr txBox="1"/>
            <p:nvPr/>
          </p:nvSpPr>
          <p:spPr>
            <a:xfrm rot="16200000">
              <a:off x="1663563" y="484156"/>
              <a:ext cx="1456116" cy="646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GND</a:t>
              </a:r>
            </a:p>
            <a:p>
              <a:r>
                <a:rPr lang="en-US" altLang="zh-TW" sz="1801" dirty="0"/>
                <a:t>L-G:230V</a:t>
              </a:r>
              <a:endParaRPr lang="zh-TW" altLang="en-US" sz="1801" dirty="0"/>
            </a:p>
          </p:txBody>
        </p: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8FCE5EE4-F311-F2A9-B506-2709AC6D0D93}"/>
                </a:ext>
              </a:extLst>
            </p:cNvPr>
            <p:cNvCxnSpPr>
              <a:cxnSpLocks/>
            </p:cNvCxnSpPr>
            <p:nvPr/>
          </p:nvCxnSpPr>
          <p:spPr>
            <a:xfrm>
              <a:off x="2214947" y="700078"/>
              <a:ext cx="0" cy="2245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80782B51-B40F-E2C5-887C-E0B1965A8548}"/>
                </a:ext>
              </a:extLst>
            </p:cNvPr>
            <p:cNvCxnSpPr>
              <a:cxnSpLocks/>
            </p:cNvCxnSpPr>
            <p:nvPr/>
          </p:nvCxnSpPr>
          <p:spPr>
            <a:xfrm>
              <a:off x="2268414" y="720572"/>
              <a:ext cx="0" cy="1852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A6541DF4-BA65-2F37-CCFD-65CC331F888C}"/>
                </a:ext>
              </a:extLst>
            </p:cNvPr>
            <p:cNvCxnSpPr>
              <a:cxnSpLocks/>
            </p:cNvCxnSpPr>
            <p:nvPr/>
          </p:nvCxnSpPr>
          <p:spPr>
            <a:xfrm>
              <a:off x="2313673" y="755814"/>
              <a:ext cx="0" cy="1272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2E56640A-5348-A737-F710-5463A7F60A2A}"/>
              </a:ext>
            </a:extLst>
          </p:cNvPr>
          <p:cNvSpPr txBox="1"/>
          <p:nvPr/>
        </p:nvSpPr>
        <p:spPr>
          <a:xfrm>
            <a:off x="5338925" y="4299184"/>
            <a:ext cx="866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消防</a:t>
            </a:r>
          </a:p>
        </p:txBody>
      </p:sp>
    </p:spTree>
    <p:extLst>
      <p:ext uri="{BB962C8B-B14F-4D97-AF65-F5344CB8AC3E}">
        <p14:creationId xmlns:p14="http://schemas.microsoft.com/office/powerpoint/2010/main" val="1132675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70C3-A2FE-928B-F850-C1B863C6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0A47D2-CA5B-C86E-EB9C-4760EF94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16771" y="1063783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11</a:t>
            </a:fld>
            <a:endParaRPr lang="zh-TW" altLang="en-US" dirty="0"/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8E803264-7627-FF96-30FF-8110B1186DC1}"/>
              </a:ext>
            </a:extLst>
          </p:cNvPr>
          <p:cNvCxnSpPr>
            <a:cxnSpLocks/>
          </p:cNvCxnSpPr>
          <p:nvPr/>
        </p:nvCxnSpPr>
        <p:spPr>
          <a:xfrm rot="5400000" flipH="1">
            <a:off x="4954673" y="3591552"/>
            <a:ext cx="6862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675992F4-66BD-3A66-7ED7-6AF4E952E89D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>
            <a:off x="-7009" y="6088683"/>
            <a:ext cx="6842100" cy="134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DFB814B2-C7E1-DB56-0D6C-4AA5B9A2EB1E}"/>
              </a:ext>
            </a:extLst>
          </p:cNvPr>
          <p:cNvSpPr/>
          <p:nvPr/>
        </p:nvSpPr>
        <p:spPr>
          <a:xfrm>
            <a:off x="3318738" y="2348818"/>
            <a:ext cx="276753" cy="274034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887B8CA-4530-0F9B-8F70-88FB585FFF25}"/>
              </a:ext>
            </a:extLst>
          </p:cNvPr>
          <p:cNvSpPr/>
          <p:nvPr/>
        </p:nvSpPr>
        <p:spPr>
          <a:xfrm rot="15992770">
            <a:off x="3352867" y="2572975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E8A1F25F-FAF5-2826-6149-8F90430BA83D}"/>
              </a:ext>
            </a:extLst>
          </p:cNvPr>
          <p:cNvSpPr/>
          <p:nvPr/>
        </p:nvSpPr>
        <p:spPr>
          <a:xfrm rot="16200000">
            <a:off x="3352868" y="2290288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FB1A1EF-EED0-7343-A1A0-09A4D4B96D56}"/>
              </a:ext>
            </a:extLst>
          </p:cNvPr>
          <p:cNvCxnSpPr>
            <a:cxnSpLocks/>
          </p:cNvCxnSpPr>
          <p:nvPr/>
        </p:nvCxnSpPr>
        <p:spPr>
          <a:xfrm rot="5400000" flipH="1">
            <a:off x="2997716" y="1899580"/>
            <a:ext cx="796409" cy="123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9E4C10B4-873C-48C5-D789-971A356603F5}"/>
              </a:ext>
            </a:extLst>
          </p:cNvPr>
          <p:cNvSpPr txBox="1"/>
          <p:nvPr/>
        </p:nvSpPr>
        <p:spPr>
          <a:xfrm>
            <a:off x="3572245" y="2296218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7408B079-2990-A98F-8FB8-62B324E99902}"/>
              </a:ext>
            </a:extLst>
          </p:cNvPr>
          <p:cNvSpPr/>
          <p:nvPr/>
        </p:nvSpPr>
        <p:spPr>
          <a:xfrm rot="5400000">
            <a:off x="2053816" y="3998052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60A7DF6C-722E-E35E-E504-3D169B879738}"/>
              </a:ext>
            </a:extLst>
          </p:cNvPr>
          <p:cNvGrpSpPr/>
          <p:nvPr/>
        </p:nvGrpSpPr>
        <p:grpSpPr>
          <a:xfrm rot="5400000">
            <a:off x="3176848" y="3222690"/>
            <a:ext cx="455216" cy="226020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0F3DC504-0082-5C54-5D73-4B723F83B2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547F8C21-FF76-E738-2B40-543ECB2FA3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C1592BBE-F2CD-152C-918A-CA5EF24AA1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610FAFCD-6521-2C40-D3A8-EA1DD5C67168}"/>
              </a:ext>
            </a:extLst>
          </p:cNvPr>
          <p:cNvCxnSpPr>
            <a:cxnSpLocks/>
          </p:cNvCxnSpPr>
          <p:nvPr/>
        </p:nvCxnSpPr>
        <p:spPr>
          <a:xfrm rot="5400000">
            <a:off x="2900867" y="3551031"/>
            <a:ext cx="2592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20E4407C-D304-D7A4-1BF0-CD682A3C0E65}"/>
              </a:ext>
            </a:extLst>
          </p:cNvPr>
          <p:cNvSpPr/>
          <p:nvPr/>
        </p:nvSpPr>
        <p:spPr>
          <a:xfrm rot="5134159">
            <a:off x="2313016" y="3993680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FB2BAFBB-5BCB-7969-1AB4-42AFA0983DFA}"/>
              </a:ext>
            </a:extLst>
          </p:cNvPr>
          <p:cNvCxnSpPr>
            <a:cxnSpLocks/>
          </p:cNvCxnSpPr>
          <p:nvPr/>
        </p:nvCxnSpPr>
        <p:spPr>
          <a:xfrm rot="5400000">
            <a:off x="1658039" y="3642891"/>
            <a:ext cx="492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7B1C9F00-B435-C203-CF98-AFD934FAD441}"/>
              </a:ext>
            </a:extLst>
          </p:cNvPr>
          <p:cNvSpPr/>
          <p:nvPr/>
        </p:nvSpPr>
        <p:spPr>
          <a:xfrm rot="16200000">
            <a:off x="2100576" y="3881988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7A4D1299-B2F4-CA4C-2B2B-A8D1B0F0AFB1}"/>
              </a:ext>
            </a:extLst>
          </p:cNvPr>
          <p:cNvCxnSpPr/>
          <p:nvPr/>
        </p:nvCxnSpPr>
        <p:spPr>
          <a:xfrm rot="5400000" flipH="1">
            <a:off x="2771836" y="3920815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A160F7D4-F59B-FB7D-19B8-2E080C765901}"/>
              </a:ext>
            </a:extLst>
          </p:cNvPr>
          <p:cNvSpPr/>
          <p:nvPr/>
        </p:nvSpPr>
        <p:spPr>
          <a:xfrm rot="5400000">
            <a:off x="2053816" y="5152286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F3E07D72-0752-B0C6-922C-68487C54DAAD}"/>
              </a:ext>
            </a:extLst>
          </p:cNvPr>
          <p:cNvCxnSpPr>
            <a:cxnSpLocks/>
          </p:cNvCxnSpPr>
          <p:nvPr/>
        </p:nvCxnSpPr>
        <p:spPr>
          <a:xfrm rot="5400000">
            <a:off x="2900867" y="4705265"/>
            <a:ext cx="2592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56D94B99-9E7B-E6A8-A788-BBF49EA4740F}"/>
              </a:ext>
            </a:extLst>
          </p:cNvPr>
          <p:cNvSpPr/>
          <p:nvPr/>
        </p:nvSpPr>
        <p:spPr>
          <a:xfrm rot="5134159">
            <a:off x="2313016" y="5147914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4565C6BA-CB01-53CB-1F61-6E384A45F2F5}"/>
              </a:ext>
            </a:extLst>
          </p:cNvPr>
          <p:cNvCxnSpPr>
            <a:cxnSpLocks/>
          </p:cNvCxnSpPr>
          <p:nvPr/>
        </p:nvCxnSpPr>
        <p:spPr>
          <a:xfrm rot="5400000">
            <a:off x="1658039" y="4797123"/>
            <a:ext cx="492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4C89B9DD-3C49-FED7-A6DC-56952A8C4DCA}"/>
              </a:ext>
            </a:extLst>
          </p:cNvPr>
          <p:cNvSpPr/>
          <p:nvPr/>
        </p:nvSpPr>
        <p:spPr>
          <a:xfrm rot="16200000">
            <a:off x="2100576" y="5022482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5369E853-340A-546E-97C1-05593A2D8844}"/>
              </a:ext>
            </a:extLst>
          </p:cNvPr>
          <p:cNvCxnSpPr/>
          <p:nvPr/>
        </p:nvCxnSpPr>
        <p:spPr>
          <a:xfrm rot="5400000" flipH="1">
            <a:off x="2771836" y="5075049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77C2A411-5CBB-BCAC-703A-1EDEF799D1A9}"/>
              </a:ext>
            </a:extLst>
          </p:cNvPr>
          <p:cNvSpPr txBox="1"/>
          <p:nvPr/>
        </p:nvSpPr>
        <p:spPr>
          <a:xfrm>
            <a:off x="1942901" y="5756085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3CB12CBA-499B-E6A1-9070-3A6C529408D6}"/>
              </a:ext>
            </a:extLst>
          </p:cNvPr>
          <p:cNvSpPr/>
          <p:nvPr/>
        </p:nvSpPr>
        <p:spPr>
          <a:xfrm rot="5400000">
            <a:off x="4197354" y="3982793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AB4DEA33-17AD-6473-633A-13B6579E744E}"/>
              </a:ext>
            </a:extLst>
          </p:cNvPr>
          <p:cNvSpPr/>
          <p:nvPr/>
        </p:nvSpPr>
        <p:spPr>
          <a:xfrm rot="5134159">
            <a:off x="4456556" y="3988829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A9ABFB08-8661-31E8-4D87-5E5DE7F3D141}"/>
              </a:ext>
            </a:extLst>
          </p:cNvPr>
          <p:cNvCxnSpPr>
            <a:cxnSpLocks/>
          </p:cNvCxnSpPr>
          <p:nvPr/>
        </p:nvCxnSpPr>
        <p:spPr>
          <a:xfrm rot="5400000">
            <a:off x="3801579" y="3627631"/>
            <a:ext cx="492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960C7FB6-8CB1-E763-3D66-29A3B6673913}"/>
              </a:ext>
            </a:extLst>
          </p:cNvPr>
          <p:cNvSpPr/>
          <p:nvPr/>
        </p:nvSpPr>
        <p:spPr>
          <a:xfrm rot="16200000">
            <a:off x="4195477" y="3849964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4" name="橢圓 1383">
            <a:extLst>
              <a:ext uri="{FF2B5EF4-FFF2-40B4-BE49-F238E27FC236}">
                <a16:creationId xmlns:a16="http://schemas.microsoft.com/office/drawing/2014/main" id="{227B281C-584B-6968-7B00-04F5EEF16998}"/>
              </a:ext>
            </a:extLst>
          </p:cNvPr>
          <p:cNvSpPr/>
          <p:nvPr/>
        </p:nvSpPr>
        <p:spPr>
          <a:xfrm rot="5400000">
            <a:off x="4197354" y="5147434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2F3E44B2-1724-13C0-F976-2EF5D2069A0C}"/>
              </a:ext>
            </a:extLst>
          </p:cNvPr>
          <p:cNvCxnSpPr>
            <a:cxnSpLocks/>
          </p:cNvCxnSpPr>
          <p:nvPr/>
        </p:nvCxnSpPr>
        <p:spPr>
          <a:xfrm rot="5400000">
            <a:off x="4966906" y="4725215"/>
            <a:ext cx="3636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463F0226-862E-D94A-8E51-349509C72E73}"/>
              </a:ext>
            </a:extLst>
          </p:cNvPr>
          <p:cNvSpPr/>
          <p:nvPr/>
        </p:nvSpPr>
        <p:spPr>
          <a:xfrm rot="5134159">
            <a:off x="4456556" y="5155205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B777DD19-5539-F307-3638-EBD9F56A1A71}"/>
              </a:ext>
            </a:extLst>
          </p:cNvPr>
          <p:cNvCxnSpPr>
            <a:cxnSpLocks/>
          </p:cNvCxnSpPr>
          <p:nvPr/>
        </p:nvCxnSpPr>
        <p:spPr>
          <a:xfrm rot="5400000" flipH="1">
            <a:off x="3807810" y="4793584"/>
            <a:ext cx="7441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87D8FFE9-1144-6DAC-78CB-08805EAACCED}"/>
              </a:ext>
            </a:extLst>
          </p:cNvPr>
          <p:cNvSpPr/>
          <p:nvPr/>
        </p:nvSpPr>
        <p:spPr>
          <a:xfrm rot="16200000">
            <a:off x="4237980" y="5026472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EB1D51A8-E4CB-EFA5-ED01-3262B80FDE16}"/>
              </a:ext>
            </a:extLst>
          </p:cNvPr>
          <p:cNvCxnSpPr/>
          <p:nvPr/>
        </p:nvCxnSpPr>
        <p:spPr>
          <a:xfrm rot="5400000" flipH="1">
            <a:off x="3673718" y="5092748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57E4CCA0-96CC-AA72-5F8A-2AB004462D47}"/>
              </a:ext>
            </a:extLst>
          </p:cNvPr>
          <p:cNvSpPr txBox="1"/>
          <p:nvPr/>
        </p:nvSpPr>
        <p:spPr>
          <a:xfrm>
            <a:off x="4096512" y="3408075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782C1E5C-2E9F-E9B1-D085-B99C59D8215E}"/>
              </a:ext>
            </a:extLst>
          </p:cNvPr>
          <p:cNvSpPr txBox="1"/>
          <p:nvPr/>
        </p:nvSpPr>
        <p:spPr>
          <a:xfrm>
            <a:off x="4075113" y="4616457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C60034F2-27F2-A316-3D50-801A02AB67EF}"/>
              </a:ext>
            </a:extLst>
          </p:cNvPr>
          <p:cNvSpPr txBox="1"/>
          <p:nvPr/>
        </p:nvSpPr>
        <p:spPr>
          <a:xfrm>
            <a:off x="1927660" y="3448751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5E5A290E-DCC1-B1D4-1906-CA43108B4446}"/>
              </a:ext>
            </a:extLst>
          </p:cNvPr>
          <p:cNvSpPr txBox="1"/>
          <p:nvPr/>
        </p:nvSpPr>
        <p:spPr>
          <a:xfrm>
            <a:off x="1922581" y="4587339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EF83A6D6-3A74-4091-8326-D9950A27B7A4}"/>
              </a:ext>
            </a:extLst>
          </p:cNvPr>
          <p:cNvCxnSpPr/>
          <p:nvPr/>
        </p:nvCxnSpPr>
        <p:spPr>
          <a:xfrm rot="5400000" flipH="1">
            <a:off x="3580137" y="3932313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52366286-1DE4-1203-A3D2-CD9191B5386C}"/>
              </a:ext>
            </a:extLst>
          </p:cNvPr>
          <p:cNvGrpSpPr/>
          <p:nvPr/>
        </p:nvGrpSpPr>
        <p:grpSpPr>
          <a:xfrm rot="5400000">
            <a:off x="2310089" y="8121113"/>
            <a:ext cx="2017303" cy="5639655"/>
            <a:chOff x="10133657" y="1030063"/>
            <a:chExt cx="1865607" cy="5639655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6B5BF10-DF00-3205-6158-C46474736FBE}"/>
                </a:ext>
              </a:extLst>
            </p:cNvPr>
            <p:cNvSpPr/>
            <p:nvPr/>
          </p:nvSpPr>
          <p:spPr>
            <a:xfrm rot="10800000">
              <a:off x="10507664" y="2090812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6" name="六邊形 55">
              <a:extLst>
                <a:ext uri="{FF2B5EF4-FFF2-40B4-BE49-F238E27FC236}">
                  <a16:creationId xmlns:a16="http://schemas.microsoft.com/office/drawing/2014/main" id="{1EEF5121-26F5-B57A-F249-4522AABD136F}"/>
                </a:ext>
              </a:extLst>
            </p:cNvPr>
            <p:cNvSpPr/>
            <p:nvPr/>
          </p:nvSpPr>
          <p:spPr>
            <a:xfrm rot="10800000">
              <a:off x="10562436" y="361627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7" name="六邊形 56">
              <a:extLst>
                <a:ext uri="{FF2B5EF4-FFF2-40B4-BE49-F238E27FC236}">
                  <a16:creationId xmlns:a16="http://schemas.microsoft.com/office/drawing/2014/main" id="{160757ED-FDFD-06AD-8425-AE161E4A59A5}"/>
                </a:ext>
              </a:extLst>
            </p:cNvPr>
            <p:cNvSpPr/>
            <p:nvPr/>
          </p:nvSpPr>
          <p:spPr>
            <a:xfrm rot="10800000">
              <a:off x="10562984" y="224837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8" name="六邊形 57">
              <a:extLst>
                <a:ext uri="{FF2B5EF4-FFF2-40B4-BE49-F238E27FC236}">
                  <a16:creationId xmlns:a16="http://schemas.microsoft.com/office/drawing/2014/main" id="{3C114AE5-93E2-E74F-B6C5-389D56253E12}"/>
                </a:ext>
              </a:extLst>
            </p:cNvPr>
            <p:cNvSpPr/>
            <p:nvPr/>
          </p:nvSpPr>
          <p:spPr>
            <a:xfrm rot="10800000">
              <a:off x="10562984" y="338363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9" name="六邊形 58">
              <a:extLst>
                <a:ext uri="{FF2B5EF4-FFF2-40B4-BE49-F238E27FC236}">
                  <a16:creationId xmlns:a16="http://schemas.microsoft.com/office/drawing/2014/main" id="{4D372D23-EFF8-6DA8-C2F6-6E4F1DFD6648}"/>
                </a:ext>
              </a:extLst>
            </p:cNvPr>
            <p:cNvSpPr/>
            <p:nvPr/>
          </p:nvSpPr>
          <p:spPr>
            <a:xfrm rot="10800000">
              <a:off x="10562985" y="314802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0" name="六邊形 59">
              <a:extLst>
                <a:ext uri="{FF2B5EF4-FFF2-40B4-BE49-F238E27FC236}">
                  <a16:creationId xmlns:a16="http://schemas.microsoft.com/office/drawing/2014/main" id="{BF7AA876-E8D6-7B5E-5661-FE35F1C0D5DB}"/>
                </a:ext>
              </a:extLst>
            </p:cNvPr>
            <p:cNvSpPr/>
            <p:nvPr/>
          </p:nvSpPr>
          <p:spPr>
            <a:xfrm rot="10800000">
              <a:off x="10562986" y="29106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1" name="六邊形 60">
              <a:extLst>
                <a:ext uri="{FF2B5EF4-FFF2-40B4-BE49-F238E27FC236}">
                  <a16:creationId xmlns:a16="http://schemas.microsoft.com/office/drawing/2014/main" id="{92BEB203-B9EF-A743-46C1-1D8A1CF7A66A}"/>
                </a:ext>
              </a:extLst>
            </p:cNvPr>
            <p:cNvSpPr/>
            <p:nvPr/>
          </p:nvSpPr>
          <p:spPr>
            <a:xfrm rot="10800000">
              <a:off x="10562986" y="268096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2" name="六邊形 61">
              <a:extLst>
                <a:ext uri="{FF2B5EF4-FFF2-40B4-BE49-F238E27FC236}">
                  <a16:creationId xmlns:a16="http://schemas.microsoft.com/office/drawing/2014/main" id="{D9941423-3375-B1EF-6F49-E177DFAE6577}"/>
                </a:ext>
              </a:extLst>
            </p:cNvPr>
            <p:cNvSpPr/>
            <p:nvPr/>
          </p:nvSpPr>
          <p:spPr>
            <a:xfrm rot="10800000">
              <a:off x="10562987" y="243960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3" name="六邊形 62">
              <a:extLst>
                <a:ext uri="{FF2B5EF4-FFF2-40B4-BE49-F238E27FC236}">
                  <a16:creationId xmlns:a16="http://schemas.microsoft.com/office/drawing/2014/main" id="{B1102F8B-9CE6-D434-CE2D-BD136D744A3F}"/>
                </a:ext>
              </a:extLst>
            </p:cNvPr>
            <p:cNvSpPr/>
            <p:nvPr/>
          </p:nvSpPr>
          <p:spPr>
            <a:xfrm rot="10800000">
              <a:off x="10559934" y="22109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6" name="六邊形 1345">
              <a:extLst>
                <a:ext uri="{FF2B5EF4-FFF2-40B4-BE49-F238E27FC236}">
                  <a16:creationId xmlns:a16="http://schemas.microsoft.com/office/drawing/2014/main" id="{42807338-4987-5C18-4A3D-D02D4E306F85}"/>
                </a:ext>
              </a:extLst>
            </p:cNvPr>
            <p:cNvSpPr/>
            <p:nvPr/>
          </p:nvSpPr>
          <p:spPr>
            <a:xfrm flipV="1">
              <a:off x="10524621" y="2207328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5" name="直線接點 1354">
              <a:extLst>
                <a:ext uri="{FF2B5EF4-FFF2-40B4-BE49-F238E27FC236}">
                  <a16:creationId xmlns:a16="http://schemas.microsoft.com/office/drawing/2014/main" id="{CC2ECD54-DFCB-C33A-EFB9-58B10F75496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29372" y="2082657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4" name="流程圖: 合併 1363">
              <a:extLst>
                <a:ext uri="{FF2B5EF4-FFF2-40B4-BE49-F238E27FC236}">
                  <a16:creationId xmlns:a16="http://schemas.microsoft.com/office/drawing/2014/main" id="{3F8F8722-8B0E-293B-40E3-8C59F549D909}"/>
                </a:ext>
              </a:extLst>
            </p:cNvPr>
            <p:cNvSpPr/>
            <p:nvPr/>
          </p:nvSpPr>
          <p:spPr>
            <a:xfrm rot="5400000" flipV="1">
              <a:off x="11015976" y="2195860"/>
              <a:ext cx="210183" cy="207552"/>
            </a:xfrm>
            <a:prstGeom prst="flowChartMerg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73" name="文字方塊 1372">
              <a:extLst>
                <a:ext uri="{FF2B5EF4-FFF2-40B4-BE49-F238E27FC236}">
                  <a16:creationId xmlns:a16="http://schemas.microsoft.com/office/drawing/2014/main" id="{58914DBF-50A7-7538-C8D7-AE5D3AF5D5BF}"/>
                </a:ext>
              </a:extLst>
            </p:cNvPr>
            <p:cNvSpPr txBox="1"/>
            <p:nvPr/>
          </p:nvSpPr>
          <p:spPr>
            <a:xfrm rot="16200000">
              <a:off x="9126070" y="4957700"/>
              <a:ext cx="3082358" cy="341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lL-N:110V</a:t>
              </a:r>
              <a:endParaRPr lang="zh-TW" altLang="en-US" sz="1801" dirty="0"/>
            </a:p>
          </p:txBody>
        </p:sp>
        <p:sp>
          <p:nvSpPr>
            <p:cNvPr id="1374" name="六邊形 1373">
              <a:extLst>
                <a:ext uri="{FF2B5EF4-FFF2-40B4-BE49-F238E27FC236}">
                  <a16:creationId xmlns:a16="http://schemas.microsoft.com/office/drawing/2014/main" id="{A3B0C1DD-ADC1-082E-680D-DD1CFA3285B2}"/>
                </a:ext>
              </a:extLst>
            </p:cNvPr>
            <p:cNvSpPr/>
            <p:nvPr/>
          </p:nvSpPr>
          <p:spPr>
            <a:xfrm rot="10800000">
              <a:off x="10570973" y="505812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2" name="六邊形 1381">
              <a:extLst>
                <a:ext uri="{FF2B5EF4-FFF2-40B4-BE49-F238E27FC236}">
                  <a16:creationId xmlns:a16="http://schemas.microsoft.com/office/drawing/2014/main" id="{8EEB1539-DC4D-A69E-57E0-39C7B989E9CF}"/>
                </a:ext>
              </a:extLst>
            </p:cNvPr>
            <p:cNvSpPr/>
            <p:nvPr/>
          </p:nvSpPr>
          <p:spPr>
            <a:xfrm rot="10800000">
              <a:off x="10571521" y="4825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3" name="六邊形 1382">
              <a:extLst>
                <a:ext uri="{FF2B5EF4-FFF2-40B4-BE49-F238E27FC236}">
                  <a16:creationId xmlns:a16="http://schemas.microsoft.com/office/drawing/2014/main" id="{61541D76-F642-A279-6FDB-0DA74FB1195D}"/>
                </a:ext>
              </a:extLst>
            </p:cNvPr>
            <p:cNvSpPr/>
            <p:nvPr/>
          </p:nvSpPr>
          <p:spPr>
            <a:xfrm rot="10800000">
              <a:off x="10571522" y="458987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91" name="六邊形 1390">
              <a:extLst>
                <a:ext uri="{FF2B5EF4-FFF2-40B4-BE49-F238E27FC236}">
                  <a16:creationId xmlns:a16="http://schemas.microsoft.com/office/drawing/2014/main" id="{0388ECF1-32A1-F217-B7AF-87EB11026CBC}"/>
                </a:ext>
              </a:extLst>
            </p:cNvPr>
            <p:cNvSpPr/>
            <p:nvPr/>
          </p:nvSpPr>
          <p:spPr>
            <a:xfrm rot="10800000">
              <a:off x="10571523" y="435249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0" name="六邊形 1399">
              <a:extLst>
                <a:ext uri="{FF2B5EF4-FFF2-40B4-BE49-F238E27FC236}">
                  <a16:creationId xmlns:a16="http://schemas.microsoft.com/office/drawing/2014/main" id="{56DAFAB9-B4CA-9541-CE31-AC00A87AA65E}"/>
                </a:ext>
              </a:extLst>
            </p:cNvPr>
            <p:cNvSpPr/>
            <p:nvPr/>
          </p:nvSpPr>
          <p:spPr>
            <a:xfrm rot="10800000">
              <a:off x="10571523" y="412281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9" name="六邊形 1408">
              <a:extLst>
                <a:ext uri="{FF2B5EF4-FFF2-40B4-BE49-F238E27FC236}">
                  <a16:creationId xmlns:a16="http://schemas.microsoft.com/office/drawing/2014/main" id="{90FA2B66-CD26-0E5A-5081-AC193886CE52}"/>
                </a:ext>
              </a:extLst>
            </p:cNvPr>
            <p:cNvSpPr/>
            <p:nvPr/>
          </p:nvSpPr>
          <p:spPr>
            <a:xfrm rot="10800000">
              <a:off x="10571524" y="388145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17" name="矩形 1416">
              <a:extLst>
                <a:ext uri="{FF2B5EF4-FFF2-40B4-BE49-F238E27FC236}">
                  <a16:creationId xmlns:a16="http://schemas.microsoft.com/office/drawing/2014/main" id="{A141D928-DE55-DBD7-F0EA-8DEC371E0D1E}"/>
                </a:ext>
              </a:extLst>
            </p:cNvPr>
            <p:cNvSpPr/>
            <p:nvPr/>
          </p:nvSpPr>
          <p:spPr>
            <a:xfrm rot="10800000">
              <a:off x="11375573" y="2125688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0" name="六邊形 1419">
              <a:extLst>
                <a:ext uri="{FF2B5EF4-FFF2-40B4-BE49-F238E27FC236}">
                  <a16:creationId xmlns:a16="http://schemas.microsoft.com/office/drawing/2014/main" id="{0054B7D4-C9F6-A148-F84E-C74972EF6D0D}"/>
                </a:ext>
              </a:extLst>
            </p:cNvPr>
            <p:cNvSpPr/>
            <p:nvPr/>
          </p:nvSpPr>
          <p:spPr>
            <a:xfrm rot="10800000">
              <a:off x="11430345" y="365115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6" name="六邊形 1425">
              <a:extLst>
                <a:ext uri="{FF2B5EF4-FFF2-40B4-BE49-F238E27FC236}">
                  <a16:creationId xmlns:a16="http://schemas.microsoft.com/office/drawing/2014/main" id="{24C2356F-E5AA-C257-1069-26A7B261499F}"/>
                </a:ext>
              </a:extLst>
            </p:cNvPr>
            <p:cNvSpPr/>
            <p:nvPr/>
          </p:nvSpPr>
          <p:spPr>
            <a:xfrm rot="10800000">
              <a:off x="11430893" y="228325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5" name="六邊形 1434">
              <a:extLst>
                <a:ext uri="{FF2B5EF4-FFF2-40B4-BE49-F238E27FC236}">
                  <a16:creationId xmlns:a16="http://schemas.microsoft.com/office/drawing/2014/main" id="{68DF1DF9-2A8E-5E82-AC9B-DF8028886D04}"/>
                </a:ext>
              </a:extLst>
            </p:cNvPr>
            <p:cNvSpPr/>
            <p:nvPr/>
          </p:nvSpPr>
          <p:spPr>
            <a:xfrm rot="10800000">
              <a:off x="11430893" y="341850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44" name="六邊形 1443">
              <a:extLst>
                <a:ext uri="{FF2B5EF4-FFF2-40B4-BE49-F238E27FC236}">
                  <a16:creationId xmlns:a16="http://schemas.microsoft.com/office/drawing/2014/main" id="{81EBCC31-9C60-B748-676C-F9F9A7C6D225}"/>
                </a:ext>
              </a:extLst>
            </p:cNvPr>
            <p:cNvSpPr/>
            <p:nvPr/>
          </p:nvSpPr>
          <p:spPr>
            <a:xfrm rot="10800000">
              <a:off x="11430894" y="318290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4" name="六邊形 1453">
              <a:extLst>
                <a:ext uri="{FF2B5EF4-FFF2-40B4-BE49-F238E27FC236}">
                  <a16:creationId xmlns:a16="http://schemas.microsoft.com/office/drawing/2014/main" id="{68C76987-88F0-0C76-4827-4190EA812E85}"/>
                </a:ext>
              </a:extLst>
            </p:cNvPr>
            <p:cNvSpPr/>
            <p:nvPr/>
          </p:nvSpPr>
          <p:spPr>
            <a:xfrm rot="10800000">
              <a:off x="11430895" y="29455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63" name="六邊形 1462">
              <a:extLst>
                <a:ext uri="{FF2B5EF4-FFF2-40B4-BE49-F238E27FC236}">
                  <a16:creationId xmlns:a16="http://schemas.microsoft.com/office/drawing/2014/main" id="{2B64174C-AE14-B1BB-9616-5B728EE02D82}"/>
                </a:ext>
              </a:extLst>
            </p:cNvPr>
            <p:cNvSpPr/>
            <p:nvPr/>
          </p:nvSpPr>
          <p:spPr>
            <a:xfrm rot="10800000">
              <a:off x="11430895" y="271584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8" name="六邊形 127">
              <a:extLst>
                <a:ext uri="{FF2B5EF4-FFF2-40B4-BE49-F238E27FC236}">
                  <a16:creationId xmlns:a16="http://schemas.microsoft.com/office/drawing/2014/main" id="{37952F13-7EBC-F697-91EE-F9AE7C6354A9}"/>
                </a:ext>
              </a:extLst>
            </p:cNvPr>
            <p:cNvSpPr/>
            <p:nvPr/>
          </p:nvSpPr>
          <p:spPr>
            <a:xfrm rot="10800000">
              <a:off x="11430896" y="2474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9" name="六邊形 128">
              <a:extLst>
                <a:ext uri="{FF2B5EF4-FFF2-40B4-BE49-F238E27FC236}">
                  <a16:creationId xmlns:a16="http://schemas.microsoft.com/office/drawing/2014/main" id="{4FEB386B-F6C6-9BDD-6B4C-9E2576D0390B}"/>
                </a:ext>
              </a:extLst>
            </p:cNvPr>
            <p:cNvSpPr/>
            <p:nvPr/>
          </p:nvSpPr>
          <p:spPr>
            <a:xfrm rot="10800000">
              <a:off x="11427843" y="22458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0" name="六邊形 129">
              <a:extLst>
                <a:ext uri="{FF2B5EF4-FFF2-40B4-BE49-F238E27FC236}">
                  <a16:creationId xmlns:a16="http://schemas.microsoft.com/office/drawing/2014/main" id="{0B8DD3BE-5360-F22B-F600-CAAB64504924}"/>
                </a:ext>
              </a:extLst>
            </p:cNvPr>
            <p:cNvSpPr/>
            <p:nvPr/>
          </p:nvSpPr>
          <p:spPr>
            <a:xfrm flipV="1">
              <a:off x="11392530" y="2242204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967905AE-C72F-63E7-5E8D-8843EA61FC1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697281" y="2117533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六邊形 131">
              <a:extLst>
                <a:ext uri="{FF2B5EF4-FFF2-40B4-BE49-F238E27FC236}">
                  <a16:creationId xmlns:a16="http://schemas.microsoft.com/office/drawing/2014/main" id="{78F31471-F040-1F21-700A-D5D5E6BDC97B}"/>
                </a:ext>
              </a:extLst>
            </p:cNvPr>
            <p:cNvSpPr/>
            <p:nvPr/>
          </p:nvSpPr>
          <p:spPr>
            <a:xfrm rot="10800000">
              <a:off x="11438882" y="509300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3" name="六邊形 132">
              <a:extLst>
                <a:ext uri="{FF2B5EF4-FFF2-40B4-BE49-F238E27FC236}">
                  <a16:creationId xmlns:a16="http://schemas.microsoft.com/office/drawing/2014/main" id="{9B63CEF7-FA56-660D-78E0-E743323D52D2}"/>
                </a:ext>
              </a:extLst>
            </p:cNvPr>
            <p:cNvSpPr/>
            <p:nvPr/>
          </p:nvSpPr>
          <p:spPr>
            <a:xfrm rot="10800000">
              <a:off x="11439430" y="486035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" name="六邊形 133">
              <a:extLst>
                <a:ext uri="{FF2B5EF4-FFF2-40B4-BE49-F238E27FC236}">
                  <a16:creationId xmlns:a16="http://schemas.microsoft.com/office/drawing/2014/main" id="{9DE49948-EB1C-724D-9E95-D78D0787D00E}"/>
                </a:ext>
              </a:extLst>
            </p:cNvPr>
            <p:cNvSpPr/>
            <p:nvPr/>
          </p:nvSpPr>
          <p:spPr>
            <a:xfrm rot="10800000">
              <a:off x="11439431" y="462475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5" name="六邊形 134">
              <a:extLst>
                <a:ext uri="{FF2B5EF4-FFF2-40B4-BE49-F238E27FC236}">
                  <a16:creationId xmlns:a16="http://schemas.microsoft.com/office/drawing/2014/main" id="{CD03FDFC-AC9F-DD4D-B66C-93453249E122}"/>
                </a:ext>
              </a:extLst>
            </p:cNvPr>
            <p:cNvSpPr/>
            <p:nvPr/>
          </p:nvSpPr>
          <p:spPr>
            <a:xfrm rot="10800000">
              <a:off x="11439432" y="438737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" name="六邊形 142">
              <a:extLst>
                <a:ext uri="{FF2B5EF4-FFF2-40B4-BE49-F238E27FC236}">
                  <a16:creationId xmlns:a16="http://schemas.microsoft.com/office/drawing/2014/main" id="{3A9BB606-71AB-6447-65E3-CB09E7B5DFEC}"/>
                </a:ext>
              </a:extLst>
            </p:cNvPr>
            <p:cNvSpPr/>
            <p:nvPr/>
          </p:nvSpPr>
          <p:spPr>
            <a:xfrm rot="10800000">
              <a:off x="11439432" y="415769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" name="六邊形 144">
              <a:extLst>
                <a:ext uri="{FF2B5EF4-FFF2-40B4-BE49-F238E27FC236}">
                  <a16:creationId xmlns:a16="http://schemas.microsoft.com/office/drawing/2014/main" id="{B58B2469-DE86-5E2D-95B3-EEF44B990151}"/>
                </a:ext>
              </a:extLst>
            </p:cNvPr>
            <p:cNvSpPr/>
            <p:nvPr/>
          </p:nvSpPr>
          <p:spPr>
            <a:xfrm rot="10800000">
              <a:off x="11439433" y="391632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52D6A9BD-1E78-A311-5F02-A4EF37687DA6}"/>
                </a:ext>
              </a:extLst>
            </p:cNvPr>
            <p:cNvCxnSpPr>
              <a:cxnSpLocks/>
            </p:cNvCxnSpPr>
            <p:nvPr/>
          </p:nvCxnSpPr>
          <p:spPr>
            <a:xfrm>
              <a:off x="11911988" y="2224749"/>
              <a:ext cx="0" cy="2148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FBBB6621-318C-5736-C588-9D9D5268FDC2}"/>
                </a:ext>
              </a:extLst>
            </p:cNvPr>
            <p:cNvCxnSpPr>
              <a:cxnSpLocks/>
            </p:cNvCxnSpPr>
            <p:nvPr/>
          </p:nvCxnSpPr>
          <p:spPr>
            <a:xfrm>
              <a:off x="11959254" y="2244359"/>
              <a:ext cx="0" cy="177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659F924B-C52F-533D-8573-731223772E4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9264" y="2278080"/>
              <a:ext cx="0" cy="121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DD62721E-BB92-222B-9EE8-BCA5F138F6E4}"/>
                </a:ext>
              </a:extLst>
            </p:cNvPr>
            <p:cNvSpPr txBox="1"/>
            <p:nvPr/>
          </p:nvSpPr>
          <p:spPr>
            <a:xfrm rot="16200000">
              <a:off x="9986590" y="1177130"/>
              <a:ext cx="948790" cy="65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Nature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14CB57F2-5546-69F0-B18F-B12A083AA0E2}"/>
                </a:ext>
              </a:extLst>
            </p:cNvPr>
            <p:cNvSpPr txBox="1"/>
            <p:nvPr/>
          </p:nvSpPr>
          <p:spPr>
            <a:xfrm rot="16200000">
              <a:off x="10963135" y="1329907"/>
              <a:ext cx="948790" cy="370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sz="2000" b="1" dirty="0" err="1">
                  <a:latin typeface="標楷體" panose="03000509000000000000" pitchFamily="65" charset="-120"/>
                  <a:ea typeface="標楷體" panose="03000509000000000000" pitchFamily="65" charset="-120"/>
                </a:rPr>
                <a:t>Gnd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E8299034-C7BB-4298-6031-948562DE0A6F}"/>
              </a:ext>
            </a:extLst>
          </p:cNvPr>
          <p:cNvCxnSpPr>
            <a:cxnSpLocks/>
          </p:cNvCxnSpPr>
          <p:nvPr/>
        </p:nvCxnSpPr>
        <p:spPr>
          <a:xfrm rot="5400000" flipH="1">
            <a:off x="5021791" y="5920750"/>
            <a:ext cx="6862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橢圓 3">
            <a:extLst>
              <a:ext uri="{FF2B5EF4-FFF2-40B4-BE49-F238E27FC236}">
                <a16:creationId xmlns:a16="http://schemas.microsoft.com/office/drawing/2014/main" id="{5A627DC1-71DB-216E-AF86-23BE58363154}"/>
              </a:ext>
            </a:extLst>
          </p:cNvPr>
          <p:cNvSpPr/>
          <p:nvPr/>
        </p:nvSpPr>
        <p:spPr>
          <a:xfrm rot="5400000">
            <a:off x="2120934" y="6327250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CB6B1B0-7B46-B384-B012-81E4754CFD5C}"/>
              </a:ext>
            </a:extLst>
          </p:cNvPr>
          <p:cNvCxnSpPr>
            <a:cxnSpLocks/>
          </p:cNvCxnSpPr>
          <p:nvPr/>
        </p:nvCxnSpPr>
        <p:spPr>
          <a:xfrm rot="5400000">
            <a:off x="2967985" y="5880229"/>
            <a:ext cx="2592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EB81F72A-A9BC-1903-89FE-C3EA6F20C8BC}"/>
              </a:ext>
            </a:extLst>
          </p:cNvPr>
          <p:cNvSpPr/>
          <p:nvPr/>
        </p:nvSpPr>
        <p:spPr>
          <a:xfrm rot="5134159">
            <a:off x="2380135" y="6322878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B5CDB653-8655-3422-234D-0C8589CAEDB6}"/>
              </a:ext>
            </a:extLst>
          </p:cNvPr>
          <p:cNvCxnSpPr>
            <a:cxnSpLocks/>
          </p:cNvCxnSpPr>
          <p:nvPr/>
        </p:nvCxnSpPr>
        <p:spPr>
          <a:xfrm rot="5400000">
            <a:off x="1725158" y="5972088"/>
            <a:ext cx="492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5559CF3C-E102-5948-E22C-06EB63995787}"/>
              </a:ext>
            </a:extLst>
          </p:cNvPr>
          <p:cNvSpPr/>
          <p:nvPr/>
        </p:nvSpPr>
        <p:spPr>
          <a:xfrm rot="16200000">
            <a:off x="2167694" y="6211184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FC7C2990-B977-D37A-760F-0956967EB289}"/>
              </a:ext>
            </a:extLst>
          </p:cNvPr>
          <p:cNvCxnSpPr/>
          <p:nvPr/>
        </p:nvCxnSpPr>
        <p:spPr>
          <a:xfrm rot="5400000" flipH="1">
            <a:off x="2838953" y="6250013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EDD81C25-88E4-A26C-5C47-333CE7A15995}"/>
              </a:ext>
            </a:extLst>
          </p:cNvPr>
          <p:cNvSpPr/>
          <p:nvPr/>
        </p:nvSpPr>
        <p:spPr>
          <a:xfrm rot="5400000">
            <a:off x="2120934" y="7481482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C53352D-0725-DAF5-593D-25EED08C7A20}"/>
              </a:ext>
            </a:extLst>
          </p:cNvPr>
          <p:cNvCxnSpPr>
            <a:cxnSpLocks/>
          </p:cNvCxnSpPr>
          <p:nvPr/>
        </p:nvCxnSpPr>
        <p:spPr>
          <a:xfrm rot="5400000">
            <a:off x="2967985" y="7034463"/>
            <a:ext cx="2592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113BB76B-2C13-1338-00AE-7ACCD8074B6E}"/>
              </a:ext>
            </a:extLst>
          </p:cNvPr>
          <p:cNvSpPr/>
          <p:nvPr/>
        </p:nvSpPr>
        <p:spPr>
          <a:xfrm rot="5134159">
            <a:off x="2380135" y="7477112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D029C497-244B-169B-E212-F215A22901D9}"/>
              </a:ext>
            </a:extLst>
          </p:cNvPr>
          <p:cNvCxnSpPr>
            <a:cxnSpLocks/>
          </p:cNvCxnSpPr>
          <p:nvPr/>
        </p:nvCxnSpPr>
        <p:spPr>
          <a:xfrm rot="5400000">
            <a:off x="1725158" y="7126321"/>
            <a:ext cx="492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0DA71AF6-2982-FFFE-BC7F-3340420E51F7}"/>
              </a:ext>
            </a:extLst>
          </p:cNvPr>
          <p:cNvSpPr/>
          <p:nvPr/>
        </p:nvSpPr>
        <p:spPr>
          <a:xfrm rot="16200000">
            <a:off x="2167694" y="7351679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B2F0A808-7961-E2F8-67D0-5A2E7BEE2087}"/>
              </a:ext>
            </a:extLst>
          </p:cNvPr>
          <p:cNvCxnSpPr/>
          <p:nvPr/>
        </p:nvCxnSpPr>
        <p:spPr>
          <a:xfrm rot="5400000" flipH="1">
            <a:off x="2838953" y="7404245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833B4D43-A33A-A815-CA6F-4309E42D833F}"/>
              </a:ext>
            </a:extLst>
          </p:cNvPr>
          <p:cNvSpPr/>
          <p:nvPr/>
        </p:nvSpPr>
        <p:spPr>
          <a:xfrm rot="5400000">
            <a:off x="4264472" y="6311989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D0A62DC-A63D-B355-DBAA-E20AD1F563D6}"/>
              </a:ext>
            </a:extLst>
          </p:cNvPr>
          <p:cNvSpPr/>
          <p:nvPr/>
        </p:nvSpPr>
        <p:spPr>
          <a:xfrm rot="5134159">
            <a:off x="4523673" y="6318026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72DE25DA-F775-7E48-6548-2CEA137FA606}"/>
              </a:ext>
            </a:extLst>
          </p:cNvPr>
          <p:cNvCxnSpPr>
            <a:cxnSpLocks/>
          </p:cNvCxnSpPr>
          <p:nvPr/>
        </p:nvCxnSpPr>
        <p:spPr>
          <a:xfrm rot="5400000">
            <a:off x="3868697" y="5956828"/>
            <a:ext cx="492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弧形 26">
            <a:extLst>
              <a:ext uri="{FF2B5EF4-FFF2-40B4-BE49-F238E27FC236}">
                <a16:creationId xmlns:a16="http://schemas.microsoft.com/office/drawing/2014/main" id="{80BF30F7-4F6F-577C-0EAD-5BDB0CF507E7}"/>
              </a:ext>
            </a:extLst>
          </p:cNvPr>
          <p:cNvSpPr/>
          <p:nvPr/>
        </p:nvSpPr>
        <p:spPr>
          <a:xfrm rot="16200000">
            <a:off x="4262596" y="6179160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3B224D96-BFA6-4840-AC9B-010288D51BAF}"/>
              </a:ext>
            </a:extLst>
          </p:cNvPr>
          <p:cNvSpPr/>
          <p:nvPr/>
        </p:nvSpPr>
        <p:spPr>
          <a:xfrm rot="5400000">
            <a:off x="4230183" y="7476631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EFBE772C-BF10-05CD-3D32-C76C8552E927}"/>
              </a:ext>
            </a:extLst>
          </p:cNvPr>
          <p:cNvCxnSpPr>
            <a:cxnSpLocks/>
          </p:cNvCxnSpPr>
          <p:nvPr/>
        </p:nvCxnSpPr>
        <p:spPr>
          <a:xfrm rot="5400000">
            <a:off x="4999735" y="7054412"/>
            <a:ext cx="3636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橢圓 31">
            <a:extLst>
              <a:ext uri="{FF2B5EF4-FFF2-40B4-BE49-F238E27FC236}">
                <a16:creationId xmlns:a16="http://schemas.microsoft.com/office/drawing/2014/main" id="{DF1396FF-792C-729E-64FD-DFBA9F34AAB5}"/>
              </a:ext>
            </a:extLst>
          </p:cNvPr>
          <p:cNvSpPr/>
          <p:nvPr/>
        </p:nvSpPr>
        <p:spPr>
          <a:xfrm rot="5134159">
            <a:off x="4489384" y="7484403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83EBF3E-A350-62EC-D8D7-94A00FCFF934}"/>
              </a:ext>
            </a:extLst>
          </p:cNvPr>
          <p:cNvCxnSpPr>
            <a:cxnSpLocks/>
          </p:cNvCxnSpPr>
          <p:nvPr/>
        </p:nvCxnSpPr>
        <p:spPr>
          <a:xfrm rot="5400000" flipH="1">
            <a:off x="3840638" y="7122781"/>
            <a:ext cx="7441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弧形 33">
            <a:extLst>
              <a:ext uri="{FF2B5EF4-FFF2-40B4-BE49-F238E27FC236}">
                <a16:creationId xmlns:a16="http://schemas.microsoft.com/office/drawing/2014/main" id="{2C686032-2B3D-06A2-5C82-7C119E47E78A}"/>
              </a:ext>
            </a:extLst>
          </p:cNvPr>
          <p:cNvSpPr/>
          <p:nvPr/>
        </p:nvSpPr>
        <p:spPr>
          <a:xfrm rot="16200000">
            <a:off x="4270808" y="7355670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8DD40839-FDB9-F36F-C093-020AE08EFF34}"/>
              </a:ext>
            </a:extLst>
          </p:cNvPr>
          <p:cNvCxnSpPr/>
          <p:nvPr/>
        </p:nvCxnSpPr>
        <p:spPr>
          <a:xfrm rot="5400000" flipH="1">
            <a:off x="3706546" y="7421945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8C3D3585-DA03-C851-3CA6-71038EF9DE34}"/>
              </a:ext>
            </a:extLst>
          </p:cNvPr>
          <p:cNvSpPr txBox="1"/>
          <p:nvPr/>
        </p:nvSpPr>
        <p:spPr>
          <a:xfrm>
            <a:off x="4104412" y="5736805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A2070F1-5338-B3AF-F57D-5F96EAF97240}"/>
              </a:ext>
            </a:extLst>
          </p:cNvPr>
          <p:cNvSpPr txBox="1"/>
          <p:nvPr/>
        </p:nvSpPr>
        <p:spPr>
          <a:xfrm>
            <a:off x="4096512" y="6945654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7DAD445-C455-13BE-08B6-07C89AEDC70F}"/>
              </a:ext>
            </a:extLst>
          </p:cNvPr>
          <p:cNvSpPr txBox="1"/>
          <p:nvPr/>
        </p:nvSpPr>
        <p:spPr>
          <a:xfrm>
            <a:off x="1956935" y="6933393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708F330-011C-8D4A-E11B-77930C23676F}"/>
              </a:ext>
            </a:extLst>
          </p:cNvPr>
          <p:cNvSpPr txBox="1"/>
          <p:nvPr/>
        </p:nvSpPr>
        <p:spPr>
          <a:xfrm>
            <a:off x="5520868" y="7292709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烘</a:t>
            </a:r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B95CD3E5-8B7D-74F9-C15B-AE2360EA2DDB}"/>
              </a:ext>
            </a:extLst>
          </p:cNvPr>
          <p:cNvCxnSpPr/>
          <p:nvPr/>
        </p:nvCxnSpPr>
        <p:spPr>
          <a:xfrm rot="5400000" flipH="1">
            <a:off x="3647256" y="6261509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43">
            <a:extLst>
              <a:ext uri="{FF2B5EF4-FFF2-40B4-BE49-F238E27FC236}">
                <a16:creationId xmlns:a16="http://schemas.microsoft.com/office/drawing/2014/main" id="{76B5AB14-6394-AEEC-A4A5-293E4F663198}"/>
              </a:ext>
            </a:extLst>
          </p:cNvPr>
          <p:cNvSpPr/>
          <p:nvPr/>
        </p:nvSpPr>
        <p:spPr>
          <a:xfrm rot="5400000">
            <a:off x="2052292" y="9294343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56A08144-4099-21C4-1B20-56C43F33D458}"/>
              </a:ext>
            </a:extLst>
          </p:cNvPr>
          <p:cNvCxnSpPr>
            <a:cxnSpLocks/>
          </p:cNvCxnSpPr>
          <p:nvPr/>
        </p:nvCxnSpPr>
        <p:spPr>
          <a:xfrm rot="5400000">
            <a:off x="2899345" y="8847323"/>
            <a:ext cx="2592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>
            <a:extLst>
              <a:ext uri="{FF2B5EF4-FFF2-40B4-BE49-F238E27FC236}">
                <a16:creationId xmlns:a16="http://schemas.microsoft.com/office/drawing/2014/main" id="{D2F18671-04ED-E541-EC65-E8363327DF6A}"/>
              </a:ext>
            </a:extLst>
          </p:cNvPr>
          <p:cNvSpPr/>
          <p:nvPr/>
        </p:nvSpPr>
        <p:spPr>
          <a:xfrm rot="5134159">
            <a:off x="2311494" y="9289971"/>
            <a:ext cx="10317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22EC97DF-F0EB-7189-5E6A-F198B25712E8}"/>
              </a:ext>
            </a:extLst>
          </p:cNvPr>
          <p:cNvCxnSpPr>
            <a:cxnSpLocks/>
          </p:cNvCxnSpPr>
          <p:nvPr/>
        </p:nvCxnSpPr>
        <p:spPr>
          <a:xfrm rot="5400000">
            <a:off x="1656517" y="8939181"/>
            <a:ext cx="492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弧形 48">
            <a:extLst>
              <a:ext uri="{FF2B5EF4-FFF2-40B4-BE49-F238E27FC236}">
                <a16:creationId xmlns:a16="http://schemas.microsoft.com/office/drawing/2014/main" id="{175222C6-BAB4-BBE8-4392-8B058C074ECA}"/>
              </a:ext>
            </a:extLst>
          </p:cNvPr>
          <p:cNvSpPr/>
          <p:nvPr/>
        </p:nvSpPr>
        <p:spPr>
          <a:xfrm rot="16200000">
            <a:off x="2099054" y="9164538"/>
            <a:ext cx="299257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A5330479-980E-7D35-E48F-2B007C7B9BC0}"/>
              </a:ext>
            </a:extLst>
          </p:cNvPr>
          <p:cNvCxnSpPr/>
          <p:nvPr/>
        </p:nvCxnSpPr>
        <p:spPr>
          <a:xfrm rot="5400000" flipH="1">
            <a:off x="2770313" y="9217106"/>
            <a:ext cx="1875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E0F7891-2B21-97E7-A7E7-42B6F9C9DA8B}"/>
              </a:ext>
            </a:extLst>
          </p:cNvPr>
          <p:cNvSpPr txBox="1"/>
          <p:nvPr/>
        </p:nvSpPr>
        <p:spPr>
          <a:xfrm>
            <a:off x="1947106" y="8749244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96B94CC-4DF9-975F-A117-2E0F7D8CD21F}"/>
              </a:ext>
            </a:extLst>
          </p:cNvPr>
          <p:cNvSpPr txBox="1"/>
          <p:nvPr/>
        </p:nvSpPr>
        <p:spPr>
          <a:xfrm>
            <a:off x="5526925" y="4963513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洗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E7A2957-12F0-3329-AFAE-8113636C2137}"/>
              </a:ext>
            </a:extLst>
          </p:cNvPr>
          <p:cNvSpPr txBox="1"/>
          <p:nvPr/>
        </p:nvSpPr>
        <p:spPr>
          <a:xfrm>
            <a:off x="584785" y="3807438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洗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6F4FC1-CE27-368B-34FC-8B9DD234EFE2}"/>
              </a:ext>
            </a:extLst>
          </p:cNvPr>
          <p:cNvSpPr txBox="1"/>
          <p:nvPr/>
        </p:nvSpPr>
        <p:spPr>
          <a:xfrm>
            <a:off x="839810" y="6145546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烘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24F253D-67FD-7682-8CAC-B48B8E9E36D0}"/>
              </a:ext>
            </a:extLst>
          </p:cNvPr>
          <p:cNvSpPr txBox="1"/>
          <p:nvPr/>
        </p:nvSpPr>
        <p:spPr>
          <a:xfrm>
            <a:off x="2451391" y="922940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395A99B-209D-D9A3-612B-7FCCA5085C31}"/>
              </a:ext>
            </a:extLst>
          </p:cNvPr>
          <p:cNvSpPr txBox="1"/>
          <p:nvPr/>
        </p:nvSpPr>
        <p:spPr>
          <a:xfrm>
            <a:off x="72267" y="242407"/>
            <a:ext cx="6918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2F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JCA2F-D2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前廳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85920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A691-F83D-E322-78DF-48CB2143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7908071-F73B-FFDD-899C-53C0A629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89037" y="1063783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12</a:t>
            </a:fld>
            <a:endParaRPr lang="zh-TW" altLang="en-US" dirty="0"/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4E759440-1FB5-EB0E-9C7B-EF973FD0992B}"/>
              </a:ext>
            </a:extLst>
          </p:cNvPr>
          <p:cNvCxnSpPr>
            <a:cxnSpLocks/>
          </p:cNvCxnSpPr>
          <p:nvPr/>
        </p:nvCxnSpPr>
        <p:spPr>
          <a:xfrm rot="5400000" flipH="1">
            <a:off x="4981152" y="3853895"/>
            <a:ext cx="6700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68089B69-8303-80BC-8428-EA7DECA2B0C0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>
            <a:off x="516964" y="6030376"/>
            <a:ext cx="5848779" cy="1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26E47DAA-9EE3-C08D-9BDA-8C5D22AE6656}"/>
              </a:ext>
            </a:extLst>
          </p:cNvPr>
          <p:cNvSpPr/>
          <p:nvPr/>
        </p:nvSpPr>
        <p:spPr>
          <a:xfrm>
            <a:off x="3345138" y="2795721"/>
            <a:ext cx="276753" cy="267605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EF205B3C-D5A0-BC73-DC94-D6A0254CBB72}"/>
              </a:ext>
            </a:extLst>
          </p:cNvPr>
          <p:cNvSpPr/>
          <p:nvPr/>
        </p:nvSpPr>
        <p:spPr>
          <a:xfrm rot="15992770">
            <a:off x="3380477" y="3013449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769FD313-2E00-B389-F5F6-E19A045F2510}"/>
              </a:ext>
            </a:extLst>
          </p:cNvPr>
          <p:cNvSpPr/>
          <p:nvPr/>
        </p:nvSpPr>
        <p:spPr>
          <a:xfrm rot="16200000">
            <a:off x="3380477" y="2737395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C421A58F-82A3-2715-B115-8A5FDF49CEF3}"/>
              </a:ext>
            </a:extLst>
          </p:cNvPr>
          <p:cNvCxnSpPr>
            <a:cxnSpLocks/>
          </p:cNvCxnSpPr>
          <p:nvPr/>
        </p:nvCxnSpPr>
        <p:spPr>
          <a:xfrm rot="5400000" flipH="1">
            <a:off x="2840744" y="2164164"/>
            <a:ext cx="1163150" cy="123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5E9280C1-1615-8573-6926-1E40363B2CF1}"/>
              </a:ext>
            </a:extLst>
          </p:cNvPr>
          <p:cNvSpPr txBox="1"/>
          <p:nvPr/>
        </p:nvSpPr>
        <p:spPr>
          <a:xfrm>
            <a:off x="3598644" y="2744354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39400420-B5F5-0877-F333-F2DEA7B38DD8}"/>
              </a:ext>
            </a:extLst>
          </p:cNvPr>
          <p:cNvSpPr/>
          <p:nvPr/>
        </p:nvSpPr>
        <p:spPr>
          <a:xfrm rot="5400000">
            <a:off x="2081425" y="4260258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E0BCC415-939F-98DB-2CD0-6B11AE9C1D66}"/>
              </a:ext>
            </a:extLst>
          </p:cNvPr>
          <p:cNvGrpSpPr/>
          <p:nvPr/>
        </p:nvGrpSpPr>
        <p:grpSpPr>
          <a:xfrm rot="5400000">
            <a:off x="3208585" y="3574021"/>
            <a:ext cx="444537" cy="226020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F49B19A0-B336-E210-EC44-E61441F885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D3598260-0588-000D-5690-BB3505CD3E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3FAC91C6-4F6D-5F26-D43C-DE5EB4556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7D8C67D3-2C4D-F49A-6D85-9E4DF14DB64A}"/>
              </a:ext>
            </a:extLst>
          </p:cNvPr>
          <p:cNvCxnSpPr>
            <a:cxnSpLocks/>
          </p:cNvCxnSpPr>
          <p:nvPr/>
        </p:nvCxnSpPr>
        <p:spPr>
          <a:xfrm rot="5400000">
            <a:off x="2927298" y="3813456"/>
            <a:ext cx="2530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1AF4ED86-0395-9AE6-5307-BE0393F05A53}"/>
              </a:ext>
            </a:extLst>
          </p:cNvPr>
          <p:cNvSpPr/>
          <p:nvPr/>
        </p:nvSpPr>
        <p:spPr>
          <a:xfrm rot="5134159">
            <a:off x="2340626" y="4255988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300AF880-D424-999B-3DA6-C948E2078170}"/>
              </a:ext>
            </a:extLst>
          </p:cNvPr>
          <p:cNvCxnSpPr>
            <a:cxnSpLocks/>
          </p:cNvCxnSpPr>
          <p:nvPr/>
        </p:nvCxnSpPr>
        <p:spPr>
          <a:xfrm rot="5400000">
            <a:off x="1684497" y="3905096"/>
            <a:ext cx="4807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01FDFD88-449A-AAD9-B04D-2BA8361D00FE}"/>
              </a:ext>
            </a:extLst>
          </p:cNvPr>
          <p:cNvSpPr/>
          <p:nvPr/>
        </p:nvSpPr>
        <p:spPr>
          <a:xfrm rot="16200000">
            <a:off x="2130487" y="4145112"/>
            <a:ext cx="292235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1" name="直線接點 1270">
            <a:extLst>
              <a:ext uri="{FF2B5EF4-FFF2-40B4-BE49-F238E27FC236}">
                <a16:creationId xmlns:a16="http://schemas.microsoft.com/office/drawing/2014/main" id="{872DBB98-E0B9-DD2E-6920-65F69FABDBFD}"/>
              </a:ext>
            </a:extLst>
          </p:cNvPr>
          <p:cNvCxnSpPr/>
          <p:nvPr/>
        </p:nvCxnSpPr>
        <p:spPr>
          <a:xfrm rot="5400000" flipH="1">
            <a:off x="2921669" y="4183545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1A26E47A-FDB1-7B43-5A52-B16EFCAA9417}"/>
              </a:ext>
            </a:extLst>
          </p:cNvPr>
          <p:cNvCxnSpPr/>
          <p:nvPr/>
        </p:nvCxnSpPr>
        <p:spPr>
          <a:xfrm rot="5400000" flipH="1">
            <a:off x="2800436" y="4183545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0E96D753-F78E-10FC-8B57-CA084F064BD0}"/>
              </a:ext>
            </a:extLst>
          </p:cNvPr>
          <p:cNvSpPr/>
          <p:nvPr/>
        </p:nvSpPr>
        <p:spPr>
          <a:xfrm rot="5400000">
            <a:off x="2081425" y="5387410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7E3CB437-0134-9553-36E6-AF5FB8C6D4C5}"/>
              </a:ext>
            </a:extLst>
          </p:cNvPr>
          <p:cNvCxnSpPr>
            <a:cxnSpLocks/>
          </p:cNvCxnSpPr>
          <p:nvPr/>
        </p:nvCxnSpPr>
        <p:spPr>
          <a:xfrm rot="5400000">
            <a:off x="2927298" y="4940609"/>
            <a:ext cx="2530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9D0DFF68-6941-3E11-D35B-692622BE326C}"/>
              </a:ext>
            </a:extLst>
          </p:cNvPr>
          <p:cNvSpPr/>
          <p:nvPr/>
        </p:nvSpPr>
        <p:spPr>
          <a:xfrm rot="5134159">
            <a:off x="2340626" y="5383140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874E8EA3-4973-B039-5EEE-FA8CBE29E6AD}"/>
              </a:ext>
            </a:extLst>
          </p:cNvPr>
          <p:cNvCxnSpPr>
            <a:cxnSpLocks/>
          </p:cNvCxnSpPr>
          <p:nvPr/>
        </p:nvCxnSpPr>
        <p:spPr>
          <a:xfrm rot="5400000">
            <a:off x="1684497" y="5032250"/>
            <a:ext cx="4807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6C3F43CD-6736-4463-6927-7EC905C64ACC}"/>
              </a:ext>
            </a:extLst>
          </p:cNvPr>
          <p:cNvSpPr/>
          <p:nvPr/>
        </p:nvSpPr>
        <p:spPr>
          <a:xfrm rot="16200000">
            <a:off x="2130487" y="5258848"/>
            <a:ext cx="292235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0" name="直線接點 1279">
            <a:extLst>
              <a:ext uri="{FF2B5EF4-FFF2-40B4-BE49-F238E27FC236}">
                <a16:creationId xmlns:a16="http://schemas.microsoft.com/office/drawing/2014/main" id="{3065F550-5A74-800E-5AEB-102BCF84840D}"/>
              </a:ext>
            </a:extLst>
          </p:cNvPr>
          <p:cNvCxnSpPr/>
          <p:nvPr/>
        </p:nvCxnSpPr>
        <p:spPr>
          <a:xfrm rot="5400000" flipH="1">
            <a:off x="2921669" y="5310697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B694EB18-568D-1BE1-FA93-1BBE1EC9482E}"/>
              </a:ext>
            </a:extLst>
          </p:cNvPr>
          <p:cNvCxnSpPr/>
          <p:nvPr/>
        </p:nvCxnSpPr>
        <p:spPr>
          <a:xfrm rot="5400000" flipH="1">
            <a:off x="2800436" y="5310697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F301AEA5-0254-49BB-8F4D-36A8E55C34CE}"/>
              </a:ext>
            </a:extLst>
          </p:cNvPr>
          <p:cNvSpPr txBox="1"/>
          <p:nvPr/>
        </p:nvSpPr>
        <p:spPr>
          <a:xfrm>
            <a:off x="1969299" y="5978212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3FFAC297-B657-BB01-F5CA-14644D9A9EEF}"/>
              </a:ext>
            </a:extLst>
          </p:cNvPr>
          <p:cNvSpPr/>
          <p:nvPr/>
        </p:nvSpPr>
        <p:spPr>
          <a:xfrm rot="5400000">
            <a:off x="4224963" y="4245355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5D441026-A63B-3104-D823-783D7767D5DD}"/>
              </a:ext>
            </a:extLst>
          </p:cNvPr>
          <p:cNvSpPr/>
          <p:nvPr/>
        </p:nvSpPr>
        <p:spPr>
          <a:xfrm rot="5134159">
            <a:off x="4484164" y="4251250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9BDE8A09-DB24-441D-0DC5-5633701E6055}"/>
              </a:ext>
            </a:extLst>
          </p:cNvPr>
          <p:cNvCxnSpPr>
            <a:cxnSpLocks/>
          </p:cNvCxnSpPr>
          <p:nvPr/>
        </p:nvCxnSpPr>
        <p:spPr>
          <a:xfrm rot="5400000">
            <a:off x="3828035" y="3890195"/>
            <a:ext cx="4807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A7646AA5-7E4E-466F-EEAD-646970A1F314}"/>
              </a:ext>
            </a:extLst>
          </p:cNvPr>
          <p:cNvSpPr/>
          <p:nvPr/>
        </p:nvSpPr>
        <p:spPr>
          <a:xfrm rot="16200000">
            <a:off x="4225388" y="4113840"/>
            <a:ext cx="292235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AEA72CC3-9541-BFF6-39E5-8F85648F0F31}"/>
              </a:ext>
            </a:extLst>
          </p:cNvPr>
          <p:cNvCxnSpPr/>
          <p:nvPr/>
        </p:nvCxnSpPr>
        <p:spPr>
          <a:xfrm rot="5400000" flipH="1">
            <a:off x="3727716" y="4188969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6D97B702-876B-37E8-D291-A059248E5327}"/>
              </a:ext>
            </a:extLst>
          </p:cNvPr>
          <p:cNvSpPr/>
          <p:nvPr/>
        </p:nvSpPr>
        <p:spPr>
          <a:xfrm rot="5400000">
            <a:off x="4224963" y="5382671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6E834435-CFEA-E19C-E1E2-E1D81B147B2B}"/>
              </a:ext>
            </a:extLst>
          </p:cNvPr>
          <p:cNvCxnSpPr>
            <a:cxnSpLocks/>
          </p:cNvCxnSpPr>
          <p:nvPr/>
        </p:nvCxnSpPr>
        <p:spPr>
          <a:xfrm rot="5400000">
            <a:off x="4993348" y="4960398"/>
            <a:ext cx="3551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66F8C4BE-0352-8F28-85F9-D24B2BDD1263}"/>
              </a:ext>
            </a:extLst>
          </p:cNvPr>
          <p:cNvSpPr/>
          <p:nvPr/>
        </p:nvSpPr>
        <p:spPr>
          <a:xfrm rot="5134159">
            <a:off x="4484164" y="5390260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016A1C7D-F434-CC83-D6BB-92B3D4D2BDA2}"/>
              </a:ext>
            </a:extLst>
          </p:cNvPr>
          <p:cNvCxnSpPr>
            <a:cxnSpLocks/>
          </p:cNvCxnSpPr>
          <p:nvPr/>
        </p:nvCxnSpPr>
        <p:spPr>
          <a:xfrm rot="5400000" flipH="1">
            <a:off x="3834296" y="5028966"/>
            <a:ext cx="7266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FF4644F0-12C3-5E64-7DD4-E26027E14137}"/>
              </a:ext>
            </a:extLst>
          </p:cNvPr>
          <p:cNvSpPr/>
          <p:nvPr/>
        </p:nvSpPr>
        <p:spPr>
          <a:xfrm rot="16200000">
            <a:off x="4267891" y="5262744"/>
            <a:ext cx="292235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E44E697A-C6FA-65FF-5C0A-B2205AB62A58}"/>
              </a:ext>
            </a:extLst>
          </p:cNvPr>
          <p:cNvCxnSpPr/>
          <p:nvPr/>
        </p:nvCxnSpPr>
        <p:spPr>
          <a:xfrm rot="5400000" flipH="1">
            <a:off x="3702318" y="5327981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2BAEF430-6D7F-CC1E-581F-F41FC6A1C71B}"/>
              </a:ext>
            </a:extLst>
          </p:cNvPr>
          <p:cNvSpPr txBox="1"/>
          <p:nvPr/>
        </p:nvSpPr>
        <p:spPr>
          <a:xfrm>
            <a:off x="4122910" y="3685292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69722082-64F0-253C-A4ED-21EEA5E64C89}"/>
              </a:ext>
            </a:extLst>
          </p:cNvPr>
          <p:cNvSpPr txBox="1"/>
          <p:nvPr/>
        </p:nvSpPr>
        <p:spPr>
          <a:xfrm>
            <a:off x="4101512" y="4865323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3FC17B39-EB7B-E1B2-378C-F7A804FF7D93}"/>
              </a:ext>
            </a:extLst>
          </p:cNvPr>
          <p:cNvSpPr txBox="1"/>
          <p:nvPr/>
        </p:nvSpPr>
        <p:spPr>
          <a:xfrm>
            <a:off x="1954059" y="3725013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B6A515C9-D748-B6E6-8D3B-5FA82D9C6911}"/>
              </a:ext>
            </a:extLst>
          </p:cNvPr>
          <p:cNvSpPr txBox="1"/>
          <p:nvPr/>
        </p:nvSpPr>
        <p:spPr>
          <a:xfrm>
            <a:off x="1948979" y="4836887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1298AF8-050C-8CEC-8FFC-A7B10046D0F6}"/>
              </a:ext>
            </a:extLst>
          </p:cNvPr>
          <p:cNvCxnSpPr/>
          <p:nvPr/>
        </p:nvCxnSpPr>
        <p:spPr>
          <a:xfrm rot="5400000" flipH="1">
            <a:off x="3608737" y="4194772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69E5E768-C556-FAD8-117F-D175006A0EF0}"/>
              </a:ext>
            </a:extLst>
          </p:cNvPr>
          <p:cNvGrpSpPr/>
          <p:nvPr/>
        </p:nvGrpSpPr>
        <p:grpSpPr>
          <a:xfrm rot="5400000">
            <a:off x="2142814" y="7685142"/>
            <a:ext cx="1969972" cy="5639655"/>
            <a:chOff x="10133658" y="1030063"/>
            <a:chExt cx="1865606" cy="5639655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42440DC-35D2-F547-F974-F194488C154A}"/>
                </a:ext>
              </a:extLst>
            </p:cNvPr>
            <p:cNvSpPr/>
            <p:nvPr/>
          </p:nvSpPr>
          <p:spPr>
            <a:xfrm rot="10800000">
              <a:off x="10507664" y="2090812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6" name="六邊形 55">
              <a:extLst>
                <a:ext uri="{FF2B5EF4-FFF2-40B4-BE49-F238E27FC236}">
                  <a16:creationId xmlns:a16="http://schemas.microsoft.com/office/drawing/2014/main" id="{9EFDA4FB-A6FB-3808-786E-1822DBD5803C}"/>
                </a:ext>
              </a:extLst>
            </p:cNvPr>
            <p:cNvSpPr/>
            <p:nvPr/>
          </p:nvSpPr>
          <p:spPr>
            <a:xfrm rot="10800000">
              <a:off x="10562436" y="361627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7" name="六邊形 56">
              <a:extLst>
                <a:ext uri="{FF2B5EF4-FFF2-40B4-BE49-F238E27FC236}">
                  <a16:creationId xmlns:a16="http://schemas.microsoft.com/office/drawing/2014/main" id="{54D4550B-BFF2-BC1C-568E-647682F1B8EC}"/>
                </a:ext>
              </a:extLst>
            </p:cNvPr>
            <p:cNvSpPr/>
            <p:nvPr/>
          </p:nvSpPr>
          <p:spPr>
            <a:xfrm rot="10800000">
              <a:off x="10562984" y="224837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8" name="六邊形 57">
              <a:extLst>
                <a:ext uri="{FF2B5EF4-FFF2-40B4-BE49-F238E27FC236}">
                  <a16:creationId xmlns:a16="http://schemas.microsoft.com/office/drawing/2014/main" id="{63047340-F7DB-057B-D672-99C8EE82558D}"/>
                </a:ext>
              </a:extLst>
            </p:cNvPr>
            <p:cNvSpPr/>
            <p:nvPr/>
          </p:nvSpPr>
          <p:spPr>
            <a:xfrm rot="10800000">
              <a:off x="10562984" y="338363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9" name="六邊形 58">
              <a:extLst>
                <a:ext uri="{FF2B5EF4-FFF2-40B4-BE49-F238E27FC236}">
                  <a16:creationId xmlns:a16="http://schemas.microsoft.com/office/drawing/2014/main" id="{0D1DCD11-4073-A79C-1F3A-7F34F67FB792}"/>
                </a:ext>
              </a:extLst>
            </p:cNvPr>
            <p:cNvSpPr/>
            <p:nvPr/>
          </p:nvSpPr>
          <p:spPr>
            <a:xfrm rot="10800000">
              <a:off x="10562985" y="314802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0" name="六邊形 59">
              <a:extLst>
                <a:ext uri="{FF2B5EF4-FFF2-40B4-BE49-F238E27FC236}">
                  <a16:creationId xmlns:a16="http://schemas.microsoft.com/office/drawing/2014/main" id="{7EBA76F7-1662-F96F-C63F-F42FC66A907F}"/>
                </a:ext>
              </a:extLst>
            </p:cNvPr>
            <p:cNvSpPr/>
            <p:nvPr/>
          </p:nvSpPr>
          <p:spPr>
            <a:xfrm rot="10800000">
              <a:off x="10562986" y="29106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1" name="六邊形 60">
              <a:extLst>
                <a:ext uri="{FF2B5EF4-FFF2-40B4-BE49-F238E27FC236}">
                  <a16:creationId xmlns:a16="http://schemas.microsoft.com/office/drawing/2014/main" id="{AC9B3C46-5470-B7D6-A96C-B06DE08C9D84}"/>
                </a:ext>
              </a:extLst>
            </p:cNvPr>
            <p:cNvSpPr/>
            <p:nvPr/>
          </p:nvSpPr>
          <p:spPr>
            <a:xfrm rot="10800000">
              <a:off x="10562986" y="268096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2" name="六邊形 61">
              <a:extLst>
                <a:ext uri="{FF2B5EF4-FFF2-40B4-BE49-F238E27FC236}">
                  <a16:creationId xmlns:a16="http://schemas.microsoft.com/office/drawing/2014/main" id="{1DC69CE5-E26F-C477-9862-2A9B0DCD1775}"/>
                </a:ext>
              </a:extLst>
            </p:cNvPr>
            <p:cNvSpPr/>
            <p:nvPr/>
          </p:nvSpPr>
          <p:spPr>
            <a:xfrm rot="10800000">
              <a:off x="10562987" y="243960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3" name="六邊形 62">
              <a:extLst>
                <a:ext uri="{FF2B5EF4-FFF2-40B4-BE49-F238E27FC236}">
                  <a16:creationId xmlns:a16="http://schemas.microsoft.com/office/drawing/2014/main" id="{41FBFC13-DC53-E4B3-B1A2-634399B28207}"/>
                </a:ext>
              </a:extLst>
            </p:cNvPr>
            <p:cNvSpPr/>
            <p:nvPr/>
          </p:nvSpPr>
          <p:spPr>
            <a:xfrm rot="10800000">
              <a:off x="10559934" y="22109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6" name="六邊形 1345">
              <a:extLst>
                <a:ext uri="{FF2B5EF4-FFF2-40B4-BE49-F238E27FC236}">
                  <a16:creationId xmlns:a16="http://schemas.microsoft.com/office/drawing/2014/main" id="{F178B2F0-2AA7-BE61-E4DF-FCBA9F0E61E0}"/>
                </a:ext>
              </a:extLst>
            </p:cNvPr>
            <p:cNvSpPr/>
            <p:nvPr/>
          </p:nvSpPr>
          <p:spPr>
            <a:xfrm flipV="1">
              <a:off x="10524621" y="2207328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5" name="直線接點 1354">
              <a:extLst>
                <a:ext uri="{FF2B5EF4-FFF2-40B4-BE49-F238E27FC236}">
                  <a16:creationId xmlns:a16="http://schemas.microsoft.com/office/drawing/2014/main" id="{3FE93D78-A98B-A0D8-2351-AF0303A341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29372" y="2082657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4" name="流程圖: 合併 1363">
              <a:extLst>
                <a:ext uri="{FF2B5EF4-FFF2-40B4-BE49-F238E27FC236}">
                  <a16:creationId xmlns:a16="http://schemas.microsoft.com/office/drawing/2014/main" id="{3831B03D-8D8F-9283-B2DA-1292A18103F4}"/>
                </a:ext>
              </a:extLst>
            </p:cNvPr>
            <p:cNvSpPr/>
            <p:nvPr/>
          </p:nvSpPr>
          <p:spPr>
            <a:xfrm rot="5400000" flipV="1">
              <a:off x="11015976" y="2195860"/>
              <a:ext cx="210183" cy="207552"/>
            </a:xfrm>
            <a:prstGeom prst="flowChartMerg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73" name="文字方塊 1372">
              <a:extLst>
                <a:ext uri="{FF2B5EF4-FFF2-40B4-BE49-F238E27FC236}">
                  <a16:creationId xmlns:a16="http://schemas.microsoft.com/office/drawing/2014/main" id="{F2F9A27C-553E-5CFF-38BD-5A4F106C1B31}"/>
                </a:ext>
              </a:extLst>
            </p:cNvPr>
            <p:cNvSpPr txBox="1"/>
            <p:nvPr/>
          </p:nvSpPr>
          <p:spPr>
            <a:xfrm rot="16200000">
              <a:off x="9137252" y="4953595"/>
              <a:ext cx="3082358" cy="349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L-N:110V</a:t>
              </a:r>
              <a:endParaRPr lang="zh-TW" altLang="en-US" sz="1801" dirty="0"/>
            </a:p>
          </p:txBody>
        </p:sp>
        <p:sp>
          <p:nvSpPr>
            <p:cNvPr id="1374" name="六邊形 1373">
              <a:extLst>
                <a:ext uri="{FF2B5EF4-FFF2-40B4-BE49-F238E27FC236}">
                  <a16:creationId xmlns:a16="http://schemas.microsoft.com/office/drawing/2014/main" id="{36291A7E-AAE1-AB76-3E41-68FCC879F1A4}"/>
                </a:ext>
              </a:extLst>
            </p:cNvPr>
            <p:cNvSpPr/>
            <p:nvPr/>
          </p:nvSpPr>
          <p:spPr>
            <a:xfrm rot="10800000">
              <a:off x="10570973" y="505812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2" name="六邊形 1381">
              <a:extLst>
                <a:ext uri="{FF2B5EF4-FFF2-40B4-BE49-F238E27FC236}">
                  <a16:creationId xmlns:a16="http://schemas.microsoft.com/office/drawing/2014/main" id="{727F9F5D-B576-E938-F065-F0B1D6375526}"/>
                </a:ext>
              </a:extLst>
            </p:cNvPr>
            <p:cNvSpPr/>
            <p:nvPr/>
          </p:nvSpPr>
          <p:spPr>
            <a:xfrm rot="10800000">
              <a:off x="10571521" y="4825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3" name="六邊形 1382">
              <a:extLst>
                <a:ext uri="{FF2B5EF4-FFF2-40B4-BE49-F238E27FC236}">
                  <a16:creationId xmlns:a16="http://schemas.microsoft.com/office/drawing/2014/main" id="{C8D0054D-21C1-941A-4329-36A02D55E559}"/>
                </a:ext>
              </a:extLst>
            </p:cNvPr>
            <p:cNvSpPr/>
            <p:nvPr/>
          </p:nvSpPr>
          <p:spPr>
            <a:xfrm rot="10800000">
              <a:off x="10571522" y="458987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91" name="六邊形 1390">
              <a:extLst>
                <a:ext uri="{FF2B5EF4-FFF2-40B4-BE49-F238E27FC236}">
                  <a16:creationId xmlns:a16="http://schemas.microsoft.com/office/drawing/2014/main" id="{F7EB162C-10F6-0A7D-2DFF-9F915B7967A6}"/>
                </a:ext>
              </a:extLst>
            </p:cNvPr>
            <p:cNvSpPr/>
            <p:nvPr/>
          </p:nvSpPr>
          <p:spPr>
            <a:xfrm rot="10800000">
              <a:off x="10571523" y="435249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0" name="六邊形 1399">
              <a:extLst>
                <a:ext uri="{FF2B5EF4-FFF2-40B4-BE49-F238E27FC236}">
                  <a16:creationId xmlns:a16="http://schemas.microsoft.com/office/drawing/2014/main" id="{C35C26ED-2B67-8E85-05D4-252E79D23C58}"/>
                </a:ext>
              </a:extLst>
            </p:cNvPr>
            <p:cNvSpPr/>
            <p:nvPr/>
          </p:nvSpPr>
          <p:spPr>
            <a:xfrm rot="10800000">
              <a:off x="10571523" y="412281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9" name="六邊形 1408">
              <a:extLst>
                <a:ext uri="{FF2B5EF4-FFF2-40B4-BE49-F238E27FC236}">
                  <a16:creationId xmlns:a16="http://schemas.microsoft.com/office/drawing/2014/main" id="{7124635A-88EA-289F-DEA9-41E0560076D1}"/>
                </a:ext>
              </a:extLst>
            </p:cNvPr>
            <p:cNvSpPr/>
            <p:nvPr/>
          </p:nvSpPr>
          <p:spPr>
            <a:xfrm rot="10800000">
              <a:off x="10571524" y="388145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17" name="矩形 1416">
              <a:extLst>
                <a:ext uri="{FF2B5EF4-FFF2-40B4-BE49-F238E27FC236}">
                  <a16:creationId xmlns:a16="http://schemas.microsoft.com/office/drawing/2014/main" id="{2906D2C5-F669-5D85-DE06-77CB0EE7EFB5}"/>
                </a:ext>
              </a:extLst>
            </p:cNvPr>
            <p:cNvSpPr/>
            <p:nvPr/>
          </p:nvSpPr>
          <p:spPr>
            <a:xfrm rot="10800000">
              <a:off x="11375573" y="2125688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0" name="六邊形 1419">
              <a:extLst>
                <a:ext uri="{FF2B5EF4-FFF2-40B4-BE49-F238E27FC236}">
                  <a16:creationId xmlns:a16="http://schemas.microsoft.com/office/drawing/2014/main" id="{B160B2CA-ADEB-01BE-B743-D073FE25F6DF}"/>
                </a:ext>
              </a:extLst>
            </p:cNvPr>
            <p:cNvSpPr/>
            <p:nvPr/>
          </p:nvSpPr>
          <p:spPr>
            <a:xfrm rot="10800000">
              <a:off x="11430345" y="365115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6" name="六邊形 1425">
              <a:extLst>
                <a:ext uri="{FF2B5EF4-FFF2-40B4-BE49-F238E27FC236}">
                  <a16:creationId xmlns:a16="http://schemas.microsoft.com/office/drawing/2014/main" id="{B4F025F7-6250-79A0-5A72-B9B25B8E9168}"/>
                </a:ext>
              </a:extLst>
            </p:cNvPr>
            <p:cNvSpPr/>
            <p:nvPr/>
          </p:nvSpPr>
          <p:spPr>
            <a:xfrm rot="10800000">
              <a:off x="11430893" y="228325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5" name="六邊形 1434">
              <a:extLst>
                <a:ext uri="{FF2B5EF4-FFF2-40B4-BE49-F238E27FC236}">
                  <a16:creationId xmlns:a16="http://schemas.microsoft.com/office/drawing/2014/main" id="{E0DA0049-F623-D9F7-9C90-B9EE50D45703}"/>
                </a:ext>
              </a:extLst>
            </p:cNvPr>
            <p:cNvSpPr/>
            <p:nvPr/>
          </p:nvSpPr>
          <p:spPr>
            <a:xfrm rot="10800000">
              <a:off x="11430893" y="341850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44" name="六邊形 1443">
              <a:extLst>
                <a:ext uri="{FF2B5EF4-FFF2-40B4-BE49-F238E27FC236}">
                  <a16:creationId xmlns:a16="http://schemas.microsoft.com/office/drawing/2014/main" id="{D1A8EF5F-D2AD-71A0-7856-A8549790C85B}"/>
                </a:ext>
              </a:extLst>
            </p:cNvPr>
            <p:cNvSpPr/>
            <p:nvPr/>
          </p:nvSpPr>
          <p:spPr>
            <a:xfrm rot="10800000">
              <a:off x="11430894" y="318290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4" name="六邊形 1453">
              <a:extLst>
                <a:ext uri="{FF2B5EF4-FFF2-40B4-BE49-F238E27FC236}">
                  <a16:creationId xmlns:a16="http://schemas.microsoft.com/office/drawing/2014/main" id="{EE99EA67-63CD-A3DC-2A9C-EB5C5656BE87}"/>
                </a:ext>
              </a:extLst>
            </p:cNvPr>
            <p:cNvSpPr/>
            <p:nvPr/>
          </p:nvSpPr>
          <p:spPr>
            <a:xfrm rot="10800000">
              <a:off x="11430895" y="29455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63" name="六邊形 1462">
              <a:extLst>
                <a:ext uri="{FF2B5EF4-FFF2-40B4-BE49-F238E27FC236}">
                  <a16:creationId xmlns:a16="http://schemas.microsoft.com/office/drawing/2014/main" id="{2BC4134E-7CAA-CD10-5357-EAE15AA7949E}"/>
                </a:ext>
              </a:extLst>
            </p:cNvPr>
            <p:cNvSpPr/>
            <p:nvPr/>
          </p:nvSpPr>
          <p:spPr>
            <a:xfrm rot="10800000">
              <a:off x="11430895" y="271584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8" name="六邊形 127">
              <a:extLst>
                <a:ext uri="{FF2B5EF4-FFF2-40B4-BE49-F238E27FC236}">
                  <a16:creationId xmlns:a16="http://schemas.microsoft.com/office/drawing/2014/main" id="{D6C96188-1CE8-6E12-0D51-D0FDF495866C}"/>
                </a:ext>
              </a:extLst>
            </p:cNvPr>
            <p:cNvSpPr/>
            <p:nvPr/>
          </p:nvSpPr>
          <p:spPr>
            <a:xfrm rot="10800000">
              <a:off x="11430896" y="2474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9" name="六邊形 128">
              <a:extLst>
                <a:ext uri="{FF2B5EF4-FFF2-40B4-BE49-F238E27FC236}">
                  <a16:creationId xmlns:a16="http://schemas.microsoft.com/office/drawing/2014/main" id="{90D4320B-C086-54DE-C472-275DF83E39AA}"/>
                </a:ext>
              </a:extLst>
            </p:cNvPr>
            <p:cNvSpPr/>
            <p:nvPr/>
          </p:nvSpPr>
          <p:spPr>
            <a:xfrm rot="10800000">
              <a:off x="11427843" y="22458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0" name="六邊形 129">
              <a:extLst>
                <a:ext uri="{FF2B5EF4-FFF2-40B4-BE49-F238E27FC236}">
                  <a16:creationId xmlns:a16="http://schemas.microsoft.com/office/drawing/2014/main" id="{04FEDF4C-7012-E63B-73B3-CB2564D3397A}"/>
                </a:ext>
              </a:extLst>
            </p:cNvPr>
            <p:cNvSpPr/>
            <p:nvPr/>
          </p:nvSpPr>
          <p:spPr>
            <a:xfrm flipV="1">
              <a:off x="11392530" y="2242204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461125AA-7A7D-70F1-8531-395891108FB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697281" y="2117533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六邊形 131">
              <a:extLst>
                <a:ext uri="{FF2B5EF4-FFF2-40B4-BE49-F238E27FC236}">
                  <a16:creationId xmlns:a16="http://schemas.microsoft.com/office/drawing/2014/main" id="{CB9649E2-97AA-6513-4E0D-1C38672E5E68}"/>
                </a:ext>
              </a:extLst>
            </p:cNvPr>
            <p:cNvSpPr/>
            <p:nvPr/>
          </p:nvSpPr>
          <p:spPr>
            <a:xfrm rot="10800000">
              <a:off x="11438882" y="509300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3" name="六邊形 132">
              <a:extLst>
                <a:ext uri="{FF2B5EF4-FFF2-40B4-BE49-F238E27FC236}">
                  <a16:creationId xmlns:a16="http://schemas.microsoft.com/office/drawing/2014/main" id="{3C505ECE-40AB-0D6C-722F-12F845840510}"/>
                </a:ext>
              </a:extLst>
            </p:cNvPr>
            <p:cNvSpPr/>
            <p:nvPr/>
          </p:nvSpPr>
          <p:spPr>
            <a:xfrm rot="10800000">
              <a:off x="11439430" y="486035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" name="六邊形 133">
              <a:extLst>
                <a:ext uri="{FF2B5EF4-FFF2-40B4-BE49-F238E27FC236}">
                  <a16:creationId xmlns:a16="http://schemas.microsoft.com/office/drawing/2014/main" id="{FE338B23-CAD6-B1BA-1503-B838B84388AF}"/>
                </a:ext>
              </a:extLst>
            </p:cNvPr>
            <p:cNvSpPr/>
            <p:nvPr/>
          </p:nvSpPr>
          <p:spPr>
            <a:xfrm rot="10800000">
              <a:off x="11439431" y="462475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5" name="六邊形 134">
              <a:extLst>
                <a:ext uri="{FF2B5EF4-FFF2-40B4-BE49-F238E27FC236}">
                  <a16:creationId xmlns:a16="http://schemas.microsoft.com/office/drawing/2014/main" id="{5A0EBD95-47C1-8E3E-BB62-83EDF400D1A4}"/>
                </a:ext>
              </a:extLst>
            </p:cNvPr>
            <p:cNvSpPr/>
            <p:nvPr/>
          </p:nvSpPr>
          <p:spPr>
            <a:xfrm rot="10800000">
              <a:off x="11439432" y="438737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" name="六邊形 142">
              <a:extLst>
                <a:ext uri="{FF2B5EF4-FFF2-40B4-BE49-F238E27FC236}">
                  <a16:creationId xmlns:a16="http://schemas.microsoft.com/office/drawing/2014/main" id="{052A0E25-6BE9-647C-4EB4-B31495892A96}"/>
                </a:ext>
              </a:extLst>
            </p:cNvPr>
            <p:cNvSpPr/>
            <p:nvPr/>
          </p:nvSpPr>
          <p:spPr>
            <a:xfrm rot="10800000">
              <a:off x="11439432" y="415769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" name="六邊形 144">
              <a:extLst>
                <a:ext uri="{FF2B5EF4-FFF2-40B4-BE49-F238E27FC236}">
                  <a16:creationId xmlns:a16="http://schemas.microsoft.com/office/drawing/2014/main" id="{5A1F3CB3-54D9-A675-BAA1-443B809C0690}"/>
                </a:ext>
              </a:extLst>
            </p:cNvPr>
            <p:cNvSpPr/>
            <p:nvPr/>
          </p:nvSpPr>
          <p:spPr>
            <a:xfrm rot="10800000">
              <a:off x="11439433" y="391632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99DA07C5-43DF-4860-78F6-25C884891DE9}"/>
                </a:ext>
              </a:extLst>
            </p:cNvPr>
            <p:cNvCxnSpPr>
              <a:cxnSpLocks/>
            </p:cNvCxnSpPr>
            <p:nvPr/>
          </p:nvCxnSpPr>
          <p:spPr>
            <a:xfrm>
              <a:off x="11911988" y="2224749"/>
              <a:ext cx="0" cy="2148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DACBE118-CF19-3FB2-FAC5-D903FB554EC0}"/>
                </a:ext>
              </a:extLst>
            </p:cNvPr>
            <p:cNvCxnSpPr>
              <a:cxnSpLocks/>
            </p:cNvCxnSpPr>
            <p:nvPr/>
          </p:nvCxnSpPr>
          <p:spPr>
            <a:xfrm>
              <a:off x="11959254" y="2244359"/>
              <a:ext cx="0" cy="177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6C965406-9B8C-031C-1479-5BFE3F6B6656}"/>
                </a:ext>
              </a:extLst>
            </p:cNvPr>
            <p:cNvCxnSpPr>
              <a:cxnSpLocks/>
            </p:cNvCxnSpPr>
            <p:nvPr/>
          </p:nvCxnSpPr>
          <p:spPr>
            <a:xfrm>
              <a:off x="11999264" y="2278080"/>
              <a:ext cx="0" cy="121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E463E4B3-60C6-999B-DA36-0ADC4876C58B}"/>
                </a:ext>
              </a:extLst>
            </p:cNvPr>
            <p:cNvSpPr txBox="1"/>
            <p:nvPr/>
          </p:nvSpPr>
          <p:spPr>
            <a:xfrm rot="16200000">
              <a:off x="9994455" y="1169266"/>
              <a:ext cx="948790" cy="67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Nature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0704F6D0-CC45-4BE0-5C66-2817DF803A53}"/>
                </a:ext>
              </a:extLst>
            </p:cNvPr>
            <p:cNvSpPr txBox="1"/>
            <p:nvPr/>
          </p:nvSpPr>
          <p:spPr>
            <a:xfrm rot="16200000">
              <a:off x="10967579" y="1325463"/>
              <a:ext cx="948790" cy="378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sz="2000" b="1" dirty="0" err="1">
                  <a:latin typeface="標楷體" panose="03000509000000000000" pitchFamily="65" charset="-120"/>
                  <a:ea typeface="標楷體" panose="03000509000000000000" pitchFamily="65" charset="-120"/>
                </a:rPr>
                <a:t>Gnd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4" name="橢圓 3">
            <a:extLst>
              <a:ext uri="{FF2B5EF4-FFF2-40B4-BE49-F238E27FC236}">
                <a16:creationId xmlns:a16="http://schemas.microsoft.com/office/drawing/2014/main" id="{79B0F717-57A1-E499-EAFB-2A6C159DDA86}"/>
              </a:ext>
            </a:extLst>
          </p:cNvPr>
          <p:cNvSpPr/>
          <p:nvPr/>
        </p:nvSpPr>
        <p:spPr>
          <a:xfrm rot="5400000">
            <a:off x="2148542" y="6534805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CE083C9-F13B-5525-9B7E-C8592E719AE7}"/>
              </a:ext>
            </a:extLst>
          </p:cNvPr>
          <p:cNvCxnSpPr>
            <a:cxnSpLocks/>
          </p:cNvCxnSpPr>
          <p:nvPr/>
        </p:nvCxnSpPr>
        <p:spPr>
          <a:xfrm rot="5400000">
            <a:off x="2971557" y="6088005"/>
            <a:ext cx="2530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2218D7C7-EF8F-6907-5810-181A74919206}"/>
              </a:ext>
            </a:extLst>
          </p:cNvPr>
          <p:cNvSpPr/>
          <p:nvPr/>
        </p:nvSpPr>
        <p:spPr>
          <a:xfrm rot="5134159">
            <a:off x="2407744" y="6530537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33A4B6EF-53F8-A2E4-2CDE-2B2710D37FBE}"/>
              </a:ext>
            </a:extLst>
          </p:cNvPr>
          <p:cNvCxnSpPr>
            <a:cxnSpLocks/>
          </p:cNvCxnSpPr>
          <p:nvPr/>
        </p:nvCxnSpPr>
        <p:spPr>
          <a:xfrm rot="5400000">
            <a:off x="1751614" y="6179645"/>
            <a:ext cx="4807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CB2F28D7-2525-E2D4-FF3E-3FB88156EAAE}"/>
              </a:ext>
            </a:extLst>
          </p:cNvPr>
          <p:cNvSpPr/>
          <p:nvPr/>
        </p:nvSpPr>
        <p:spPr>
          <a:xfrm rot="16200000">
            <a:off x="2197605" y="6419660"/>
            <a:ext cx="292235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AB8DFAA4-898E-B1E8-ABF0-C759E69B3E1F}"/>
              </a:ext>
            </a:extLst>
          </p:cNvPr>
          <p:cNvCxnSpPr/>
          <p:nvPr/>
        </p:nvCxnSpPr>
        <p:spPr>
          <a:xfrm rot="5400000" flipH="1">
            <a:off x="2867553" y="6458093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3DB50691-1060-B51F-84BD-66F37183130F}"/>
              </a:ext>
            </a:extLst>
          </p:cNvPr>
          <p:cNvSpPr/>
          <p:nvPr/>
        </p:nvSpPr>
        <p:spPr>
          <a:xfrm rot="5400000">
            <a:off x="2148542" y="7661959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DA7EFC1-765E-3043-A484-4917E12CCDD3}"/>
              </a:ext>
            </a:extLst>
          </p:cNvPr>
          <p:cNvCxnSpPr>
            <a:cxnSpLocks/>
          </p:cNvCxnSpPr>
          <p:nvPr/>
        </p:nvCxnSpPr>
        <p:spPr>
          <a:xfrm rot="5400000">
            <a:off x="2971557" y="7215157"/>
            <a:ext cx="2530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FCFF4CB6-3CC7-872B-C017-3366944A0201}"/>
              </a:ext>
            </a:extLst>
          </p:cNvPr>
          <p:cNvSpPr/>
          <p:nvPr/>
        </p:nvSpPr>
        <p:spPr>
          <a:xfrm rot="5134159">
            <a:off x="2407744" y="7657690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C7CC02C-6CAF-F5C4-64D9-0FABFBEEA2B3}"/>
              </a:ext>
            </a:extLst>
          </p:cNvPr>
          <p:cNvCxnSpPr>
            <a:cxnSpLocks/>
          </p:cNvCxnSpPr>
          <p:nvPr/>
        </p:nvCxnSpPr>
        <p:spPr>
          <a:xfrm rot="5400000">
            <a:off x="1751614" y="7306797"/>
            <a:ext cx="4807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DEEE30D4-88C9-A672-BB67-DD527717484D}"/>
              </a:ext>
            </a:extLst>
          </p:cNvPr>
          <p:cNvSpPr/>
          <p:nvPr/>
        </p:nvSpPr>
        <p:spPr>
          <a:xfrm rot="16200000">
            <a:off x="2197605" y="7533396"/>
            <a:ext cx="292235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F79D4E7E-FFCD-4ABD-F3E4-08654E5F9DB8}"/>
              </a:ext>
            </a:extLst>
          </p:cNvPr>
          <p:cNvCxnSpPr/>
          <p:nvPr/>
        </p:nvCxnSpPr>
        <p:spPr>
          <a:xfrm rot="5400000" flipH="1">
            <a:off x="2867553" y="7585246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E981FA0-DEC4-C50F-8EE8-53C44BDD87D3}"/>
              </a:ext>
            </a:extLst>
          </p:cNvPr>
          <p:cNvSpPr txBox="1"/>
          <p:nvPr/>
        </p:nvSpPr>
        <p:spPr>
          <a:xfrm>
            <a:off x="1983334" y="7127898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88B9EE4-965F-7FD6-8F2E-21D68C54FC41}"/>
              </a:ext>
            </a:extLst>
          </p:cNvPr>
          <p:cNvSpPr txBox="1"/>
          <p:nvPr/>
        </p:nvSpPr>
        <p:spPr>
          <a:xfrm>
            <a:off x="5492938" y="4075285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SP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CBE48CD-DFB4-0B30-950D-F2925BCF6714}"/>
              </a:ext>
            </a:extLst>
          </p:cNvPr>
          <p:cNvSpPr/>
          <p:nvPr/>
        </p:nvSpPr>
        <p:spPr>
          <a:xfrm rot="5400000">
            <a:off x="2162835" y="8766519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6C5759A-8E91-2901-F8B5-0B9B0DBD5D5A}"/>
              </a:ext>
            </a:extLst>
          </p:cNvPr>
          <p:cNvCxnSpPr>
            <a:cxnSpLocks/>
          </p:cNvCxnSpPr>
          <p:nvPr/>
        </p:nvCxnSpPr>
        <p:spPr>
          <a:xfrm rot="5400000">
            <a:off x="2974419" y="8319718"/>
            <a:ext cx="2530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F38AEE46-85E6-89F5-DC9B-699A503BD77E}"/>
              </a:ext>
            </a:extLst>
          </p:cNvPr>
          <p:cNvSpPr/>
          <p:nvPr/>
        </p:nvSpPr>
        <p:spPr>
          <a:xfrm rot="5134159">
            <a:off x="2422036" y="8762250"/>
            <a:ext cx="10075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F4A31A41-8690-7E1F-7101-6DCC1F6C6C5F}"/>
              </a:ext>
            </a:extLst>
          </p:cNvPr>
          <p:cNvCxnSpPr>
            <a:cxnSpLocks/>
          </p:cNvCxnSpPr>
          <p:nvPr/>
        </p:nvCxnSpPr>
        <p:spPr>
          <a:xfrm rot="5400000">
            <a:off x="1765907" y="8411359"/>
            <a:ext cx="4807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弧形 40">
            <a:extLst>
              <a:ext uri="{FF2B5EF4-FFF2-40B4-BE49-F238E27FC236}">
                <a16:creationId xmlns:a16="http://schemas.microsoft.com/office/drawing/2014/main" id="{50CC077B-0B27-0A30-392D-99A43BA80D1D}"/>
              </a:ext>
            </a:extLst>
          </p:cNvPr>
          <p:cNvSpPr/>
          <p:nvPr/>
        </p:nvSpPr>
        <p:spPr>
          <a:xfrm rot="16200000">
            <a:off x="2211898" y="8637957"/>
            <a:ext cx="292235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FD1DFC6B-259F-1406-2B62-9DEC2806EBF3}"/>
              </a:ext>
            </a:extLst>
          </p:cNvPr>
          <p:cNvCxnSpPr/>
          <p:nvPr/>
        </p:nvCxnSpPr>
        <p:spPr>
          <a:xfrm rot="5400000" flipH="1">
            <a:off x="2881846" y="8689807"/>
            <a:ext cx="183186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5" name="文字方塊 1344">
            <a:extLst>
              <a:ext uri="{FF2B5EF4-FFF2-40B4-BE49-F238E27FC236}">
                <a16:creationId xmlns:a16="http://schemas.microsoft.com/office/drawing/2014/main" id="{DECD0F6D-44B4-74B6-C5D2-2951995D6263}"/>
              </a:ext>
            </a:extLst>
          </p:cNvPr>
          <p:cNvSpPr txBox="1"/>
          <p:nvPr/>
        </p:nvSpPr>
        <p:spPr>
          <a:xfrm>
            <a:off x="1997627" y="8232459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BB39F9F0-B230-75E9-08E7-869D18EB4FB4}"/>
              </a:ext>
            </a:extLst>
          </p:cNvPr>
          <p:cNvSpPr txBox="1"/>
          <p:nvPr/>
        </p:nvSpPr>
        <p:spPr>
          <a:xfrm>
            <a:off x="5521332" y="5204235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N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48" name="文字方塊 1347">
            <a:extLst>
              <a:ext uri="{FF2B5EF4-FFF2-40B4-BE49-F238E27FC236}">
                <a16:creationId xmlns:a16="http://schemas.microsoft.com/office/drawing/2014/main" id="{7D0ACAD8-EA63-9197-91AA-DEB4F84AEA59}"/>
              </a:ext>
            </a:extLst>
          </p:cNvPr>
          <p:cNvSpPr txBox="1"/>
          <p:nvPr/>
        </p:nvSpPr>
        <p:spPr>
          <a:xfrm>
            <a:off x="702285" y="4065529"/>
            <a:ext cx="521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49" name="文字方塊 1348">
            <a:extLst>
              <a:ext uri="{FF2B5EF4-FFF2-40B4-BE49-F238E27FC236}">
                <a16:creationId xmlns:a16="http://schemas.microsoft.com/office/drawing/2014/main" id="{40FF2B77-26E7-D98F-22CB-5A5E4FA435B4}"/>
              </a:ext>
            </a:extLst>
          </p:cNvPr>
          <p:cNvSpPr txBox="1"/>
          <p:nvPr/>
        </p:nvSpPr>
        <p:spPr>
          <a:xfrm>
            <a:off x="529840" y="5211635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左烘</a:t>
            </a:r>
          </a:p>
        </p:txBody>
      </p:sp>
      <p:sp>
        <p:nvSpPr>
          <p:cNvPr id="1350" name="文字方塊 1349">
            <a:extLst>
              <a:ext uri="{FF2B5EF4-FFF2-40B4-BE49-F238E27FC236}">
                <a16:creationId xmlns:a16="http://schemas.microsoft.com/office/drawing/2014/main" id="{40BF3581-7097-0C42-2D00-D18267B456F0}"/>
              </a:ext>
            </a:extLst>
          </p:cNvPr>
          <p:cNvSpPr txBox="1"/>
          <p:nvPr/>
        </p:nvSpPr>
        <p:spPr>
          <a:xfrm>
            <a:off x="652439" y="7490220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右</a:t>
            </a:r>
          </a:p>
        </p:txBody>
      </p:sp>
      <p:sp>
        <p:nvSpPr>
          <p:cNvPr id="1351" name="文字方塊 1350">
            <a:extLst>
              <a:ext uri="{FF2B5EF4-FFF2-40B4-BE49-F238E27FC236}">
                <a16:creationId xmlns:a16="http://schemas.microsoft.com/office/drawing/2014/main" id="{803231E1-B20B-52E5-36B2-D437CAB2E396}"/>
              </a:ext>
            </a:extLst>
          </p:cNvPr>
          <p:cNvSpPr txBox="1"/>
          <p:nvPr/>
        </p:nvSpPr>
        <p:spPr>
          <a:xfrm>
            <a:off x="637027" y="6531959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左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3068755-4BCA-FB0F-7D67-A1FAD8A0A6DE}"/>
              </a:ext>
            </a:extLst>
          </p:cNvPr>
          <p:cNvSpPr txBox="1"/>
          <p:nvPr/>
        </p:nvSpPr>
        <p:spPr>
          <a:xfrm>
            <a:off x="2484730" y="853348"/>
            <a:ext cx="255949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054DDD0-B17D-30F5-AD37-2399B877139D}"/>
              </a:ext>
            </a:extLst>
          </p:cNvPr>
          <p:cNvSpPr txBox="1"/>
          <p:nvPr/>
        </p:nvSpPr>
        <p:spPr>
          <a:xfrm>
            <a:off x="72266" y="242407"/>
            <a:ext cx="6894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2F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JCA2F-D3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洗衣間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endParaRPr lang="zh-TW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1139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8FBF2-2BFD-574B-5DAA-414C2DE3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29400F6D-2DDA-F60D-5E04-3B7DCD1F6B64}"/>
              </a:ext>
            </a:extLst>
          </p:cNvPr>
          <p:cNvCxnSpPr>
            <a:cxnSpLocks/>
          </p:cNvCxnSpPr>
          <p:nvPr/>
        </p:nvCxnSpPr>
        <p:spPr>
          <a:xfrm rot="5400000" flipH="1">
            <a:off x="4888641" y="2464152"/>
            <a:ext cx="6053" cy="8661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EAE2CA91-CF49-594B-2FF0-7A4AAC0869D8}"/>
              </a:ext>
            </a:extLst>
          </p:cNvPr>
          <p:cNvCxnSpPr>
            <a:cxnSpLocks/>
          </p:cNvCxnSpPr>
          <p:nvPr/>
        </p:nvCxnSpPr>
        <p:spPr>
          <a:xfrm rot="5400000" flipH="1">
            <a:off x="-1387890" y="6986716"/>
            <a:ext cx="9613073" cy="354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1A2FEFE6-7294-C4B2-1C3D-04D4C7B950AE}"/>
              </a:ext>
            </a:extLst>
          </p:cNvPr>
          <p:cNvSpPr/>
          <p:nvPr/>
        </p:nvSpPr>
        <p:spPr>
          <a:xfrm>
            <a:off x="3315738" y="1910745"/>
            <a:ext cx="266044" cy="241754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40E3588-B3B3-8A6B-6BAB-7D1FAF01846A}"/>
              </a:ext>
            </a:extLst>
          </p:cNvPr>
          <p:cNvSpPr/>
          <p:nvPr/>
        </p:nvSpPr>
        <p:spPr>
          <a:xfrm rot="15992770">
            <a:off x="3352625" y="2104551"/>
            <a:ext cx="91020" cy="958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087497EA-A549-E111-FFC6-249343EE60F5}"/>
              </a:ext>
            </a:extLst>
          </p:cNvPr>
          <p:cNvSpPr/>
          <p:nvPr/>
        </p:nvSpPr>
        <p:spPr>
          <a:xfrm rot="16200000">
            <a:off x="3352626" y="1855164"/>
            <a:ext cx="91020" cy="958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2DD78BA1-33ED-1105-DF58-D19A77D71EB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47386" y="1622688"/>
            <a:ext cx="4969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F916983D-0C05-D170-D424-CD9B5A724D36}"/>
              </a:ext>
            </a:extLst>
          </p:cNvPr>
          <p:cNvSpPr txBox="1"/>
          <p:nvPr/>
        </p:nvSpPr>
        <p:spPr>
          <a:xfrm>
            <a:off x="3552498" y="1864342"/>
            <a:ext cx="72167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1" dirty="0"/>
              <a:t>150A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CDE5E78B-CEC3-6983-AFCD-B3EAFCC5C99C}"/>
              </a:ext>
            </a:extLst>
          </p:cNvPr>
          <p:cNvSpPr/>
          <p:nvPr/>
        </p:nvSpPr>
        <p:spPr>
          <a:xfrm rot="5400000">
            <a:off x="2103840" y="285445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FDB6C96E-BEA1-0A36-3ADC-93271C36D45F}"/>
              </a:ext>
            </a:extLst>
          </p:cNvPr>
          <p:cNvGrpSpPr/>
          <p:nvPr/>
        </p:nvGrpSpPr>
        <p:grpSpPr>
          <a:xfrm rot="5400000">
            <a:off x="3197341" y="2419089"/>
            <a:ext cx="401593" cy="217274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E486D0D3-72CD-6E32-DA85-3DDA4B8ED3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2B0D352D-B8DF-40CA-DA2D-ED9AE313B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47FA5D22-426D-4703-37D0-222ABCEBE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85F3AEBE-4023-668A-BAD0-19F47A05CA82}"/>
              </a:ext>
            </a:extLst>
          </p:cNvPr>
          <p:cNvCxnSpPr>
            <a:cxnSpLocks/>
          </p:cNvCxnSpPr>
          <p:nvPr/>
        </p:nvCxnSpPr>
        <p:spPr>
          <a:xfrm rot="5400000">
            <a:off x="2914138" y="2425471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15D2DE92-0854-BB24-8457-2A095EB7157B}"/>
              </a:ext>
            </a:extLst>
          </p:cNvPr>
          <p:cNvSpPr/>
          <p:nvPr/>
        </p:nvSpPr>
        <p:spPr>
          <a:xfrm rot="5134159">
            <a:off x="2353011" y="2850600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C2BBEC4F-4180-7566-F59A-8045622E1663}"/>
              </a:ext>
            </a:extLst>
          </p:cNvPr>
          <p:cNvCxnSpPr>
            <a:cxnSpLocks/>
          </p:cNvCxnSpPr>
          <p:nvPr/>
        </p:nvCxnSpPr>
        <p:spPr>
          <a:xfrm rot="5400000">
            <a:off x="1719494" y="2513041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5A7A22DE-6F85-00E9-F968-39C071603547}"/>
              </a:ext>
            </a:extLst>
          </p:cNvPr>
          <p:cNvSpPr/>
          <p:nvPr/>
        </p:nvSpPr>
        <p:spPr>
          <a:xfrm rot="16200000">
            <a:off x="2156547" y="2745987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1" name="直線接點 1270">
            <a:extLst>
              <a:ext uri="{FF2B5EF4-FFF2-40B4-BE49-F238E27FC236}">
                <a16:creationId xmlns:a16="http://schemas.microsoft.com/office/drawing/2014/main" id="{99DF5BF2-2BDB-41EC-1807-4EB72AD5E816}"/>
              </a:ext>
            </a:extLst>
          </p:cNvPr>
          <p:cNvCxnSpPr/>
          <p:nvPr/>
        </p:nvCxnSpPr>
        <p:spPr>
          <a:xfrm rot="5400000" flipH="1">
            <a:off x="2913958" y="278197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AA3AAEB5-67AE-2DBF-03FD-CAA64612D7AC}"/>
              </a:ext>
            </a:extLst>
          </p:cNvPr>
          <p:cNvCxnSpPr/>
          <p:nvPr/>
        </p:nvCxnSpPr>
        <p:spPr>
          <a:xfrm rot="5400000" flipH="1">
            <a:off x="2797416" y="278197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19244A5E-646F-3A7C-24A8-C8AA294BDC2F}"/>
              </a:ext>
            </a:extLst>
          </p:cNvPr>
          <p:cNvSpPr/>
          <p:nvPr/>
        </p:nvSpPr>
        <p:spPr>
          <a:xfrm rot="5400000">
            <a:off x="2103840" y="3591914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125D14A2-0FB8-25D3-C559-09EE8132089B}"/>
              </a:ext>
            </a:extLst>
          </p:cNvPr>
          <p:cNvCxnSpPr>
            <a:cxnSpLocks/>
            <a:endCxn id="1277" idx="0"/>
          </p:cNvCxnSpPr>
          <p:nvPr/>
        </p:nvCxnSpPr>
        <p:spPr>
          <a:xfrm rot="5400000" flipH="1">
            <a:off x="2908808" y="3169849"/>
            <a:ext cx="12702" cy="93766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20C5CDCA-D7C9-55A3-67FB-2ED1EEB2692D}"/>
              </a:ext>
            </a:extLst>
          </p:cNvPr>
          <p:cNvSpPr/>
          <p:nvPr/>
        </p:nvSpPr>
        <p:spPr>
          <a:xfrm rot="5134159">
            <a:off x="2353011" y="358805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4885A4A6-FD13-51DC-6AC9-0EE7045813EB}"/>
              </a:ext>
            </a:extLst>
          </p:cNvPr>
          <p:cNvCxnSpPr>
            <a:cxnSpLocks/>
          </p:cNvCxnSpPr>
          <p:nvPr/>
        </p:nvCxnSpPr>
        <p:spPr>
          <a:xfrm rot="5400000" flipH="1">
            <a:off x="1723886" y="3255392"/>
            <a:ext cx="10206" cy="7640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9F219AEB-2174-3D74-C5D3-702AC787CEB9}"/>
              </a:ext>
            </a:extLst>
          </p:cNvPr>
          <p:cNvSpPr/>
          <p:nvPr/>
        </p:nvSpPr>
        <p:spPr>
          <a:xfrm rot="16200000">
            <a:off x="2156547" y="3471323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0" name="直線接點 1279">
            <a:extLst>
              <a:ext uri="{FF2B5EF4-FFF2-40B4-BE49-F238E27FC236}">
                <a16:creationId xmlns:a16="http://schemas.microsoft.com/office/drawing/2014/main" id="{8B6875AB-9A60-ADCB-3048-A8E8457F5679}"/>
              </a:ext>
            </a:extLst>
          </p:cNvPr>
          <p:cNvCxnSpPr/>
          <p:nvPr/>
        </p:nvCxnSpPr>
        <p:spPr>
          <a:xfrm rot="5400000" flipH="1">
            <a:off x="2913958" y="3533973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E2186404-A59B-C0B9-A500-C0034CADF802}"/>
              </a:ext>
            </a:extLst>
          </p:cNvPr>
          <p:cNvCxnSpPr/>
          <p:nvPr/>
        </p:nvCxnSpPr>
        <p:spPr>
          <a:xfrm rot="5400000" flipH="1">
            <a:off x="2797416" y="3533971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4" name="橢圓 1283">
            <a:extLst>
              <a:ext uri="{FF2B5EF4-FFF2-40B4-BE49-F238E27FC236}">
                <a16:creationId xmlns:a16="http://schemas.microsoft.com/office/drawing/2014/main" id="{30A56536-DF8C-470E-314D-B54365A1BBE8}"/>
              </a:ext>
            </a:extLst>
          </p:cNvPr>
          <p:cNvSpPr/>
          <p:nvPr/>
        </p:nvSpPr>
        <p:spPr>
          <a:xfrm rot="5400000">
            <a:off x="2108723" y="433714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5" name="直線接點 1284">
            <a:extLst>
              <a:ext uri="{FF2B5EF4-FFF2-40B4-BE49-F238E27FC236}">
                <a16:creationId xmlns:a16="http://schemas.microsoft.com/office/drawing/2014/main" id="{4DDB411C-AD7F-5FC4-95B3-A7A9001BA382}"/>
              </a:ext>
            </a:extLst>
          </p:cNvPr>
          <p:cNvCxnSpPr>
            <a:cxnSpLocks/>
          </p:cNvCxnSpPr>
          <p:nvPr/>
        </p:nvCxnSpPr>
        <p:spPr>
          <a:xfrm rot="5400000">
            <a:off x="2919022" y="3908164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6" name="橢圓 1285">
            <a:extLst>
              <a:ext uri="{FF2B5EF4-FFF2-40B4-BE49-F238E27FC236}">
                <a16:creationId xmlns:a16="http://schemas.microsoft.com/office/drawing/2014/main" id="{AF735557-DEE2-7A6F-AB9E-D3DB6159F5E6}"/>
              </a:ext>
            </a:extLst>
          </p:cNvPr>
          <p:cNvSpPr/>
          <p:nvPr/>
        </p:nvSpPr>
        <p:spPr>
          <a:xfrm rot="5134159">
            <a:off x="2357894" y="4333292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7" name="直線接點 1286">
            <a:extLst>
              <a:ext uri="{FF2B5EF4-FFF2-40B4-BE49-F238E27FC236}">
                <a16:creationId xmlns:a16="http://schemas.microsoft.com/office/drawing/2014/main" id="{F656C7D8-86F7-2700-A93C-21C3F7C9B033}"/>
              </a:ext>
            </a:extLst>
          </p:cNvPr>
          <p:cNvCxnSpPr>
            <a:cxnSpLocks/>
          </p:cNvCxnSpPr>
          <p:nvPr/>
        </p:nvCxnSpPr>
        <p:spPr>
          <a:xfrm rot="5400000">
            <a:off x="1735169" y="4002182"/>
            <a:ext cx="0" cy="7614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8" name="弧形 1287">
            <a:extLst>
              <a:ext uri="{FF2B5EF4-FFF2-40B4-BE49-F238E27FC236}">
                <a16:creationId xmlns:a16="http://schemas.microsoft.com/office/drawing/2014/main" id="{2BFB2106-5C5C-5F7F-A82D-5F5D34DA426A}"/>
              </a:ext>
            </a:extLst>
          </p:cNvPr>
          <p:cNvSpPr/>
          <p:nvPr/>
        </p:nvSpPr>
        <p:spPr>
          <a:xfrm rot="16200000">
            <a:off x="2161432" y="4228673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9" name="直線接點 1288">
            <a:extLst>
              <a:ext uri="{FF2B5EF4-FFF2-40B4-BE49-F238E27FC236}">
                <a16:creationId xmlns:a16="http://schemas.microsoft.com/office/drawing/2014/main" id="{3B325430-A28B-176C-E373-AE7EC92B3852}"/>
              </a:ext>
            </a:extLst>
          </p:cNvPr>
          <p:cNvCxnSpPr/>
          <p:nvPr/>
        </p:nvCxnSpPr>
        <p:spPr>
          <a:xfrm rot="5400000" flipH="1">
            <a:off x="2918842" y="4264669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直線接點 1289">
            <a:extLst>
              <a:ext uri="{FF2B5EF4-FFF2-40B4-BE49-F238E27FC236}">
                <a16:creationId xmlns:a16="http://schemas.microsoft.com/office/drawing/2014/main" id="{727838ED-17E5-2EDA-7DFF-15594999376A}"/>
              </a:ext>
            </a:extLst>
          </p:cNvPr>
          <p:cNvCxnSpPr/>
          <p:nvPr/>
        </p:nvCxnSpPr>
        <p:spPr>
          <a:xfrm rot="5400000" flipH="1">
            <a:off x="2802299" y="4264668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6DF1F58B-0B67-B987-2E90-6FF0F8722140}"/>
              </a:ext>
            </a:extLst>
          </p:cNvPr>
          <p:cNvSpPr txBox="1"/>
          <p:nvPr/>
        </p:nvSpPr>
        <p:spPr>
          <a:xfrm>
            <a:off x="1993136" y="3858431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293" name="橢圓 1292">
            <a:extLst>
              <a:ext uri="{FF2B5EF4-FFF2-40B4-BE49-F238E27FC236}">
                <a16:creationId xmlns:a16="http://schemas.microsoft.com/office/drawing/2014/main" id="{1B3210F2-B6F8-E790-1E6D-B3F5F5F8F2C7}"/>
              </a:ext>
            </a:extLst>
          </p:cNvPr>
          <p:cNvSpPr/>
          <p:nvPr/>
        </p:nvSpPr>
        <p:spPr>
          <a:xfrm rot="5400000">
            <a:off x="2118491" y="5048177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4" name="直線接點 1293">
            <a:extLst>
              <a:ext uri="{FF2B5EF4-FFF2-40B4-BE49-F238E27FC236}">
                <a16:creationId xmlns:a16="http://schemas.microsoft.com/office/drawing/2014/main" id="{FFD2894E-02BD-F1A6-6BE3-944325D1A53F}"/>
              </a:ext>
            </a:extLst>
          </p:cNvPr>
          <p:cNvCxnSpPr>
            <a:cxnSpLocks/>
          </p:cNvCxnSpPr>
          <p:nvPr/>
        </p:nvCxnSpPr>
        <p:spPr>
          <a:xfrm rot="5400000">
            <a:off x="2945068" y="4619191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5" name="橢圓 1294">
            <a:extLst>
              <a:ext uri="{FF2B5EF4-FFF2-40B4-BE49-F238E27FC236}">
                <a16:creationId xmlns:a16="http://schemas.microsoft.com/office/drawing/2014/main" id="{5F29E48B-A069-FB9B-D0B6-8CFF48E37487}"/>
              </a:ext>
            </a:extLst>
          </p:cNvPr>
          <p:cNvSpPr/>
          <p:nvPr/>
        </p:nvSpPr>
        <p:spPr>
          <a:xfrm rot="5134159">
            <a:off x="2367661" y="5044321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6" name="直線接點 1295">
            <a:extLst>
              <a:ext uri="{FF2B5EF4-FFF2-40B4-BE49-F238E27FC236}">
                <a16:creationId xmlns:a16="http://schemas.microsoft.com/office/drawing/2014/main" id="{B26E6EC8-B5E3-EA60-140B-E88177619DFE}"/>
              </a:ext>
            </a:extLst>
          </p:cNvPr>
          <p:cNvCxnSpPr>
            <a:cxnSpLocks/>
          </p:cNvCxnSpPr>
          <p:nvPr/>
        </p:nvCxnSpPr>
        <p:spPr>
          <a:xfrm rot="5400000">
            <a:off x="1734143" y="4706760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7" name="弧形 1296">
            <a:extLst>
              <a:ext uri="{FF2B5EF4-FFF2-40B4-BE49-F238E27FC236}">
                <a16:creationId xmlns:a16="http://schemas.microsoft.com/office/drawing/2014/main" id="{D8184959-FFA3-4E47-D454-AC1586F973D3}"/>
              </a:ext>
            </a:extLst>
          </p:cNvPr>
          <p:cNvSpPr/>
          <p:nvPr/>
        </p:nvSpPr>
        <p:spPr>
          <a:xfrm rot="16200000">
            <a:off x="2169127" y="4942756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8" name="直線接點 1297">
            <a:extLst>
              <a:ext uri="{FF2B5EF4-FFF2-40B4-BE49-F238E27FC236}">
                <a16:creationId xmlns:a16="http://schemas.microsoft.com/office/drawing/2014/main" id="{AAA8E8E5-9E5A-C616-B383-1AE18F896E53}"/>
              </a:ext>
            </a:extLst>
          </p:cNvPr>
          <p:cNvCxnSpPr/>
          <p:nvPr/>
        </p:nvCxnSpPr>
        <p:spPr>
          <a:xfrm rot="5400000" flipH="1">
            <a:off x="2928609" y="497569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直線接點 1298">
            <a:extLst>
              <a:ext uri="{FF2B5EF4-FFF2-40B4-BE49-F238E27FC236}">
                <a16:creationId xmlns:a16="http://schemas.microsoft.com/office/drawing/2014/main" id="{3B0079D7-B30B-1691-4387-EB107230C5AD}"/>
              </a:ext>
            </a:extLst>
          </p:cNvPr>
          <p:cNvCxnSpPr/>
          <p:nvPr/>
        </p:nvCxnSpPr>
        <p:spPr>
          <a:xfrm rot="5400000" flipH="1">
            <a:off x="2812067" y="497569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1" name="橢圓 1300">
            <a:extLst>
              <a:ext uri="{FF2B5EF4-FFF2-40B4-BE49-F238E27FC236}">
                <a16:creationId xmlns:a16="http://schemas.microsoft.com/office/drawing/2014/main" id="{F88922EC-0C91-4709-4537-A37D7455A04A}"/>
              </a:ext>
            </a:extLst>
          </p:cNvPr>
          <p:cNvSpPr/>
          <p:nvPr/>
        </p:nvSpPr>
        <p:spPr>
          <a:xfrm rot="5400000">
            <a:off x="2121081" y="5771572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2" name="直線接點 1301">
            <a:extLst>
              <a:ext uri="{FF2B5EF4-FFF2-40B4-BE49-F238E27FC236}">
                <a16:creationId xmlns:a16="http://schemas.microsoft.com/office/drawing/2014/main" id="{C969306D-D0C0-9520-46C6-24E36316253A}"/>
              </a:ext>
            </a:extLst>
          </p:cNvPr>
          <p:cNvCxnSpPr>
            <a:cxnSpLocks/>
          </p:cNvCxnSpPr>
          <p:nvPr/>
        </p:nvCxnSpPr>
        <p:spPr>
          <a:xfrm rot="5400000">
            <a:off x="2931379" y="5342586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3" name="橢圓 1302">
            <a:extLst>
              <a:ext uri="{FF2B5EF4-FFF2-40B4-BE49-F238E27FC236}">
                <a16:creationId xmlns:a16="http://schemas.microsoft.com/office/drawing/2014/main" id="{1435B5CF-FDA5-DF67-1B0C-B49810775D3D}"/>
              </a:ext>
            </a:extLst>
          </p:cNvPr>
          <p:cNvSpPr/>
          <p:nvPr/>
        </p:nvSpPr>
        <p:spPr>
          <a:xfrm rot="5134159">
            <a:off x="2370252" y="5767714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4" name="直線接點 1303">
            <a:extLst>
              <a:ext uri="{FF2B5EF4-FFF2-40B4-BE49-F238E27FC236}">
                <a16:creationId xmlns:a16="http://schemas.microsoft.com/office/drawing/2014/main" id="{95D5B6F5-AF41-2001-0470-4D18A2FF6E16}"/>
              </a:ext>
            </a:extLst>
          </p:cNvPr>
          <p:cNvCxnSpPr>
            <a:cxnSpLocks/>
          </p:cNvCxnSpPr>
          <p:nvPr/>
        </p:nvCxnSpPr>
        <p:spPr>
          <a:xfrm rot="5400000">
            <a:off x="1736734" y="5430155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5" name="弧形 1304">
            <a:extLst>
              <a:ext uri="{FF2B5EF4-FFF2-40B4-BE49-F238E27FC236}">
                <a16:creationId xmlns:a16="http://schemas.microsoft.com/office/drawing/2014/main" id="{4555EF16-F6C7-04D4-4590-E2309AEFE9F3}"/>
              </a:ext>
            </a:extLst>
          </p:cNvPr>
          <p:cNvSpPr/>
          <p:nvPr/>
        </p:nvSpPr>
        <p:spPr>
          <a:xfrm rot="16200000">
            <a:off x="2173789" y="5663102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6" name="直線接點 1305">
            <a:extLst>
              <a:ext uri="{FF2B5EF4-FFF2-40B4-BE49-F238E27FC236}">
                <a16:creationId xmlns:a16="http://schemas.microsoft.com/office/drawing/2014/main" id="{68F282F3-A396-AADE-4D05-3BD99FE8657C}"/>
              </a:ext>
            </a:extLst>
          </p:cNvPr>
          <p:cNvCxnSpPr/>
          <p:nvPr/>
        </p:nvCxnSpPr>
        <p:spPr>
          <a:xfrm rot="5400000" flipH="1">
            <a:off x="2931200" y="5699091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直線接點 1306">
            <a:extLst>
              <a:ext uri="{FF2B5EF4-FFF2-40B4-BE49-F238E27FC236}">
                <a16:creationId xmlns:a16="http://schemas.microsoft.com/office/drawing/2014/main" id="{61D3ABD4-6CF6-EA13-E068-0D5C8AA33727}"/>
              </a:ext>
            </a:extLst>
          </p:cNvPr>
          <p:cNvCxnSpPr/>
          <p:nvPr/>
        </p:nvCxnSpPr>
        <p:spPr>
          <a:xfrm rot="5400000" flipH="1">
            <a:off x="2814656" y="5699090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9" name="文字方塊 1308">
            <a:extLst>
              <a:ext uri="{FF2B5EF4-FFF2-40B4-BE49-F238E27FC236}">
                <a16:creationId xmlns:a16="http://schemas.microsoft.com/office/drawing/2014/main" id="{173596D2-5181-E9E6-8602-9FA77902815D}"/>
              </a:ext>
            </a:extLst>
          </p:cNvPr>
          <p:cNvSpPr txBox="1"/>
          <p:nvPr/>
        </p:nvSpPr>
        <p:spPr>
          <a:xfrm>
            <a:off x="2005495" y="5274855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10" name="橢圓 1309">
            <a:extLst>
              <a:ext uri="{FF2B5EF4-FFF2-40B4-BE49-F238E27FC236}">
                <a16:creationId xmlns:a16="http://schemas.microsoft.com/office/drawing/2014/main" id="{0B6AE94C-265F-74DB-E5BD-156A1011BCCC}"/>
              </a:ext>
            </a:extLst>
          </p:cNvPr>
          <p:cNvSpPr/>
          <p:nvPr/>
        </p:nvSpPr>
        <p:spPr>
          <a:xfrm rot="5400000">
            <a:off x="2121081" y="6530827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1" name="直線接點 1310">
            <a:extLst>
              <a:ext uri="{FF2B5EF4-FFF2-40B4-BE49-F238E27FC236}">
                <a16:creationId xmlns:a16="http://schemas.microsoft.com/office/drawing/2014/main" id="{510AF5F9-9CF4-6E18-D9C7-6EA451CFE02E}"/>
              </a:ext>
            </a:extLst>
          </p:cNvPr>
          <p:cNvCxnSpPr>
            <a:cxnSpLocks/>
          </p:cNvCxnSpPr>
          <p:nvPr/>
        </p:nvCxnSpPr>
        <p:spPr>
          <a:xfrm rot="5400000">
            <a:off x="2931379" y="6101841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2" name="橢圓 1311">
            <a:extLst>
              <a:ext uri="{FF2B5EF4-FFF2-40B4-BE49-F238E27FC236}">
                <a16:creationId xmlns:a16="http://schemas.microsoft.com/office/drawing/2014/main" id="{D6A47086-0A8C-0DC4-9B89-79EC81B7EDFA}"/>
              </a:ext>
            </a:extLst>
          </p:cNvPr>
          <p:cNvSpPr/>
          <p:nvPr/>
        </p:nvSpPr>
        <p:spPr>
          <a:xfrm rot="5134159">
            <a:off x="2370252" y="6526970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3" name="直線接點 1312">
            <a:extLst>
              <a:ext uri="{FF2B5EF4-FFF2-40B4-BE49-F238E27FC236}">
                <a16:creationId xmlns:a16="http://schemas.microsoft.com/office/drawing/2014/main" id="{E34E4802-8C4C-0637-F51E-BFE87005B6F9}"/>
              </a:ext>
            </a:extLst>
          </p:cNvPr>
          <p:cNvCxnSpPr>
            <a:cxnSpLocks/>
          </p:cNvCxnSpPr>
          <p:nvPr/>
        </p:nvCxnSpPr>
        <p:spPr>
          <a:xfrm rot="5400000">
            <a:off x="1736734" y="6189409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4" name="弧形 1313">
            <a:extLst>
              <a:ext uri="{FF2B5EF4-FFF2-40B4-BE49-F238E27FC236}">
                <a16:creationId xmlns:a16="http://schemas.microsoft.com/office/drawing/2014/main" id="{052B92E7-3CEA-094F-B0FF-B7834E10C4FC}"/>
              </a:ext>
            </a:extLst>
          </p:cNvPr>
          <p:cNvSpPr/>
          <p:nvPr/>
        </p:nvSpPr>
        <p:spPr>
          <a:xfrm rot="16200000">
            <a:off x="2173789" y="6414280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5" name="直線接點 1314">
            <a:extLst>
              <a:ext uri="{FF2B5EF4-FFF2-40B4-BE49-F238E27FC236}">
                <a16:creationId xmlns:a16="http://schemas.microsoft.com/office/drawing/2014/main" id="{9383FC71-EBB9-5441-31A2-0DE5C831B55C}"/>
              </a:ext>
            </a:extLst>
          </p:cNvPr>
          <p:cNvCxnSpPr/>
          <p:nvPr/>
        </p:nvCxnSpPr>
        <p:spPr>
          <a:xfrm rot="5400000" flipH="1">
            <a:off x="2931200" y="645834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直線接點 1315">
            <a:extLst>
              <a:ext uri="{FF2B5EF4-FFF2-40B4-BE49-F238E27FC236}">
                <a16:creationId xmlns:a16="http://schemas.microsoft.com/office/drawing/2014/main" id="{BAC105AD-4098-2734-D90B-8BF9BA19968F}"/>
              </a:ext>
            </a:extLst>
          </p:cNvPr>
          <p:cNvCxnSpPr/>
          <p:nvPr/>
        </p:nvCxnSpPr>
        <p:spPr>
          <a:xfrm rot="5400000" flipH="1">
            <a:off x="2814656" y="645834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8" name="文字方塊 1317">
            <a:extLst>
              <a:ext uri="{FF2B5EF4-FFF2-40B4-BE49-F238E27FC236}">
                <a16:creationId xmlns:a16="http://schemas.microsoft.com/office/drawing/2014/main" id="{5AFB16D8-562B-8D1D-9F08-BE918C29E73C}"/>
              </a:ext>
            </a:extLst>
          </p:cNvPr>
          <p:cNvSpPr txBox="1"/>
          <p:nvPr/>
        </p:nvSpPr>
        <p:spPr>
          <a:xfrm>
            <a:off x="2005494" y="6033745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19" name="橢圓 1318">
            <a:extLst>
              <a:ext uri="{FF2B5EF4-FFF2-40B4-BE49-F238E27FC236}">
                <a16:creationId xmlns:a16="http://schemas.microsoft.com/office/drawing/2014/main" id="{33A5E467-A7BB-37FC-4BC5-05E0B2AD5D06}"/>
              </a:ext>
            </a:extLst>
          </p:cNvPr>
          <p:cNvSpPr/>
          <p:nvPr/>
        </p:nvSpPr>
        <p:spPr>
          <a:xfrm rot="5400000">
            <a:off x="2125964" y="7307426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0" name="直線接點 1319">
            <a:extLst>
              <a:ext uri="{FF2B5EF4-FFF2-40B4-BE49-F238E27FC236}">
                <a16:creationId xmlns:a16="http://schemas.microsoft.com/office/drawing/2014/main" id="{ED323C70-A61F-85AE-C7D3-9A37F91DBC08}"/>
              </a:ext>
            </a:extLst>
          </p:cNvPr>
          <p:cNvCxnSpPr>
            <a:cxnSpLocks/>
          </p:cNvCxnSpPr>
          <p:nvPr/>
        </p:nvCxnSpPr>
        <p:spPr>
          <a:xfrm rot="5400000">
            <a:off x="2936263" y="6878441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" name="橢圓 1320">
            <a:extLst>
              <a:ext uri="{FF2B5EF4-FFF2-40B4-BE49-F238E27FC236}">
                <a16:creationId xmlns:a16="http://schemas.microsoft.com/office/drawing/2014/main" id="{1A765D10-A9CF-6209-B62F-09F9E287AA79}"/>
              </a:ext>
            </a:extLst>
          </p:cNvPr>
          <p:cNvSpPr/>
          <p:nvPr/>
        </p:nvSpPr>
        <p:spPr>
          <a:xfrm rot="5134159">
            <a:off x="2375136" y="7303569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2" name="直線接點 1321">
            <a:extLst>
              <a:ext uri="{FF2B5EF4-FFF2-40B4-BE49-F238E27FC236}">
                <a16:creationId xmlns:a16="http://schemas.microsoft.com/office/drawing/2014/main" id="{B4B0CABF-C8D3-B20C-3AA9-4802B6B02F6A}"/>
              </a:ext>
            </a:extLst>
          </p:cNvPr>
          <p:cNvCxnSpPr>
            <a:cxnSpLocks/>
          </p:cNvCxnSpPr>
          <p:nvPr/>
        </p:nvCxnSpPr>
        <p:spPr>
          <a:xfrm rot="5400000">
            <a:off x="1741618" y="6966009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3" name="弧形 1322">
            <a:extLst>
              <a:ext uri="{FF2B5EF4-FFF2-40B4-BE49-F238E27FC236}">
                <a16:creationId xmlns:a16="http://schemas.microsoft.com/office/drawing/2014/main" id="{766CE271-C7B2-8959-F25B-C1DDE9EC9C0A}"/>
              </a:ext>
            </a:extLst>
          </p:cNvPr>
          <p:cNvSpPr/>
          <p:nvPr/>
        </p:nvSpPr>
        <p:spPr>
          <a:xfrm rot="16200000">
            <a:off x="2178673" y="7198956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4" name="直線接點 1323">
            <a:extLst>
              <a:ext uri="{FF2B5EF4-FFF2-40B4-BE49-F238E27FC236}">
                <a16:creationId xmlns:a16="http://schemas.microsoft.com/office/drawing/2014/main" id="{BB99D6A8-4189-1AC6-0CC2-EB5495FF19F6}"/>
              </a:ext>
            </a:extLst>
          </p:cNvPr>
          <p:cNvCxnSpPr/>
          <p:nvPr/>
        </p:nvCxnSpPr>
        <p:spPr>
          <a:xfrm rot="5400000" flipH="1">
            <a:off x="2936084" y="723494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直線接點 1324">
            <a:extLst>
              <a:ext uri="{FF2B5EF4-FFF2-40B4-BE49-F238E27FC236}">
                <a16:creationId xmlns:a16="http://schemas.microsoft.com/office/drawing/2014/main" id="{BF6E2CEB-59E0-96C4-2DC0-49FCD952CE96}"/>
              </a:ext>
            </a:extLst>
          </p:cNvPr>
          <p:cNvCxnSpPr/>
          <p:nvPr/>
        </p:nvCxnSpPr>
        <p:spPr>
          <a:xfrm rot="5400000" flipH="1">
            <a:off x="2819541" y="723494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7" name="文字方塊 1326">
            <a:extLst>
              <a:ext uri="{FF2B5EF4-FFF2-40B4-BE49-F238E27FC236}">
                <a16:creationId xmlns:a16="http://schemas.microsoft.com/office/drawing/2014/main" id="{BF9A1B19-1288-C6ED-A627-6844F7B04E06}"/>
              </a:ext>
            </a:extLst>
          </p:cNvPr>
          <p:cNvSpPr txBox="1"/>
          <p:nvPr/>
        </p:nvSpPr>
        <p:spPr>
          <a:xfrm>
            <a:off x="2010378" y="6861061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28" name="橢圓 1327">
            <a:extLst>
              <a:ext uri="{FF2B5EF4-FFF2-40B4-BE49-F238E27FC236}">
                <a16:creationId xmlns:a16="http://schemas.microsoft.com/office/drawing/2014/main" id="{93F4BD18-D46F-3CC0-994A-ABDF9C11DEBA}"/>
              </a:ext>
            </a:extLst>
          </p:cNvPr>
          <p:cNvSpPr/>
          <p:nvPr/>
        </p:nvSpPr>
        <p:spPr>
          <a:xfrm rot="5400000">
            <a:off x="2135731" y="8132487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9" name="直線接點 1328">
            <a:extLst>
              <a:ext uri="{FF2B5EF4-FFF2-40B4-BE49-F238E27FC236}">
                <a16:creationId xmlns:a16="http://schemas.microsoft.com/office/drawing/2014/main" id="{75994650-D298-7EDF-FDEA-3DDC1C190604}"/>
              </a:ext>
            </a:extLst>
          </p:cNvPr>
          <p:cNvCxnSpPr>
            <a:cxnSpLocks/>
          </p:cNvCxnSpPr>
          <p:nvPr/>
        </p:nvCxnSpPr>
        <p:spPr>
          <a:xfrm rot="5400000">
            <a:off x="2962308" y="7703501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0" name="橢圓 1329">
            <a:extLst>
              <a:ext uri="{FF2B5EF4-FFF2-40B4-BE49-F238E27FC236}">
                <a16:creationId xmlns:a16="http://schemas.microsoft.com/office/drawing/2014/main" id="{3E6227F9-AB6E-3265-09D9-6C25B2C125F6}"/>
              </a:ext>
            </a:extLst>
          </p:cNvPr>
          <p:cNvSpPr/>
          <p:nvPr/>
        </p:nvSpPr>
        <p:spPr>
          <a:xfrm rot="5134159">
            <a:off x="2384902" y="8128630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31" name="直線接點 1330">
            <a:extLst>
              <a:ext uri="{FF2B5EF4-FFF2-40B4-BE49-F238E27FC236}">
                <a16:creationId xmlns:a16="http://schemas.microsoft.com/office/drawing/2014/main" id="{A6A9705C-FE60-E052-EB31-23B4C3324021}"/>
              </a:ext>
            </a:extLst>
          </p:cNvPr>
          <p:cNvCxnSpPr>
            <a:cxnSpLocks/>
          </p:cNvCxnSpPr>
          <p:nvPr/>
        </p:nvCxnSpPr>
        <p:spPr>
          <a:xfrm rot="5400000">
            <a:off x="1751384" y="7791070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" name="弧形 1331">
            <a:extLst>
              <a:ext uri="{FF2B5EF4-FFF2-40B4-BE49-F238E27FC236}">
                <a16:creationId xmlns:a16="http://schemas.microsoft.com/office/drawing/2014/main" id="{91B82163-5097-0B9F-A613-0469F3506686}"/>
              </a:ext>
            </a:extLst>
          </p:cNvPr>
          <p:cNvSpPr/>
          <p:nvPr/>
        </p:nvSpPr>
        <p:spPr>
          <a:xfrm rot="16200000">
            <a:off x="2188440" y="8024355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33" name="直線接點 1332">
            <a:extLst>
              <a:ext uri="{FF2B5EF4-FFF2-40B4-BE49-F238E27FC236}">
                <a16:creationId xmlns:a16="http://schemas.microsoft.com/office/drawing/2014/main" id="{0A77CBF8-A00A-ADE6-688C-037AE13F76F1}"/>
              </a:ext>
            </a:extLst>
          </p:cNvPr>
          <p:cNvCxnSpPr/>
          <p:nvPr/>
        </p:nvCxnSpPr>
        <p:spPr>
          <a:xfrm rot="5400000" flipH="1">
            <a:off x="2945850" y="806000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直線接點 1333">
            <a:extLst>
              <a:ext uri="{FF2B5EF4-FFF2-40B4-BE49-F238E27FC236}">
                <a16:creationId xmlns:a16="http://schemas.microsoft.com/office/drawing/2014/main" id="{C0C7BB65-B41B-29E7-9C60-935C6DB2CB5D}"/>
              </a:ext>
            </a:extLst>
          </p:cNvPr>
          <p:cNvCxnSpPr/>
          <p:nvPr/>
        </p:nvCxnSpPr>
        <p:spPr>
          <a:xfrm rot="5400000" flipH="1">
            <a:off x="2829307" y="806000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6" name="文字方塊 1335">
            <a:extLst>
              <a:ext uri="{FF2B5EF4-FFF2-40B4-BE49-F238E27FC236}">
                <a16:creationId xmlns:a16="http://schemas.microsoft.com/office/drawing/2014/main" id="{6C8BBB8F-017E-9985-FF65-39082544537A}"/>
              </a:ext>
            </a:extLst>
          </p:cNvPr>
          <p:cNvSpPr txBox="1"/>
          <p:nvPr/>
        </p:nvSpPr>
        <p:spPr>
          <a:xfrm>
            <a:off x="2006949" y="4555550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37" name="文字方塊 1336">
            <a:extLst>
              <a:ext uri="{FF2B5EF4-FFF2-40B4-BE49-F238E27FC236}">
                <a16:creationId xmlns:a16="http://schemas.microsoft.com/office/drawing/2014/main" id="{F272BDFB-2D9E-670D-C763-8FF7E5940215}"/>
              </a:ext>
            </a:extLst>
          </p:cNvPr>
          <p:cNvSpPr txBox="1"/>
          <p:nvPr/>
        </p:nvSpPr>
        <p:spPr>
          <a:xfrm>
            <a:off x="2014209" y="7648167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39" name="橢圓 1338">
            <a:extLst>
              <a:ext uri="{FF2B5EF4-FFF2-40B4-BE49-F238E27FC236}">
                <a16:creationId xmlns:a16="http://schemas.microsoft.com/office/drawing/2014/main" id="{848F512C-E168-C80A-16A6-B4EBFC5866CC}"/>
              </a:ext>
            </a:extLst>
          </p:cNvPr>
          <p:cNvSpPr/>
          <p:nvPr/>
        </p:nvSpPr>
        <p:spPr>
          <a:xfrm rot="5400000">
            <a:off x="2125964" y="8905594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0" name="直線接點 1339">
            <a:extLst>
              <a:ext uri="{FF2B5EF4-FFF2-40B4-BE49-F238E27FC236}">
                <a16:creationId xmlns:a16="http://schemas.microsoft.com/office/drawing/2014/main" id="{B527C856-73F2-0385-0D95-484CF280E634}"/>
              </a:ext>
            </a:extLst>
          </p:cNvPr>
          <p:cNvCxnSpPr>
            <a:cxnSpLocks/>
          </p:cNvCxnSpPr>
          <p:nvPr/>
        </p:nvCxnSpPr>
        <p:spPr>
          <a:xfrm rot="5400000">
            <a:off x="2936263" y="8476608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" name="橢圓 1340">
            <a:extLst>
              <a:ext uri="{FF2B5EF4-FFF2-40B4-BE49-F238E27FC236}">
                <a16:creationId xmlns:a16="http://schemas.microsoft.com/office/drawing/2014/main" id="{094C579A-93DB-358A-61B9-CF6A0B8C5F95}"/>
              </a:ext>
            </a:extLst>
          </p:cNvPr>
          <p:cNvSpPr/>
          <p:nvPr/>
        </p:nvSpPr>
        <p:spPr>
          <a:xfrm rot="5134159">
            <a:off x="2375136" y="890173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2" name="直線接點 1341">
            <a:extLst>
              <a:ext uri="{FF2B5EF4-FFF2-40B4-BE49-F238E27FC236}">
                <a16:creationId xmlns:a16="http://schemas.microsoft.com/office/drawing/2014/main" id="{1150C00F-AE1C-A4F4-AD7B-CCA3948B3349}"/>
              </a:ext>
            </a:extLst>
          </p:cNvPr>
          <p:cNvCxnSpPr>
            <a:cxnSpLocks/>
          </p:cNvCxnSpPr>
          <p:nvPr/>
        </p:nvCxnSpPr>
        <p:spPr>
          <a:xfrm rot="5400000">
            <a:off x="1741618" y="8564177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3" name="弧形 1342">
            <a:extLst>
              <a:ext uri="{FF2B5EF4-FFF2-40B4-BE49-F238E27FC236}">
                <a16:creationId xmlns:a16="http://schemas.microsoft.com/office/drawing/2014/main" id="{62B4E5A0-9038-3984-4575-ED36284175A2}"/>
              </a:ext>
            </a:extLst>
          </p:cNvPr>
          <p:cNvSpPr/>
          <p:nvPr/>
        </p:nvSpPr>
        <p:spPr>
          <a:xfrm rot="16200000">
            <a:off x="2178673" y="8797123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4" name="直線接點 1343">
            <a:extLst>
              <a:ext uri="{FF2B5EF4-FFF2-40B4-BE49-F238E27FC236}">
                <a16:creationId xmlns:a16="http://schemas.microsoft.com/office/drawing/2014/main" id="{A7D42DA0-3537-8BCD-F827-7FCD0703A8D4}"/>
              </a:ext>
            </a:extLst>
          </p:cNvPr>
          <p:cNvCxnSpPr/>
          <p:nvPr/>
        </p:nvCxnSpPr>
        <p:spPr>
          <a:xfrm rot="5400000" flipH="1">
            <a:off x="2936084" y="883311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直線接點 1344">
            <a:extLst>
              <a:ext uri="{FF2B5EF4-FFF2-40B4-BE49-F238E27FC236}">
                <a16:creationId xmlns:a16="http://schemas.microsoft.com/office/drawing/2014/main" id="{2CC49247-57DC-4564-35A6-4F92BF5E3D29}"/>
              </a:ext>
            </a:extLst>
          </p:cNvPr>
          <p:cNvCxnSpPr/>
          <p:nvPr/>
        </p:nvCxnSpPr>
        <p:spPr>
          <a:xfrm rot="5400000" flipH="1">
            <a:off x="2819541" y="8833113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8ACA7250-F19C-C618-0DF2-8D6B73E55F0C}"/>
              </a:ext>
            </a:extLst>
          </p:cNvPr>
          <p:cNvSpPr txBox="1"/>
          <p:nvPr/>
        </p:nvSpPr>
        <p:spPr>
          <a:xfrm>
            <a:off x="2010378" y="8422068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48" name="橢圓 1347">
            <a:extLst>
              <a:ext uri="{FF2B5EF4-FFF2-40B4-BE49-F238E27FC236}">
                <a16:creationId xmlns:a16="http://schemas.microsoft.com/office/drawing/2014/main" id="{312BDCF0-8709-3479-2F3F-377C300E9822}"/>
              </a:ext>
            </a:extLst>
          </p:cNvPr>
          <p:cNvSpPr/>
          <p:nvPr/>
        </p:nvSpPr>
        <p:spPr>
          <a:xfrm rot="5400000">
            <a:off x="2125964" y="9711727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9" name="直線接點 1348">
            <a:extLst>
              <a:ext uri="{FF2B5EF4-FFF2-40B4-BE49-F238E27FC236}">
                <a16:creationId xmlns:a16="http://schemas.microsoft.com/office/drawing/2014/main" id="{B19ABF41-A0EF-F3D6-0E5F-DA81442C8F27}"/>
              </a:ext>
            </a:extLst>
          </p:cNvPr>
          <p:cNvCxnSpPr>
            <a:cxnSpLocks/>
          </p:cNvCxnSpPr>
          <p:nvPr/>
        </p:nvCxnSpPr>
        <p:spPr>
          <a:xfrm rot="5400000">
            <a:off x="2936263" y="9282741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0" name="橢圓 1349">
            <a:extLst>
              <a:ext uri="{FF2B5EF4-FFF2-40B4-BE49-F238E27FC236}">
                <a16:creationId xmlns:a16="http://schemas.microsoft.com/office/drawing/2014/main" id="{CDB92638-839B-40DD-8276-AFF04EDAFFA3}"/>
              </a:ext>
            </a:extLst>
          </p:cNvPr>
          <p:cNvSpPr/>
          <p:nvPr/>
        </p:nvSpPr>
        <p:spPr>
          <a:xfrm rot="5134159">
            <a:off x="2375136" y="9707869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1" name="直線接點 1350">
            <a:extLst>
              <a:ext uri="{FF2B5EF4-FFF2-40B4-BE49-F238E27FC236}">
                <a16:creationId xmlns:a16="http://schemas.microsoft.com/office/drawing/2014/main" id="{9E0D7022-E152-50D6-53F6-A5AA09021F4A}"/>
              </a:ext>
            </a:extLst>
          </p:cNvPr>
          <p:cNvCxnSpPr>
            <a:cxnSpLocks/>
          </p:cNvCxnSpPr>
          <p:nvPr/>
        </p:nvCxnSpPr>
        <p:spPr>
          <a:xfrm rot="5400000">
            <a:off x="1741618" y="9370310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弧形 1351">
            <a:extLst>
              <a:ext uri="{FF2B5EF4-FFF2-40B4-BE49-F238E27FC236}">
                <a16:creationId xmlns:a16="http://schemas.microsoft.com/office/drawing/2014/main" id="{D5806BB5-670F-4923-8596-091DB8BC6689}"/>
              </a:ext>
            </a:extLst>
          </p:cNvPr>
          <p:cNvSpPr/>
          <p:nvPr/>
        </p:nvSpPr>
        <p:spPr>
          <a:xfrm rot="16200000">
            <a:off x="2178673" y="9603255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3" name="直線接點 1352">
            <a:extLst>
              <a:ext uri="{FF2B5EF4-FFF2-40B4-BE49-F238E27FC236}">
                <a16:creationId xmlns:a16="http://schemas.microsoft.com/office/drawing/2014/main" id="{6208011A-21C8-3A48-838A-7AF1D1EE082A}"/>
              </a:ext>
            </a:extLst>
          </p:cNvPr>
          <p:cNvCxnSpPr/>
          <p:nvPr/>
        </p:nvCxnSpPr>
        <p:spPr>
          <a:xfrm rot="5400000" flipH="1">
            <a:off x="2936084" y="963924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直線接點 1353">
            <a:extLst>
              <a:ext uri="{FF2B5EF4-FFF2-40B4-BE49-F238E27FC236}">
                <a16:creationId xmlns:a16="http://schemas.microsoft.com/office/drawing/2014/main" id="{74E38C05-A766-1B9B-B482-0FC94FA5518D}"/>
              </a:ext>
            </a:extLst>
          </p:cNvPr>
          <p:cNvCxnSpPr/>
          <p:nvPr/>
        </p:nvCxnSpPr>
        <p:spPr>
          <a:xfrm rot="5400000" flipH="1">
            <a:off x="2819541" y="963924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6" name="文字方塊 1355">
            <a:extLst>
              <a:ext uri="{FF2B5EF4-FFF2-40B4-BE49-F238E27FC236}">
                <a16:creationId xmlns:a16="http://schemas.microsoft.com/office/drawing/2014/main" id="{83E55651-061B-FECD-D02E-C940CBA2C742}"/>
              </a:ext>
            </a:extLst>
          </p:cNvPr>
          <p:cNvSpPr txBox="1"/>
          <p:nvPr/>
        </p:nvSpPr>
        <p:spPr>
          <a:xfrm>
            <a:off x="2010378" y="9255217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57" name="橢圓 1356">
            <a:extLst>
              <a:ext uri="{FF2B5EF4-FFF2-40B4-BE49-F238E27FC236}">
                <a16:creationId xmlns:a16="http://schemas.microsoft.com/office/drawing/2014/main" id="{1764A3D8-B0CE-E89D-9CDB-FA6AD53A0A27}"/>
              </a:ext>
            </a:extLst>
          </p:cNvPr>
          <p:cNvSpPr/>
          <p:nvPr/>
        </p:nvSpPr>
        <p:spPr>
          <a:xfrm rot="5400000">
            <a:off x="2130848" y="1051874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8" name="直線接點 1357">
            <a:extLst>
              <a:ext uri="{FF2B5EF4-FFF2-40B4-BE49-F238E27FC236}">
                <a16:creationId xmlns:a16="http://schemas.microsoft.com/office/drawing/2014/main" id="{8114F31D-8AF1-F3AA-C771-F134B055C18B}"/>
              </a:ext>
            </a:extLst>
          </p:cNvPr>
          <p:cNvCxnSpPr>
            <a:cxnSpLocks/>
          </p:cNvCxnSpPr>
          <p:nvPr/>
        </p:nvCxnSpPr>
        <p:spPr>
          <a:xfrm rot="5400000">
            <a:off x="2941146" y="10089764"/>
            <a:ext cx="2287" cy="9374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9" name="橢圓 1358">
            <a:extLst>
              <a:ext uri="{FF2B5EF4-FFF2-40B4-BE49-F238E27FC236}">
                <a16:creationId xmlns:a16="http://schemas.microsoft.com/office/drawing/2014/main" id="{3BBC730C-EF53-CF6D-EE4F-0571104E2206}"/>
              </a:ext>
            </a:extLst>
          </p:cNvPr>
          <p:cNvSpPr/>
          <p:nvPr/>
        </p:nvSpPr>
        <p:spPr>
          <a:xfrm rot="5134159">
            <a:off x="2380019" y="10514892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0" name="直線接點 1359">
            <a:extLst>
              <a:ext uri="{FF2B5EF4-FFF2-40B4-BE49-F238E27FC236}">
                <a16:creationId xmlns:a16="http://schemas.microsoft.com/office/drawing/2014/main" id="{643FEF9F-C94D-5554-534D-7BD1BDE266AD}"/>
              </a:ext>
            </a:extLst>
          </p:cNvPr>
          <p:cNvCxnSpPr>
            <a:cxnSpLocks/>
          </p:cNvCxnSpPr>
          <p:nvPr/>
        </p:nvCxnSpPr>
        <p:spPr>
          <a:xfrm rot="5400000">
            <a:off x="1746502" y="10177332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1" name="弧形 1360">
            <a:extLst>
              <a:ext uri="{FF2B5EF4-FFF2-40B4-BE49-F238E27FC236}">
                <a16:creationId xmlns:a16="http://schemas.microsoft.com/office/drawing/2014/main" id="{8FC9E2BD-16E8-0A60-A0B4-7218EED2F9B6}"/>
              </a:ext>
            </a:extLst>
          </p:cNvPr>
          <p:cNvSpPr/>
          <p:nvPr/>
        </p:nvSpPr>
        <p:spPr>
          <a:xfrm rot="16200000">
            <a:off x="2183555" y="10434604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2" name="直線接點 1361">
            <a:extLst>
              <a:ext uri="{FF2B5EF4-FFF2-40B4-BE49-F238E27FC236}">
                <a16:creationId xmlns:a16="http://schemas.microsoft.com/office/drawing/2014/main" id="{EDEC343D-55DB-FC9A-4655-A2B6C8851919}"/>
              </a:ext>
            </a:extLst>
          </p:cNvPr>
          <p:cNvCxnSpPr/>
          <p:nvPr/>
        </p:nvCxnSpPr>
        <p:spPr>
          <a:xfrm rot="5400000" flipH="1">
            <a:off x="2940966" y="1046655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直線接點 1362">
            <a:extLst>
              <a:ext uri="{FF2B5EF4-FFF2-40B4-BE49-F238E27FC236}">
                <a16:creationId xmlns:a16="http://schemas.microsoft.com/office/drawing/2014/main" id="{AF62C61F-A76E-EE63-C2CC-6AC48091DCF7}"/>
              </a:ext>
            </a:extLst>
          </p:cNvPr>
          <p:cNvCxnSpPr/>
          <p:nvPr/>
        </p:nvCxnSpPr>
        <p:spPr>
          <a:xfrm rot="5400000" flipH="1">
            <a:off x="2824424" y="1046655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文字方塊 1364">
            <a:extLst>
              <a:ext uri="{FF2B5EF4-FFF2-40B4-BE49-F238E27FC236}">
                <a16:creationId xmlns:a16="http://schemas.microsoft.com/office/drawing/2014/main" id="{E066CBC0-6D0B-2DF8-31A0-BBA81B48EF3F}"/>
              </a:ext>
            </a:extLst>
          </p:cNvPr>
          <p:cNvSpPr txBox="1"/>
          <p:nvPr/>
        </p:nvSpPr>
        <p:spPr>
          <a:xfrm>
            <a:off x="2015262" y="10041953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66" name="橢圓 1365">
            <a:extLst>
              <a:ext uri="{FF2B5EF4-FFF2-40B4-BE49-F238E27FC236}">
                <a16:creationId xmlns:a16="http://schemas.microsoft.com/office/drawing/2014/main" id="{096D418D-3BA2-86D4-01CF-DE18AFF918D9}"/>
              </a:ext>
            </a:extLst>
          </p:cNvPr>
          <p:cNvSpPr/>
          <p:nvPr/>
        </p:nvSpPr>
        <p:spPr>
          <a:xfrm rot="5400000">
            <a:off x="2140614" y="11323514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7" name="直線接點 1366">
            <a:extLst>
              <a:ext uri="{FF2B5EF4-FFF2-40B4-BE49-F238E27FC236}">
                <a16:creationId xmlns:a16="http://schemas.microsoft.com/office/drawing/2014/main" id="{589A0377-2F99-316B-152B-3E7DA2323897}"/>
              </a:ext>
            </a:extLst>
          </p:cNvPr>
          <p:cNvCxnSpPr>
            <a:cxnSpLocks/>
          </p:cNvCxnSpPr>
          <p:nvPr/>
        </p:nvCxnSpPr>
        <p:spPr>
          <a:xfrm rot="5400000">
            <a:off x="2989978" y="10883525"/>
            <a:ext cx="0" cy="9680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8" name="橢圓 1367">
            <a:extLst>
              <a:ext uri="{FF2B5EF4-FFF2-40B4-BE49-F238E27FC236}">
                <a16:creationId xmlns:a16="http://schemas.microsoft.com/office/drawing/2014/main" id="{7148D3B2-7BF8-07CA-2F5F-E48613DE8D37}"/>
              </a:ext>
            </a:extLst>
          </p:cNvPr>
          <p:cNvSpPr/>
          <p:nvPr/>
        </p:nvSpPr>
        <p:spPr>
          <a:xfrm rot="5134159">
            <a:off x="2389787" y="11319656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9" name="直線接點 1368">
            <a:extLst>
              <a:ext uri="{FF2B5EF4-FFF2-40B4-BE49-F238E27FC236}">
                <a16:creationId xmlns:a16="http://schemas.microsoft.com/office/drawing/2014/main" id="{C1F676D0-362A-70CF-1947-6932B5504CA5}"/>
              </a:ext>
            </a:extLst>
          </p:cNvPr>
          <p:cNvCxnSpPr>
            <a:cxnSpLocks/>
          </p:cNvCxnSpPr>
          <p:nvPr/>
        </p:nvCxnSpPr>
        <p:spPr>
          <a:xfrm rot="5400000">
            <a:off x="1756268" y="10982097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0" name="弧形 1369">
            <a:extLst>
              <a:ext uri="{FF2B5EF4-FFF2-40B4-BE49-F238E27FC236}">
                <a16:creationId xmlns:a16="http://schemas.microsoft.com/office/drawing/2014/main" id="{9838438A-44AD-E4F9-32F0-90C52FF51939}"/>
              </a:ext>
            </a:extLst>
          </p:cNvPr>
          <p:cNvSpPr/>
          <p:nvPr/>
        </p:nvSpPr>
        <p:spPr>
          <a:xfrm rot="16200000">
            <a:off x="2193322" y="11223119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1" name="直線接點 1370">
            <a:extLst>
              <a:ext uri="{FF2B5EF4-FFF2-40B4-BE49-F238E27FC236}">
                <a16:creationId xmlns:a16="http://schemas.microsoft.com/office/drawing/2014/main" id="{BD7E136E-8FB2-F432-5C52-6DC5F3CE894F}"/>
              </a:ext>
            </a:extLst>
          </p:cNvPr>
          <p:cNvCxnSpPr/>
          <p:nvPr/>
        </p:nvCxnSpPr>
        <p:spPr>
          <a:xfrm rot="5400000" flipH="1">
            <a:off x="2950734" y="11251033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直線接點 1371">
            <a:extLst>
              <a:ext uri="{FF2B5EF4-FFF2-40B4-BE49-F238E27FC236}">
                <a16:creationId xmlns:a16="http://schemas.microsoft.com/office/drawing/2014/main" id="{5BE9402D-8539-523C-329E-7D6891B0BBF7}"/>
              </a:ext>
            </a:extLst>
          </p:cNvPr>
          <p:cNvCxnSpPr/>
          <p:nvPr/>
        </p:nvCxnSpPr>
        <p:spPr>
          <a:xfrm rot="5400000" flipH="1">
            <a:off x="2834191" y="11251032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5" name="橢圓 1374">
            <a:extLst>
              <a:ext uri="{FF2B5EF4-FFF2-40B4-BE49-F238E27FC236}">
                <a16:creationId xmlns:a16="http://schemas.microsoft.com/office/drawing/2014/main" id="{BF8AE9B1-B190-5BF5-6133-99CE6D7484AF}"/>
              </a:ext>
            </a:extLst>
          </p:cNvPr>
          <p:cNvSpPr/>
          <p:nvPr/>
        </p:nvSpPr>
        <p:spPr>
          <a:xfrm rot="5400000">
            <a:off x="4164435" y="2840996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91348C87-760E-88A7-FEAC-291D1D1A0801}"/>
              </a:ext>
            </a:extLst>
          </p:cNvPr>
          <p:cNvSpPr/>
          <p:nvPr/>
        </p:nvSpPr>
        <p:spPr>
          <a:xfrm rot="5134159">
            <a:off x="4413607" y="2846321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3EEB0459-4C10-3FC4-0795-88CE71D57B71}"/>
              </a:ext>
            </a:extLst>
          </p:cNvPr>
          <p:cNvCxnSpPr>
            <a:cxnSpLocks/>
          </p:cNvCxnSpPr>
          <p:nvPr/>
        </p:nvCxnSpPr>
        <p:spPr>
          <a:xfrm rot="5400000">
            <a:off x="3780089" y="2499579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A1BB0548-B237-F6BD-01F0-0B68DA29E61C}"/>
              </a:ext>
            </a:extLst>
          </p:cNvPr>
          <p:cNvSpPr/>
          <p:nvPr/>
        </p:nvSpPr>
        <p:spPr>
          <a:xfrm rot="16200000">
            <a:off x="4170387" y="2717736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4F96C14E-58B1-7BE1-0F98-930AB2A6F236}"/>
              </a:ext>
            </a:extLst>
          </p:cNvPr>
          <p:cNvCxnSpPr/>
          <p:nvPr/>
        </p:nvCxnSpPr>
        <p:spPr>
          <a:xfrm rot="5400000" flipH="1">
            <a:off x="3780943" y="2786878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4C5FDB1B-C170-6B61-313F-C35223B1AC84}"/>
              </a:ext>
            </a:extLst>
          </p:cNvPr>
          <p:cNvCxnSpPr/>
          <p:nvPr/>
        </p:nvCxnSpPr>
        <p:spPr>
          <a:xfrm rot="5400000" flipH="1">
            <a:off x="3664400" y="278687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75DA5B52-1D58-5F30-973E-985A714A5F64}"/>
              </a:ext>
            </a:extLst>
          </p:cNvPr>
          <p:cNvSpPr/>
          <p:nvPr/>
        </p:nvSpPr>
        <p:spPr>
          <a:xfrm rot="5400000">
            <a:off x="4164435" y="3602172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D6AE25D5-7679-1234-10C5-B19C3E28096B}"/>
              </a:ext>
            </a:extLst>
          </p:cNvPr>
          <p:cNvCxnSpPr>
            <a:cxnSpLocks/>
            <a:stCxn id="1524" idx="1"/>
          </p:cNvCxnSpPr>
          <p:nvPr/>
        </p:nvCxnSpPr>
        <p:spPr>
          <a:xfrm flipH="1" flipV="1">
            <a:off x="4445839" y="3653752"/>
            <a:ext cx="912080" cy="60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F42F8B8C-C639-C4EC-07E0-AB94A537F93E}"/>
              </a:ext>
            </a:extLst>
          </p:cNvPr>
          <p:cNvSpPr/>
          <p:nvPr/>
        </p:nvSpPr>
        <p:spPr>
          <a:xfrm rot="5134159">
            <a:off x="4413607" y="360902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A51E6181-3BD8-C9F0-DF55-27FF3520171E}"/>
              </a:ext>
            </a:extLst>
          </p:cNvPr>
          <p:cNvCxnSpPr>
            <a:cxnSpLocks/>
          </p:cNvCxnSpPr>
          <p:nvPr/>
        </p:nvCxnSpPr>
        <p:spPr>
          <a:xfrm rot="5400000" flipH="1">
            <a:off x="3786180" y="3262503"/>
            <a:ext cx="6564" cy="7643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296AF757-F060-AEDF-9D36-5DB8CA1699C0}"/>
              </a:ext>
            </a:extLst>
          </p:cNvPr>
          <p:cNvSpPr/>
          <p:nvPr/>
        </p:nvSpPr>
        <p:spPr>
          <a:xfrm rot="16200000">
            <a:off x="4211246" y="3489382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2F51A9F6-2FCA-29BD-237A-9AED54B1F0A6}"/>
              </a:ext>
            </a:extLst>
          </p:cNvPr>
          <p:cNvCxnSpPr/>
          <p:nvPr/>
        </p:nvCxnSpPr>
        <p:spPr>
          <a:xfrm rot="5400000" flipH="1">
            <a:off x="3780943" y="354958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A2F5E107-0358-5256-D67A-1210CA9E6211}"/>
              </a:ext>
            </a:extLst>
          </p:cNvPr>
          <p:cNvCxnSpPr/>
          <p:nvPr/>
        </p:nvCxnSpPr>
        <p:spPr>
          <a:xfrm rot="5400000" flipH="1">
            <a:off x="3664400" y="354958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E1C8B95C-918F-3E80-A32C-50F6549CCEC9}"/>
              </a:ext>
            </a:extLst>
          </p:cNvPr>
          <p:cNvSpPr txBox="1"/>
          <p:nvPr/>
        </p:nvSpPr>
        <p:spPr>
          <a:xfrm>
            <a:off x="4006490" y="2337511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93" name="橢圓 1392">
            <a:extLst>
              <a:ext uri="{FF2B5EF4-FFF2-40B4-BE49-F238E27FC236}">
                <a16:creationId xmlns:a16="http://schemas.microsoft.com/office/drawing/2014/main" id="{38368F61-8291-0415-466F-771345696F94}"/>
              </a:ext>
            </a:extLst>
          </p:cNvPr>
          <p:cNvSpPr/>
          <p:nvPr/>
        </p:nvSpPr>
        <p:spPr>
          <a:xfrm rot="5400000">
            <a:off x="4169319" y="4323687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4" name="直線接點 1393">
            <a:extLst>
              <a:ext uri="{FF2B5EF4-FFF2-40B4-BE49-F238E27FC236}">
                <a16:creationId xmlns:a16="http://schemas.microsoft.com/office/drawing/2014/main" id="{62710EF7-E36F-542F-2E72-ACF0B17C72C8}"/>
              </a:ext>
            </a:extLst>
          </p:cNvPr>
          <p:cNvCxnSpPr>
            <a:cxnSpLocks/>
          </p:cNvCxnSpPr>
          <p:nvPr/>
        </p:nvCxnSpPr>
        <p:spPr>
          <a:xfrm rot="5400000">
            <a:off x="4984216" y="3936846"/>
            <a:ext cx="10804" cy="8404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5" name="橢圓 1394">
            <a:extLst>
              <a:ext uri="{FF2B5EF4-FFF2-40B4-BE49-F238E27FC236}">
                <a16:creationId xmlns:a16="http://schemas.microsoft.com/office/drawing/2014/main" id="{FD329DDE-3426-3215-A702-76B506519D97}"/>
              </a:ext>
            </a:extLst>
          </p:cNvPr>
          <p:cNvSpPr/>
          <p:nvPr/>
        </p:nvSpPr>
        <p:spPr>
          <a:xfrm rot="5134159">
            <a:off x="4418491" y="431064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6" name="直線接點 1395">
            <a:extLst>
              <a:ext uri="{FF2B5EF4-FFF2-40B4-BE49-F238E27FC236}">
                <a16:creationId xmlns:a16="http://schemas.microsoft.com/office/drawing/2014/main" id="{264A9433-9620-B5DF-E897-4EEB9C6DBA11}"/>
              </a:ext>
            </a:extLst>
          </p:cNvPr>
          <p:cNvCxnSpPr>
            <a:cxnSpLocks/>
          </p:cNvCxnSpPr>
          <p:nvPr/>
        </p:nvCxnSpPr>
        <p:spPr>
          <a:xfrm rot="5400000">
            <a:off x="3784972" y="3982270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7" name="弧形 1396">
            <a:extLst>
              <a:ext uri="{FF2B5EF4-FFF2-40B4-BE49-F238E27FC236}">
                <a16:creationId xmlns:a16="http://schemas.microsoft.com/office/drawing/2014/main" id="{71817DD1-2E5D-B4E9-DE4C-B59E9E73B98F}"/>
              </a:ext>
            </a:extLst>
          </p:cNvPr>
          <p:cNvSpPr/>
          <p:nvPr/>
        </p:nvSpPr>
        <p:spPr>
          <a:xfrm rot="16200000">
            <a:off x="4207224" y="4203635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8" name="直線接點 1397">
            <a:extLst>
              <a:ext uri="{FF2B5EF4-FFF2-40B4-BE49-F238E27FC236}">
                <a16:creationId xmlns:a16="http://schemas.microsoft.com/office/drawing/2014/main" id="{DEFF407F-FCF3-E317-8E1B-3260F3FC978B}"/>
              </a:ext>
            </a:extLst>
          </p:cNvPr>
          <p:cNvCxnSpPr/>
          <p:nvPr/>
        </p:nvCxnSpPr>
        <p:spPr>
          <a:xfrm rot="5400000" flipH="1">
            <a:off x="3785827" y="425120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直線接點 1398">
            <a:extLst>
              <a:ext uri="{FF2B5EF4-FFF2-40B4-BE49-F238E27FC236}">
                <a16:creationId xmlns:a16="http://schemas.microsoft.com/office/drawing/2014/main" id="{43805CEB-F3BB-E9A1-43A1-9F2B91A68483}"/>
              </a:ext>
            </a:extLst>
          </p:cNvPr>
          <p:cNvCxnSpPr/>
          <p:nvPr/>
        </p:nvCxnSpPr>
        <p:spPr>
          <a:xfrm rot="5400000" flipH="1">
            <a:off x="3669284" y="425120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0B02086A-325A-BE02-A919-53ED74F8BF53}"/>
              </a:ext>
            </a:extLst>
          </p:cNvPr>
          <p:cNvSpPr txBox="1"/>
          <p:nvPr/>
        </p:nvSpPr>
        <p:spPr>
          <a:xfrm>
            <a:off x="4042844" y="3137687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2" name="橢圓 1401">
            <a:extLst>
              <a:ext uri="{FF2B5EF4-FFF2-40B4-BE49-F238E27FC236}">
                <a16:creationId xmlns:a16="http://schemas.microsoft.com/office/drawing/2014/main" id="{5F766FE6-D15B-26BB-6993-788CD01C70C0}"/>
              </a:ext>
            </a:extLst>
          </p:cNvPr>
          <p:cNvSpPr/>
          <p:nvPr/>
        </p:nvSpPr>
        <p:spPr>
          <a:xfrm rot="5400000">
            <a:off x="4179086" y="5034204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3" name="直線接點 1402">
            <a:extLst>
              <a:ext uri="{FF2B5EF4-FFF2-40B4-BE49-F238E27FC236}">
                <a16:creationId xmlns:a16="http://schemas.microsoft.com/office/drawing/2014/main" id="{9CFFB263-2BDC-89CC-AB3E-FD65275A3094}"/>
              </a:ext>
            </a:extLst>
          </p:cNvPr>
          <p:cNvCxnSpPr>
            <a:cxnSpLocks/>
          </p:cNvCxnSpPr>
          <p:nvPr/>
        </p:nvCxnSpPr>
        <p:spPr>
          <a:xfrm rot="5400000">
            <a:off x="4966941" y="4635723"/>
            <a:ext cx="1833" cy="8595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" name="橢圓 1403">
            <a:extLst>
              <a:ext uri="{FF2B5EF4-FFF2-40B4-BE49-F238E27FC236}">
                <a16:creationId xmlns:a16="http://schemas.microsoft.com/office/drawing/2014/main" id="{2F8BA0FA-C5FC-D8E3-87A9-462252CC0239}"/>
              </a:ext>
            </a:extLst>
          </p:cNvPr>
          <p:cNvSpPr/>
          <p:nvPr/>
        </p:nvSpPr>
        <p:spPr>
          <a:xfrm rot="5134159">
            <a:off x="4428257" y="5021676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5" name="直線接點 1404">
            <a:extLst>
              <a:ext uri="{FF2B5EF4-FFF2-40B4-BE49-F238E27FC236}">
                <a16:creationId xmlns:a16="http://schemas.microsoft.com/office/drawing/2014/main" id="{469330A9-E8E8-7AC7-2962-79828E9A38A5}"/>
              </a:ext>
            </a:extLst>
          </p:cNvPr>
          <p:cNvCxnSpPr>
            <a:cxnSpLocks/>
          </p:cNvCxnSpPr>
          <p:nvPr/>
        </p:nvCxnSpPr>
        <p:spPr>
          <a:xfrm rot="5400000">
            <a:off x="3794739" y="4692787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6" name="弧形 1405">
            <a:extLst>
              <a:ext uri="{FF2B5EF4-FFF2-40B4-BE49-F238E27FC236}">
                <a16:creationId xmlns:a16="http://schemas.microsoft.com/office/drawing/2014/main" id="{5BC4AE84-F6D4-D7DA-3E2A-F41B642ABE4D}"/>
              </a:ext>
            </a:extLst>
          </p:cNvPr>
          <p:cNvSpPr/>
          <p:nvPr/>
        </p:nvSpPr>
        <p:spPr>
          <a:xfrm rot="16200000">
            <a:off x="4207224" y="4935595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7" name="直線接點 1406">
            <a:extLst>
              <a:ext uri="{FF2B5EF4-FFF2-40B4-BE49-F238E27FC236}">
                <a16:creationId xmlns:a16="http://schemas.microsoft.com/office/drawing/2014/main" id="{AA5BEDAE-4322-304E-9817-9BCC6E0E93E3}"/>
              </a:ext>
            </a:extLst>
          </p:cNvPr>
          <p:cNvCxnSpPr/>
          <p:nvPr/>
        </p:nvCxnSpPr>
        <p:spPr>
          <a:xfrm rot="5400000" flipH="1">
            <a:off x="3795594" y="496223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8" name="直線接點 1407">
            <a:extLst>
              <a:ext uri="{FF2B5EF4-FFF2-40B4-BE49-F238E27FC236}">
                <a16:creationId xmlns:a16="http://schemas.microsoft.com/office/drawing/2014/main" id="{3B833030-995A-6DCD-1D6C-C83D8F4352B3}"/>
              </a:ext>
            </a:extLst>
          </p:cNvPr>
          <p:cNvCxnSpPr/>
          <p:nvPr/>
        </p:nvCxnSpPr>
        <p:spPr>
          <a:xfrm rot="5400000" flipH="1">
            <a:off x="3679050" y="496223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0" name="橢圓 1409">
            <a:extLst>
              <a:ext uri="{FF2B5EF4-FFF2-40B4-BE49-F238E27FC236}">
                <a16:creationId xmlns:a16="http://schemas.microsoft.com/office/drawing/2014/main" id="{C3AAC50A-6489-C584-EFDB-7BF868545A60}"/>
              </a:ext>
            </a:extLst>
          </p:cNvPr>
          <p:cNvSpPr/>
          <p:nvPr/>
        </p:nvSpPr>
        <p:spPr>
          <a:xfrm rot="5400000">
            <a:off x="4181676" y="5780299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1" name="直線接點 1410">
            <a:extLst>
              <a:ext uri="{FF2B5EF4-FFF2-40B4-BE49-F238E27FC236}">
                <a16:creationId xmlns:a16="http://schemas.microsoft.com/office/drawing/2014/main" id="{F49CB8C0-57C6-BBC8-C8DF-1F457C74AFD3}"/>
              </a:ext>
            </a:extLst>
          </p:cNvPr>
          <p:cNvCxnSpPr>
            <a:cxnSpLocks/>
          </p:cNvCxnSpPr>
          <p:nvPr/>
        </p:nvCxnSpPr>
        <p:spPr>
          <a:xfrm rot="5400000">
            <a:off x="4960097" y="5374464"/>
            <a:ext cx="1833" cy="8732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2" name="橢圓 1411">
            <a:extLst>
              <a:ext uri="{FF2B5EF4-FFF2-40B4-BE49-F238E27FC236}">
                <a16:creationId xmlns:a16="http://schemas.microsoft.com/office/drawing/2014/main" id="{0FB6176E-3F1D-2F58-C7EC-5A32D04D0396}"/>
              </a:ext>
            </a:extLst>
          </p:cNvPr>
          <p:cNvSpPr/>
          <p:nvPr/>
        </p:nvSpPr>
        <p:spPr>
          <a:xfrm rot="5134159">
            <a:off x="4430848" y="5767260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3" name="直線接點 1412">
            <a:extLst>
              <a:ext uri="{FF2B5EF4-FFF2-40B4-BE49-F238E27FC236}">
                <a16:creationId xmlns:a16="http://schemas.microsoft.com/office/drawing/2014/main" id="{270903A3-CE4C-0B6A-BF53-960879589C0A}"/>
              </a:ext>
            </a:extLst>
          </p:cNvPr>
          <p:cNvCxnSpPr>
            <a:cxnSpLocks/>
          </p:cNvCxnSpPr>
          <p:nvPr/>
        </p:nvCxnSpPr>
        <p:spPr>
          <a:xfrm rot="5400000">
            <a:off x="3797330" y="5425874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4" name="弧形 1413">
            <a:extLst>
              <a:ext uri="{FF2B5EF4-FFF2-40B4-BE49-F238E27FC236}">
                <a16:creationId xmlns:a16="http://schemas.microsoft.com/office/drawing/2014/main" id="{340E396C-7936-9371-E5F1-4E9083AA9864}"/>
              </a:ext>
            </a:extLst>
          </p:cNvPr>
          <p:cNvSpPr/>
          <p:nvPr/>
        </p:nvSpPr>
        <p:spPr>
          <a:xfrm rot="16200000">
            <a:off x="4222250" y="5667897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5" name="直線接點 1414">
            <a:extLst>
              <a:ext uri="{FF2B5EF4-FFF2-40B4-BE49-F238E27FC236}">
                <a16:creationId xmlns:a16="http://schemas.microsoft.com/office/drawing/2014/main" id="{F5963EC4-101F-C1D4-4338-7E0EF2C4CE3E}"/>
              </a:ext>
            </a:extLst>
          </p:cNvPr>
          <p:cNvCxnSpPr/>
          <p:nvPr/>
        </p:nvCxnSpPr>
        <p:spPr>
          <a:xfrm rot="5400000" flipH="1">
            <a:off x="3798184" y="5707819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直線接點 1415">
            <a:extLst>
              <a:ext uri="{FF2B5EF4-FFF2-40B4-BE49-F238E27FC236}">
                <a16:creationId xmlns:a16="http://schemas.microsoft.com/office/drawing/2014/main" id="{6733FCFE-3745-C401-C571-5614AFA48ABC}"/>
              </a:ext>
            </a:extLst>
          </p:cNvPr>
          <p:cNvCxnSpPr/>
          <p:nvPr/>
        </p:nvCxnSpPr>
        <p:spPr>
          <a:xfrm rot="5400000" flipH="1">
            <a:off x="3681641" y="570781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8" name="文字方塊 1417">
            <a:extLst>
              <a:ext uri="{FF2B5EF4-FFF2-40B4-BE49-F238E27FC236}">
                <a16:creationId xmlns:a16="http://schemas.microsoft.com/office/drawing/2014/main" id="{7BBABD1A-18EE-AE1B-EC3B-DA542CCD2147}"/>
              </a:ext>
            </a:extLst>
          </p:cNvPr>
          <p:cNvSpPr txBox="1"/>
          <p:nvPr/>
        </p:nvSpPr>
        <p:spPr>
          <a:xfrm>
            <a:off x="4042844" y="4569268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 20 A </a:t>
            </a:r>
            <a:endParaRPr lang="zh-TW" altLang="en-US" sz="1801" dirty="0"/>
          </a:p>
        </p:txBody>
      </p:sp>
      <p:sp>
        <p:nvSpPr>
          <p:cNvPr id="1419" name="橢圓 1418">
            <a:extLst>
              <a:ext uri="{FF2B5EF4-FFF2-40B4-BE49-F238E27FC236}">
                <a16:creationId xmlns:a16="http://schemas.microsoft.com/office/drawing/2014/main" id="{0FAF0121-B351-DDCB-D6EC-A849356EF41B}"/>
              </a:ext>
            </a:extLst>
          </p:cNvPr>
          <p:cNvSpPr/>
          <p:nvPr/>
        </p:nvSpPr>
        <p:spPr>
          <a:xfrm rot="5400000">
            <a:off x="4181676" y="6517365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1" name="橢圓 1420">
            <a:extLst>
              <a:ext uri="{FF2B5EF4-FFF2-40B4-BE49-F238E27FC236}">
                <a16:creationId xmlns:a16="http://schemas.microsoft.com/office/drawing/2014/main" id="{E19524DA-74F7-C66A-4404-2797547F777A}"/>
              </a:ext>
            </a:extLst>
          </p:cNvPr>
          <p:cNvSpPr/>
          <p:nvPr/>
        </p:nvSpPr>
        <p:spPr>
          <a:xfrm rot="5134159">
            <a:off x="4430848" y="651350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22" name="直線接點 1421">
            <a:extLst>
              <a:ext uri="{FF2B5EF4-FFF2-40B4-BE49-F238E27FC236}">
                <a16:creationId xmlns:a16="http://schemas.microsoft.com/office/drawing/2014/main" id="{F16C9076-AFF9-C6E5-8F8D-BF9168B031D4}"/>
              </a:ext>
            </a:extLst>
          </p:cNvPr>
          <p:cNvCxnSpPr>
            <a:cxnSpLocks/>
          </p:cNvCxnSpPr>
          <p:nvPr/>
        </p:nvCxnSpPr>
        <p:spPr>
          <a:xfrm rot="5400000">
            <a:off x="3797330" y="6175948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" name="弧形 1422">
            <a:extLst>
              <a:ext uri="{FF2B5EF4-FFF2-40B4-BE49-F238E27FC236}">
                <a16:creationId xmlns:a16="http://schemas.microsoft.com/office/drawing/2014/main" id="{1BB72522-649E-9AE3-2EED-F3D841AB8749}"/>
              </a:ext>
            </a:extLst>
          </p:cNvPr>
          <p:cNvSpPr/>
          <p:nvPr/>
        </p:nvSpPr>
        <p:spPr>
          <a:xfrm rot="16200000">
            <a:off x="4207224" y="6396094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 dirty="0"/>
          </a:p>
        </p:txBody>
      </p:sp>
      <p:cxnSp>
        <p:nvCxnSpPr>
          <p:cNvPr id="1424" name="直線接點 1423">
            <a:extLst>
              <a:ext uri="{FF2B5EF4-FFF2-40B4-BE49-F238E27FC236}">
                <a16:creationId xmlns:a16="http://schemas.microsoft.com/office/drawing/2014/main" id="{4701742A-8B17-34F8-280E-4FFD57D43EEA}"/>
              </a:ext>
            </a:extLst>
          </p:cNvPr>
          <p:cNvCxnSpPr/>
          <p:nvPr/>
        </p:nvCxnSpPr>
        <p:spPr>
          <a:xfrm rot="5400000" flipH="1">
            <a:off x="3798184" y="645406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直線接點 1424">
            <a:extLst>
              <a:ext uri="{FF2B5EF4-FFF2-40B4-BE49-F238E27FC236}">
                <a16:creationId xmlns:a16="http://schemas.microsoft.com/office/drawing/2014/main" id="{F79D2E2C-ADA1-736A-6AE3-84AD4AC45FD9}"/>
              </a:ext>
            </a:extLst>
          </p:cNvPr>
          <p:cNvCxnSpPr/>
          <p:nvPr/>
        </p:nvCxnSpPr>
        <p:spPr>
          <a:xfrm rot="5400000" flipH="1">
            <a:off x="3681641" y="645406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7" name="文字方塊 1426">
            <a:extLst>
              <a:ext uri="{FF2B5EF4-FFF2-40B4-BE49-F238E27FC236}">
                <a16:creationId xmlns:a16="http://schemas.microsoft.com/office/drawing/2014/main" id="{1A536B6A-0E84-19A4-7C35-616E6E203F79}"/>
              </a:ext>
            </a:extLst>
          </p:cNvPr>
          <p:cNvSpPr txBox="1"/>
          <p:nvPr/>
        </p:nvSpPr>
        <p:spPr>
          <a:xfrm>
            <a:off x="4093984" y="5292665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 A</a:t>
            </a:r>
            <a:endParaRPr lang="zh-TW" altLang="en-US" sz="1801" dirty="0"/>
          </a:p>
        </p:txBody>
      </p:sp>
      <p:sp>
        <p:nvSpPr>
          <p:cNvPr id="1428" name="橢圓 1427">
            <a:extLst>
              <a:ext uri="{FF2B5EF4-FFF2-40B4-BE49-F238E27FC236}">
                <a16:creationId xmlns:a16="http://schemas.microsoft.com/office/drawing/2014/main" id="{81EAFE87-98DE-4689-2F0C-3229A9B3ED82}"/>
              </a:ext>
            </a:extLst>
          </p:cNvPr>
          <p:cNvSpPr/>
          <p:nvPr/>
        </p:nvSpPr>
        <p:spPr>
          <a:xfrm rot="5400000">
            <a:off x="4186560" y="7303146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29" name="直線接點 1428">
            <a:extLst>
              <a:ext uri="{FF2B5EF4-FFF2-40B4-BE49-F238E27FC236}">
                <a16:creationId xmlns:a16="http://schemas.microsoft.com/office/drawing/2014/main" id="{AE77AF13-0DFD-80ED-C840-D462901D5BAC}"/>
              </a:ext>
            </a:extLst>
          </p:cNvPr>
          <p:cNvCxnSpPr>
            <a:cxnSpLocks/>
            <a:endCxn id="1430" idx="7"/>
          </p:cNvCxnSpPr>
          <p:nvPr/>
        </p:nvCxnSpPr>
        <p:spPr>
          <a:xfrm rot="5400000">
            <a:off x="4950416" y="6920340"/>
            <a:ext cx="14338" cy="8800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0" name="橢圓 1429">
            <a:extLst>
              <a:ext uri="{FF2B5EF4-FFF2-40B4-BE49-F238E27FC236}">
                <a16:creationId xmlns:a16="http://schemas.microsoft.com/office/drawing/2014/main" id="{675BF0C1-03BA-21A3-AE08-4C45C6CD27EC}"/>
              </a:ext>
            </a:extLst>
          </p:cNvPr>
          <p:cNvSpPr/>
          <p:nvPr/>
        </p:nvSpPr>
        <p:spPr>
          <a:xfrm rot="5134159">
            <a:off x="4435731" y="729010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1" name="直線接點 1430">
            <a:extLst>
              <a:ext uri="{FF2B5EF4-FFF2-40B4-BE49-F238E27FC236}">
                <a16:creationId xmlns:a16="http://schemas.microsoft.com/office/drawing/2014/main" id="{AAE5019B-0544-B6FD-AEF9-3FBFA29A0834}"/>
              </a:ext>
            </a:extLst>
          </p:cNvPr>
          <p:cNvCxnSpPr>
            <a:cxnSpLocks/>
          </p:cNvCxnSpPr>
          <p:nvPr/>
        </p:nvCxnSpPr>
        <p:spPr>
          <a:xfrm rot="5400000">
            <a:off x="3802214" y="6952547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2" name="弧形 1431">
            <a:extLst>
              <a:ext uri="{FF2B5EF4-FFF2-40B4-BE49-F238E27FC236}">
                <a16:creationId xmlns:a16="http://schemas.microsoft.com/office/drawing/2014/main" id="{D1D60D1D-7DC6-D937-6C3C-C48BD1FC809A}"/>
              </a:ext>
            </a:extLst>
          </p:cNvPr>
          <p:cNvSpPr/>
          <p:nvPr/>
        </p:nvSpPr>
        <p:spPr>
          <a:xfrm rot="16200000">
            <a:off x="4233369" y="7169631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3" name="直線接點 1432">
            <a:extLst>
              <a:ext uri="{FF2B5EF4-FFF2-40B4-BE49-F238E27FC236}">
                <a16:creationId xmlns:a16="http://schemas.microsoft.com/office/drawing/2014/main" id="{720B3460-45AB-08F8-6BB6-6B797E6575EB}"/>
              </a:ext>
            </a:extLst>
          </p:cNvPr>
          <p:cNvCxnSpPr/>
          <p:nvPr/>
        </p:nvCxnSpPr>
        <p:spPr>
          <a:xfrm rot="5400000" flipH="1">
            <a:off x="3803067" y="723066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直線接點 1433">
            <a:extLst>
              <a:ext uri="{FF2B5EF4-FFF2-40B4-BE49-F238E27FC236}">
                <a16:creationId xmlns:a16="http://schemas.microsoft.com/office/drawing/2014/main" id="{8F42E4F6-C46F-3666-0FE2-A654D3C05861}"/>
              </a:ext>
            </a:extLst>
          </p:cNvPr>
          <p:cNvCxnSpPr/>
          <p:nvPr/>
        </p:nvCxnSpPr>
        <p:spPr>
          <a:xfrm rot="5400000" flipH="1">
            <a:off x="3686525" y="7230665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" name="文字方塊 1435">
            <a:extLst>
              <a:ext uri="{FF2B5EF4-FFF2-40B4-BE49-F238E27FC236}">
                <a16:creationId xmlns:a16="http://schemas.microsoft.com/office/drawing/2014/main" id="{306418C3-D984-0949-78B9-029810E86063}"/>
              </a:ext>
            </a:extLst>
          </p:cNvPr>
          <p:cNvSpPr txBox="1"/>
          <p:nvPr/>
        </p:nvSpPr>
        <p:spPr>
          <a:xfrm>
            <a:off x="4078284" y="6026357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37" name="橢圓 1436">
            <a:extLst>
              <a:ext uri="{FF2B5EF4-FFF2-40B4-BE49-F238E27FC236}">
                <a16:creationId xmlns:a16="http://schemas.microsoft.com/office/drawing/2014/main" id="{1BBC1819-D0C4-934D-3236-ACF3B593EDEE}"/>
              </a:ext>
            </a:extLst>
          </p:cNvPr>
          <p:cNvSpPr/>
          <p:nvPr/>
        </p:nvSpPr>
        <p:spPr>
          <a:xfrm rot="5400000">
            <a:off x="4196327" y="8119025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8" name="直線接點 1437">
            <a:extLst>
              <a:ext uri="{FF2B5EF4-FFF2-40B4-BE49-F238E27FC236}">
                <a16:creationId xmlns:a16="http://schemas.microsoft.com/office/drawing/2014/main" id="{C71CD7F3-4E98-C0C9-4074-EC6A83DF9C2C}"/>
              </a:ext>
            </a:extLst>
          </p:cNvPr>
          <p:cNvCxnSpPr>
            <a:cxnSpLocks/>
          </p:cNvCxnSpPr>
          <p:nvPr/>
        </p:nvCxnSpPr>
        <p:spPr>
          <a:xfrm rot="5400000">
            <a:off x="4959530" y="7715069"/>
            <a:ext cx="0" cy="8893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" name="橢圓 1438">
            <a:extLst>
              <a:ext uri="{FF2B5EF4-FFF2-40B4-BE49-F238E27FC236}">
                <a16:creationId xmlns:a16="http://schemas.microsoft.com/office/drawing/2014/main" id="{D42C4329-035B-65C6-68EB-3EA19148A9F6}"/>
              </a:ext>
            </a:extLst>
          </p:cNvPr>
          <p:cNvSpPr/>
          <p:nvPr/>
        </p:nvSpPr>
        <p:spPr>
          <a:xfrm rot="5134159">
            <a:off x="4445499" y="8115169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0" name="直線接點 1439">
            <a:extLst>
              <a:ext uri="{FF2B5EF4-FFF2-40B4-BE49-F238E27FC236}">
                <a16:creationId xmlns:a16="http://schemas.microsoft.com/office/drawing/2014/main" id="{CA0DF426-92E3-75B3-5B9A-6DC63DCDC323}"/>
              </a:ext>
            </a:extLst>
          </p:cNvPr>
          <p:cNvCxnSpPr>
            <a:cxnSpLocks/>
          </p:cNvCxnSpPr>
          <p:nvPr/>
        </p:nvCxnSpPr>
        <p:spPr>
          <a:xfrm rot="5400000">
            <a:off x="3811980" y="7777609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1" name="弧形 1440">
            <a:extLst>
              <a:ext uri="{FF2B5EF4-FFF2-40B4-BE49-F238E27FC236}">
                <a16:creationId xmlns:a16="http://schemas.microsoft.com/office/drawing/2014/main" id="{73D1F71A-C13B-3BC1-5A33-CED9581F97A4}"/>
              </a:ext>
            </a:extLst>
          </p:cNvPr>
          <p:cNvSpPr/>
          <p:nvPr/>
        </p:nvSpPr>
        <p:spPr>
          <a:xfrm rot="16200000">
            <a:off x="4243137" y="7985512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2" name="直線接點 1441">
            <a:extLst>
              <a:ext uri="{FF2B5EF4-FFF2-40B4-BE49-F238E27FC236}">
                <a16:creationId xmlns:a16="http://schemas.microsoft.com/office/drawing/2014/main" id="{2B334546-B8D1-E701-7B43-511B96367930}"/>
              </a:ext>
            </a:extLst>
          </p:cNvPr>
          <p:cNvCxnSpPr/>
          <p:nvPr/>
        </p:nvCxnSpPr>
        <p:spPr>
          <a:xfrm rot="5400000" flipH="1">
            <a:off x="3812835" y="8055728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3" name="直線接點 1442">
            <a:extLst>
              <a:ext uri="{FF2B5EF4-FFF2-40B4-BE49-F238E27FC236}">
                <a16:creationId xmlns:a16="http://schemas.microsoft.com/office/drawing/2014/main" id="{19FF8490-C084-F3D3-EE30-67697B31A07D}"/>
              </a:ext>
            </a:extLst>
          </p:cNvPr>
          <p:cNvCxnSpPr/>
          <p:nvPr/>
        </p:nvCxnSpPr>
        <p:spPr>
          <a:xfrm rot="5400000" flipH="1">
            <a:off x="3696292" y="805572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5" name="文字方塊 1444">
            <a:extLst>
              <a:ext uri="{FF2B5EF4-FFF2-40B4-BE49-F238E27FC236}">
                <a16:creationId xmlns:a16="http://schemas.microsoft.com/office/drawing/2014/main" id="{82BAA98D-5C18-0A67-85C1-4D40C81BB2D3}"/>
              </a:ext>
            </a:extLst>
          </p:cNvPr>
          <p:cNvSpPr txBox="1"/>
          <p:nvPr/>
        </p:nvSpPr>
        <p:spPr>
          <a:xfrm>
            <a:off x="4042844" y="3848288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46" name="文字方塊 1445">
            <a:extLst>
              <a:ext uri="{FF2B5EF4-FFF2-40B4-BE49-F238E27FC236}">
                <a16:creationId xmlns:a16="http://schemas.microsoft.com/office/drawing/2014/main" id="{C5D242DF-A0BA-43D5-A557-381016CDD2E5}"/>
              </a:ext>
            </a:extLst>
          </p:cNvPr>
          <p:cNvSpPr txBox="1"/>
          <p:nvPr/>
        </p:nvSpPr>
        <p:spPr>
          <a:xfrm>
            <a:off x="4076083" y="6827617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 A</a:t>
            </a:r>
            <a:endParaRPr lang="zh-TW" altLang="en-US" sz="1801" dirty="0"/>
          </a:p>
        </p:txBody>
      </p:sp>
      <p:sp>
        <p:nvSpPr>
          <p:cNvPr id="1447" name="橢圓 1446">
            <a:extLst>
              <a:ext uri="{FF2B5EF4-FFF2-40B4-BE49-F238E27FC236}">
                <a16:creationId xmlns:a16="http://schemas.microsoft.com/office/drawing/2014/main" id="{33F24671-FA91-9A06-5BBA-4A31F83F156A}"/>
              </a:ext>
            </a:extLst>
          </p:cNvPr>
          <p:cNvSpPr/>
          <p:nvPr/>
        </p:nvSpPr>
        <p:spPr>
          <a:xfrm rot="5400000">
            <a:off x="4186560" y="8892133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8" name="直線接點 1447">
            <a:extLst>
              <a:ext uri="{FF2B5EF4-FFF2-40B4-BE49-F238E27FC236}">
                <a16:creationId xmlns:a16="http://schemas.microsoft.com/office/drawing/2014/main" id="{23F7568B-ED74-8FF0-3D20-411AFFC10442}"/>
              </a:ext>
            </a:extLst>
          </p:cNvPr>
          <p:cNvCxnSpPr>
            <a:cxnSpLocks/>
          </p:cNvCxnSpPr>
          <p:nvPr/>
        </p:nvCxnSpPr>
        <p:spPr>
          <a:xfrm rot="5400000">
            <a:off x="4936308" y="8474113"/>
            <a:ext cx="0" cy="976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9" name="橢圓 1448">
            <a:extLst>
              <a:ext uri="{FF2B5EF4-FFF2-40B4-BE49-F238E27FC236}">
                <a16:creationId xmlns:a16="http://schemas.microsoft.com/office/drawing/2014/main" id="{44B63607-E5A3-D32C-936C-F288C1A40BF1}"/>
              </a:ext>
            </a:extLst>
          </p:cNvPr>
          <p:cNvSpPr/>
          <p:nvPr/>
        </p:nvSpPr>
        <p:spPr>
          <a:xfrm rot="5134159">
            <a:off x="4435731" y="8897457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0" name="直線接點 1449">
            <a:extLst>
              <a:ext uri="{FF2B5EF4-FFF2-40B4-BE49-F238E27FC236}">
                <a16:creationId xmlns:a16="http://schemas.microsoft.com/office/drawing/2014/main" id="{5F073A63-277E-C2AB-8069-2A8A3F5DECC0}"/>
              </a:ext>
            </a:extLst>
          </p:cNvPr>
          <p:cNvCxnSpPr>
            <a:cxnSpLocks/>
          </p:cNvCxnSpPr>
          <p:nvPr/>
        </p:nvCxnSpPr>
        <p:spPr>
          <a:xfrm rot="5400000">
            <a:off x="3802214" y="8550716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1" name="弧形 1450">
            <a:extLst>
              <a:ext uri="{FF2B5EF4-FFF2-40B4-BE49-F238E27FC236}">
                <a16:creationId xmlns:a16="http://schemas.microsoft.com/office/drawing/2014/main" id="{1DE6D72F-2DCD-01F1-6639-509ED91A05B2}"/>
              </a:ext>
            </a:extLst>
          </p:cNvPr>
          <p:cNvSpPr/>
          <p:nvPr/>
        </p:nvSpPr>
        <p:spPr>
          <a:xfrm rot="16200000">
            <a:off x="4233369" y="8758619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2" name="直線接點 1451">
            <a:extLst>
              <a:ext uri="{FF2B5EF4-FFF2-40B4-BE49-F238E27FC236}">
                <a16:creationId xmlns:a16="http://schemas.microsoft.com/office/drawing/2014/main" id="{9265B11F-82C5-EB75-7343-E6DF1DC76FF1}"/>
              </a:ext>
            </a:extLst>
          </p:cNvPr>
          <p:cNvCxnSpPr/>
          <p:nvPr/>
        </p:nvCxnSpPr>
        <p:spPr>
          <a:xfrm rot="5400000" flipH="1">
            <a:off x="3803067" y="883801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直線接點 1452">
            <a:extLst>
              <a:ext uri="{FF2B5EF4-FFF2-40B4-BE49-F238E27FC236}">
                <a16:creationId xmlns:a16="http://schemas.microsoft.com/office/drawing/2014/main" id="{5D8E0CD7-C309-8CAE-7759-A2D6A0CB1DAF}"/>
              </a:ext>
            </a:extLst>
          </p:cNvPr>
          <p:cNvCxnSpPr/>
          <p:nvPr/>
        </p:nvCxnSpPr>
        <p:spPr>
          <a:xfrm rot="5400000" flipH="1">
            <a:off x="3686525" y="8838014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5" name="文字方塊 1454">
            <a:extLst>
              <a:ext uri="{FF2B5EF4-FFF2-40B4-BE49-F238E27FC236}">
                <a16:creationId xmlns:a16="http://schemas.microsoft.com/office/drawing/2014/main" id="{01981A62-BF96-8303-4A89-E0B7E0E2D3ED}"/>
              </a:ext>
            </a:extLst>
          </p:cNvPr>
          <p:cNvSpPr txBox="1"/>
          <p:nvPr/>
        </p:nvSpPr>
        <p:spPr>
          <a:xfrm>
            <a:off x="4078284" y="7594103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56" name="橢圓 1455">
            <a:extLst>
              <a:ext uri="{FF2B5EF4-FFF2-40B4-BE49-F238E27FC236}">
                <a16:creationId xmlns:a16="http://schemas.microsoft.com/office/drawing/2014/main" id="{A81A03DA-148B-4AD0-8AF2-87B7FEFBF4FF}"/>
              </a:ext>
            </a:extLst>
          </p:cNvPr>
          <p:cNvSpPr/>
          <p:nvPr/>
        </p:nvSpPr>
        <p:spPr>
          <a:xfrm rot="5400000">
            <a:off x="4186560" y="9698264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7" name="直線接點 1456">
            <a:extLst>
              <a:ext uri="{FF2B5EF4-FFF2-40B4-BE49-F238E27FC236}">
                <a16:creationId xmlns:a16="http://schemas.microsoft.com/office/drawing/2014/main" id="{03666DE9-64AA-9125-E967-5F4038287815}"/>
              </a:ext>
            </a:extLst>
          </p:cNvPr>
          <p:cNvCxnSpPr>
            <a:cxnSpLocks/>
          </p:cNvCxnSpPr>
          <p:nvPr/>
        </p:nvCxnSpPr>
        <p:spPr>
          <a:xfrm rot="5400000">
            <a:off x="4983950" y="9284474"/>
            <a:ext cx="0" cy="909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8" name="橢圓 1457">
            <a:extLst>
              <a:ext uri="{FF2B5EF4-FFF2-40B4-BE49-F238E27FC236}">
                <a16:creationId xmlns:a16="http://schemas.microsoft.com/office/drawing/2014/main" id="{1CA219C2-750E-5DAD-C083-EE45679222C5}"/>
              </a:ext>
            </a:extLst>
          </p:cNvPr>
          <p:cNvSpPr/>
          <p:nvPr/>
        </p:nvSpPr>
        <p:spPr>
          <a:xfrm rot="5134159">
            <a:off x="4435731" y="9694407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9" name="直線接點 1458">
            <a:extLst>
              <a:ext uri="{FF2B5EF4-FFF2-40B4-BE49-F238E27FC236}">
                <a16:creationId xmlns:a16="http://schemas.microsoft.com/office/drawing/2014/main" id="{DAB0A9C2-0434-FBC0-F642-D979B85B0F10}"/>
              </a:ext>
            </a:extLst>
          </p:cNvPr>
          <p:cNvCxnSpPr>
            <a:cxnSpLocks/>
          </p:cNvCxnSpPr>
          <p:nvPr/>
        </p:nvCxnSpPr>
        <p:spPr>
          <a:xfrm rot="5400000">
            <a:off x="3802214" y="9356847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0" name="弧形 1459">
            <a:extLst>
              <a:ext uri="{FF2B5EF4-FFF2-40B4-BE49-F238E27FC236}">
                <a16:creationId xmlns:a16="http://schemas.microsoft.com/office/drawing/2014/main" id="{7E5B66AD-3010-503D-9C75-C4EECB57ECDC}"/>
              </a:ext>
            </a:extLst>
          </p:cNvPr>
          <p:cNvSpPr/>
          <p:nvPr/>
        </p:nvSpPr>
        <p:spPr>
          <a:xfrm rot="16200000">
            <a:off x="4219129" y="9573933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1" name="直線接點 1460">
            <a:extLst>
              <a:ext uri="{FF2B5EF4-FFF2-40B4-BE49-F238E27FC236}">
                <a16:creationId xmlns:a16="http://schemas.microsoft.com/office/drawing/2014/main" id="{9EA08CFD-1C52-D8C4-6486-0DC0317CF2A5}"/>
              </a:ext>
            </a:extLst>
          </p:cNvPr>
          <p:cNvCxnSpPr/>
          <p:nvPr/>
        </p:nvCxnSpPr>
        <p:spPr>
          <a:xfrm rot="5400000" flipH="1">
            <a:off x="3803067" y="963496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直線接點 1461">
            <a:extLst>
              <a:ext uri="{FF2B5EF4-FFF2-40B4-BE49-F238E27FC236}">
                <a16:creationId xmlns:a16="http://schemas.microsoft.com/office/drawing/2014/main" id="{7E14E3A9-CCE1-5E07-CBD6-58964B8CFD45}"/>
              </a:ext>
            </a:extLst>
          </p:cNvPr>
          <p:cNvCxnSpPr/>
          <p:nvPr/>
        </p:nvCxnSpPr>
        <p:spPr>
          <a:xfrm rot="5400000" flipH="1">
            <a:off x="3686525" y="963496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" name="文字方塊 1463">
            <a:extLst>
              <a:ext uri="{FF2B5EF4-FFF2-40B4-BE49-F238E27FC236}">
                <a16:creationId xmlns:a16="http://schemas.microsoft.com/office/drawing/2014/main" id="{84FAE95E-EDCD-0F9D-E07A-BB34D30F6C34}"/>
              </a:ext>
            </a:extLst>
          </p:cNvPr>
          <p:cNvSpPr txBox="1"/>
          <p:nvPr/>
        </p:nvSpPr>
        <p:spPr>
          <a:xfrm>
            <a:off x="4042844" y="8392574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65" name="橢圓 1464">
            <a:extLst>
              <a:ext uri="{FF2B5EF4-FFF2-40B4-BE49-F238E27FC236}">
                <a16:creationId xmlns:a16="http://schemas.microsoft.com/office/drawing/2014/main" id="{F038432F-DE38-3949-A961-D83200C2C994}"/>
              </a:ext>
            </a:extLst>
          </p:cNvPr>
          <p:cNvSpPr/>
          <p:nvPr/>
        </p:nvSpPr>
        <p:spPr>
          <a:xfrm rot="5400000">
            <a:off x="4191443" y="10505287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6" name="直線接點 1465">
            <a:extLst>
              <a:ext uri="{FF2B5EF4-FFF2-40B4-BE49-F238E27FC236}">
                <a16:creationId xmlns:a16="http://schemas.microsoft.com/office/drawing/2014/main" id="{CDC6A9DB-20BB-EF71-E475-DC959F1DC094}"/>
              </a:ext>
            </a:extLst>
          </p:cNvPr>
          <p:cNvCxnSpPr>
            <a:cxnSpLocks/>
          </p:cNvCxnSpPr>
          <p:nvPr/>
        </p:nvCxnSpPr>
        <p:spPr>
          <a:xfrm rot="5400000">
            <a:off x="4969197" y="10101951"/>
            <a:ext cx="0" cy="87004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7" name="橢圓 1466">
            <a:extLst>
              <a:ext uri="{FF2B5EF4-FFF2-40B4-BE49-F238E27FC236}">
                <a16:creationId xmlns:a16="http://schemas.microsoft.com/office/drawing/2014/main" id="{36E53332-2682-5239-74E6-BCF8FDBD068E}"/>
              </a:ext>
            </a:extLst>
          </p:cNvPr>
          <p:cNvSpPr/>
          <p:nvPr/>
        </p:nvSpPr>
        <p:spPr>
          <a:xfrm rot="5134159">
            <a:off x="4440615" y="10492248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8" name="直線接點 1467">
            <a:extLst>
              <a:ext uri="{FF2B5EF4-FFF2-40B4-BE49-F238E27FC236}">
                <a16:creationId xmlns:a16="http://schemas.microsoft.com/office/drawing/2014/main" id="{E1D5B863-B173-6EB0-5C13-07D410D84EC1}"/>
              </a:ext>
            </a:extLst>
          </p:cNvPr>
          <p:cNvCxnSpPr>
            <a:cxnSpLocks/>
          </p:cNvCxnSpPr>
          <p:nvPr/>
        </p:nvCxnSpPr>
        <p:spPr>
          <a:xfrm rot="5400000">
            <a:off x="3807097" y="10163870"/>
            <a:ext cx="4342" cy="778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9" name="弧形 1468">
            <a:extLst>
              <a:ext uri="{FF2B5EF4-FFF2-40B4-BE49-F238E27FC236}">
                <a16:creationId xmlns:a16="http://schemas.microsoft.com/office/drawing/2014/main" id="{B4FB60D5-23CD-98D9-DD9B-16951069B058}"/>
              </a:ext>
            </a:extLst>
          </p:cNvPr>
          <p:cNvSpPr/>
          <p:nvPr/>
        </p:nvSpPr>
        <p:spPr>
          <a:xfrm rot="16200000">
            <a:off x="4222250" y="10410427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0" name="直線接點 1469">
            <a:extLst>
              <a:ext uri="{FF2B5EF4-FFF2-40B4-BE49-F238E27FC236}">
                <a16:creationId xmlns:a16="http://schemas.microsoft.com/office/drawing/2014/main" id="{C83249B1-8E43-D899-7465-FBA66E64E090}"/>
              </a:ext>
            </a:extLst>
          </p:cNvPr>
          <p:cNvCxnSpPr/>
          <p:nvPr/>
        </p:nvCxnSpPr>
        <p:spPr>
          <a:xfrm rot="5400000" flipH="1">
            <a:off x="3807951" y="1043280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直線接點 1470">
            <a:extLst>
              <a:ext uri="{FF2B5EF4-FFF2-40B4-BE49-F238E27FC236}">
                <a16:creationId xmlns:a16="http://schemas.microsoft.com/office/drawing/2014/main" id="{3F37F158-46D8-AA4F-6396-7A9DB9E9F8B1}"/>
              </a:ext>
            </a:extLst>
          </p:cNvPr>
          <p:cNvCxnSpPr/>
          <p:nvPr/>
        </p:nvCxnSpPr>
        <p:spPr>
          <a:xfrm rot="5400000" flipH="1">
            <a:off x="3691408" y="10432806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" name="橢圓 1472">
            <a:extLst>
              <a:ext uri="{FF2B5EF4-FFF2-40B4-BE49-F238E27FC236}">
                <a16:creationId xmlns:a16="http://schemas.microsoft.com/office/drawing/2014/main" id="{FFF2E961-303D-9D5B-FFA7-28D85CA32F86}"/>
              </a:ext>
            </a:extLst>
          </p:cNvPr>
          <p:cNvSpPr/>
          <p:nvPr/>
        </p:nvSpPr>
        <p:spPr>
          <a:xfrm rot="5400000">
            <a:off x="4201211" y="11326139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4" name="直線接點 1473">
            <a:extLst>
              <a:ext uri="{FF2B5EF4-FFF2-40B4-BE49-F238E27FC236}">
                <a16:creationId xmlns:a16="http://schemas.microsoft.com/office/drawing/2014/main" id="{F7AB8C1A-D48A-4E8A-EBD6-341C6EA6258B}"/>
              </a:ext>
            </a:extLst>
          </p:cNvPr>
          <p:cNvCxnSpPr>
            <a:cxnSpLocks/>
          </p:cNvCxnSpPr>
          <p:nvPr/>
        </p:nvCxnSpPr>
        <p:spPr>
          <a:xfrm rot="5400000">
            <a:off x="4987751" y="10915901"/>
            <a:ext cx="0" cy="8550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5" name="橢圓 1474">
            <a:extLst>
              <a:ext uri="{FF2B5EF4-FFF2-40B4-BE49-F238E27FC236}">
                <a16:creationId xmlns:a16="http://schemas.microsoft.com/office/drawing/2014/main" id="{D9683987-5D43-9D59-A4E0-725CF1BC0362}"/>
              </a:ext>
            </a:extLst>
          </p:cNvPr>
          <p:cNvSpPr/>
          <p:nvPr/>
        </p:nvSpPr>
        <p:spPr>
          <a:xfrm rot="5134159">
            <a:off x="4450381" y="11313100"/>
            <a:ext cx="91020" cy="9589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6" name="直線接點 1475">
            <a:extLst>
              <a:ext uri="{FF2B5EF4-FFF2-40B4-BE49-F238E27FC236}">
                <a16:creationId xmlns:a16="http://schemas.microsoft.com/office/drawing/2014/main" id="{F5EC6A95-D151-8932-DA23-EE936A408821}"/>
              </a:ext>
            </a:extLst>
          </p:cNvPr>
          <p:cNvCxnSpPr>
            <a:cxnSpLocks/>
          </p:cNvCxnSpPr>
          <p:nvPr/>
        </p:nvCxnSpPr>
        <p:spPr>
          <a:xfrm rot="5400000">
            <a:off x="3843412" y="11002984"/>
            <a:ext cx="0" cy="7388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直線接點 1477">
            <a:extLst>
              <a:ext uri="{FF2B5EF4-FFF2-40B4-BE49-F238E27FC236}">
                <a16:creationId xmlns:a16="http://schemas.microsoft.com/office/drawing/2014/main" id="{383C7EF9-E482-9DFC-A5AB-A1996D8C30FD}"/>
              </a:ext>
            </a:extLst>
          </p:cNvPr>
          <p:cNvCxnSpPr/>
          <p:nvPr/>
        </p:nvCxnSpPr>
        <p:spPr>
          <a:xfrm rot="5400000" flipH="1">
            <a:off x="3817717" y="11251118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直線接點 1478">
            <a:extLst>
              <a:ext uri="{FF2B5EF4-FFF2-40B4-BE49-F238E27FC236}">
                <a16:creationId xmlns:a16="http://schemas.microsoft.com/office/drawing/2014/main" id="{38C31BDC-995B-5147-C1E5-2F1D924492B5}"/>
              </a:ext>
            </a:extLst>
          </p:cNvPr>
          <p:cNvCxnSpPr/>
          <p:nvPr/>
        </p:nvCxnSpPr>
        <p:spPr>
          <a:xfrm rot="5400000" flipH="1">
            <a:off x="3701174" y="11251117"/>
            <a:ext cx="165490" cy="2014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文字方塊 1481">
            <a:extLst>
              <a:ext uri="{FF2B5EF4-FFF2-40B4-BE49-F238E27FC236}">
                <a16:creationId xmlns:a16="http://schemas.microsoft.com/office/drawing/2014/main" id="{A7568637-922C-0663-0AA5-497115D9DFCC}"/>
              </a:ext>
            </a:extLst>
          </p:cNvPr>
          <p:cNvSpPr txBox="1"/>
          <p:nvPr/>
        </p:nvSpPr>
        <p:spPr>
          <a:xfrm>
            <a:off x="4054571" y="9201244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3" name="文字方塊 1482">
            <a:extLst>
              <a:ext uri="{FF2B5EF4-FFF2-40B4-BE49-F238E27FC236}">
                <a16:creationId xmlns:a16="http://schemas.microsoft.com/office/drawing/2014/main" id="{2E9CF0F7-0D38-678B-6D58-F9FF301B18B0}"/>
              </a:ext>
            </a:extLst>
          </p:cNvPr>
          <p:cNvSpPr txBox="1"/>
          <p:nvPr/>
        </p:nvSpPr>
        <p:spPr>
          <a:xfrm>
            <a:off x="1988649" y="10814636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4" name="文字方塊 1483">
            <a:extLst>
              <a:ext uri="{FF2B5EF4-FFF2-40B4-BE49-F238E27FC236}">
                <a16:creationId xmlns:a16="http://schemas.microsoft.com/office/drawing/2014/main" id="{352FB729-1748-884E-31E5-8E8DD53A5C0F}"/>
              </a:ext>
            </a:extLst>
          </p:cNvPr>
          <p:cNvSpPr txBox="1"/>
          <p:nvPr/>
        </p:nvSpPr>
        <p:spPr>
          <a:xfrm>
            <a:off x="4074142" y="10016209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5EF81702-24F2-9FF9-302B-46B17EF33B63}"/>
              </a:ext>
            </a:extLst>
          </p:cNvPr>
          <p:cNvSpPr txBox="1"/>
          <p:nvPr/>
        </p:nvSpPr>
        <p:spPr>
          <a:xfrm>
            <a:off x="1978486" y="2373807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6B591837-D936-34AE-5C56-C06460EFD373}"/>
              </a:ext>
            </a:extLst>
          </p:cNvPr>
          <p:cNvSpPr txBox="1"/>
          <p:nvPr/>
        </p:nvSpPr>
        <p:spPr>
          <a:xfrm>
            <a:off x="1973604" y="3112000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9" name="文字方塊 1508">
            <a:extLst>
              <a:ext uri="{FF2B5EF4-FFF2-40B4-BE49-F238E27FC236}">
                <a16:creationId xmlns:a16="http://schemas.microsoft.com/office/drawing/2014/main" id="{432C4217-517D-DD73-9145-4D3B15825CA2}"/>
              </a:ext>
            </a:extLst>
          </p:cNvPr>
          <p:cNvSpPr txBox="1"/>
          <p:nvPr/>
        </p:nvSpPr>
        <p:spPr>
          <a:xfrm>
            <a:off x="4062134" y="10776121"/>
            <a:ext cx="111367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21" name="弧形 1520">
            <a:extLst>
              <a:ext uri="{FF2B5EF4-FFF2-40B4-BE49-F238E27FC236}">
                <a16:creationId xmlns:a16="http://schemas.microsoft.com/office/drawing/2014/main" id="{E878EA54-C080-390F-2E1B-8469052017BE}"/>
              </a:ext>
            </a:extLst>
          </p:cNvPr>
          <p:cNvSpPr/>
          <p:nvPr/>
        </p:nvSpPr>
        <p:spPr>
          <a:xfrm rot="16200000">
            <a:off x="4222250" y="11196840"/>
            <a:ext cx="264005" cy="243622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522" name="文字方塊 1521">
            <a:extLst>
              <a:ext uri="{FF2B5EF4-FFF2-40B4-BE49-F238E27FC236}">
                <a16:creationId xmlns:a16="http://schemas.microsoft.com/office/drawing/2014/main" id="{F8FEC508-D4AB-7CE0-21A5-9BF841AD25F9}"/>
              </a:ext>
            </a:extLst>
          </p:cNvPr>
          <p:cNvSpPr txBox="1"/>
          <p:nvPr/>
        </p:nvSpPr>
        <p:spPr>
          <a:xfrm>
            <a:off x="702061" y="2714757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312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3" name="文字方塊 1522">
            <a:extLst>
              <a:ext uri="{FF2B5EF4-FFF2-40B4-BE49-F238E27FC236}">
                <a16:creationId xmlns:a16="http://schemas.microsoft.com/office/drawing/2014/main" id="{1F97C4FD-15A5-439D-C401-93FF588D9C7B}"/>
              </a:ext>
            </a:extLst>
          </p:cNvPr>
          <p:cNvSpPr txBox="1"/>
          <p:nvPr/>
        </p:nvSpPr>
        <p:spPr>
          <a:xfrm>
            <a:off x="5344479" y="2691867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313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4" name="文字方塊 1523">
            <a:extLst>
              <a:ext uri="{FF2B5EF4-FFF2-40B4-BE49-F238E27FC236}">
                <a16:creationId xmlns:a16="http://schemas.microsoft.com/office/drawing/2014/main" id="{AFE4CC48-3882-3562-6D69-B202CBA82584}"/>
              </a:ext>
            </a:extLst>
          </p:cNvPr>
          <p:cNvSpPr txBox="1"/>
          <p:nvPr/>
        </p:nvSpPr>
        <p:spPr>
          <a:xfrm>
            <a:off x="5357919" y="3459704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314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8" name="文字方塊 1527">
            <a:extLst>
              <a:ext uri="{FF2B5EF4-FFF2-40B4-BE49-F238E27FC236}">
                <a16:creationId xmlns:a16="http://schemas.microsoft.com/office/drawing/2014/main" id="{64AC0B34-B646-AF91-DA31-F43BEC5AC7C9}"/>
              </a:ext>
            </a:extLst>
          </p:cNvPr>
          <p:cNvSpPr txBox="1"/>
          <p:nvPr/>
        </p:nvSpPr>
        <p:spPr>
          <a:xfrm>
            <a:off x="5376470" y="5640044"/>
            <a:ext cx="1349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走道電燈</a:t>
            </a:r>
          </a:p>
        </p:txBody>
      </p:sp>
      <p:sp>
        <p:nvSpPr>
          <p:cNvPr id="1533" name="文字方塊 1532">
            <a:extLst>
              <a:ext uri="{FF2B5EF4-FFF2-40B4-BE49-F238E27FC236}">
                <a16:creationId xmlns:a16="http://schemas.microsoft.com/office/drawing/2014/main" id="{41B92CB4-DC58-3946-D99A-7BB2A80212E2}"/>
              </a:ext>
            </a:extLst>
          </p:cNvPr>
          <p:cNvSpPr txBox="1"/>
          <p:nvPr/>
        </p:nvSpPr>
        <p:spPr>
          <a:xfrm>
            <a:off x="688570" y="3443861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311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5" name="文字方塊 1534">
            <a:extLst>
              <a:ext uri="{FF2B5EF4-FFF2-40B4-BE49-F238E27FC236}">
                <a16:creationId xmlns:a16="http://schemas.microsoft.com/office/drawing/2014/main" id="{3F679DC2-D8BE-1F2D-9553-C2259C88C99C}"/>
              </a:ext>
            </a:extLst>
          </p:cNvPr>
          <p:cNvSpPr txBox="1"/>
          <p:nvPr/>
        </p:nvSpPr>
        <p:spPr>
          <a:xfrm>
            <a:off x="5373246" y="4159994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315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6" name="文字方塊 1535">
            <a:extLst>
              <a:ext uri="{FF2B5EF4-FFF2-40B4-BE49-F238E27FC236}">
                <a16:creationId xmlns:a16="http://schemas.microsoft.com/office/drawing/2014/main" id="{0E0B84BA-0CCE-271F-B22C-BC3905E59594}"/>
              </a:ext>
            </a:extLst>
          </p:cNvPr>
          <p:cNvSpPr txBox="1"/>
          <p:nvPr/>
        </p:nvSpPr>
        <p:spPr>
          <a:xfrm>
            <a:off x="685019" y="4190400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310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7" name="文字方塊 1536">
            <a:extLst>
              <a:ext uri="{FF2B5EF4-FFF2-40B4-BE49-F238E27FC236}">
                <a16:creationId xmlns:a16="http://schemas.microsoft.com/office/drawing/2014/main" id="{418DBFDD-9DB2-02D2-ABDD-35A2694B52C6}"/>
              </a:ext>
            </a:extLst>
          </p:cNvPr>
          <p:cNvSpPr txBox="1"/>
          <p:nvPr/>
        </p:nvSpPr>
        <p:spPr>
          <a:xfrm>
            <a:off x="634065" y="10397435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302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8" name="文字方塊 1537">
            <a:extLst>
              <a:ext uri="{FF2B5EF4-FFF2-40B4-BE49-F238E27FC236}">
                <a16:creationId xmlns:a16="http://schemas.microsoft.com/office/drawing/2014/main" id="{73B633A5-B55B-C4C6-E180-A87B28009ADB}"/>
              </a:ext>
            </a:extLst>
          </p:cNvPr>
          <p:cNvSpPr txBox="1"/>
          <p:nvPr/>
        </p:nvSpPr>
        <p:spPr>
          <a:xfrm>
            <a:off x="672309" y="4911635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309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9" name="文字方塊 1538">
            <a:extLst>
              <a:ext uri="{FF2B5EF4-FFF2-40B4-BE49-F238E27FC236}">
                <a16:creationId xmlns:a16="http://schemas.microsoft.com/office/drawing/2014/main" id="{3564B605-D1BD-C9C2-02A3-6001E2D7E212}"/>
              </a:ext>
            </a:extLst>
          </p:cNvPr>
          <p:cNvSpPr txBox="1"/>
          <p:nvPr/>
        </p:nvSpPr>
        <p:spPr>
          <a:xfrm>
            <a:off x="669881" y="5626510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308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0" name="文字方塊 1539">
            <a:extLst>
              <a:ext uri="{FF2B5EF4-FFF2-40B4-BE49-F238E27FC236}">
                <a16:creationId xmlns:a16="http://schemas.microsoft.com/office/drawing/2014/main" id="{73AB49D3-5CAE-FC38-76BE-2EF61E0CC48C}"/>
              </a:ext>
            </a:extLst>
          </p:cNvPr>
          <p:cNvSpPr txBox="1"/>
          <p:nvPr/>
        </p:nvSpPr>
        <p:spPr>
          <a:xfrm>
            <a:off x="681288" y="6366868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307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1" name="文字方塊 1540">
            <a:extLst>
              <a:ext uri="{FF2B5EF4-FFF2-40B4-BE49-F238E27FC236}">
                <a16:creationId xmlns:a16="http://schemas.microsoft.com/office/drawing/2014/main" id="{8624896C-CF3B-CF50-F949-EEB87D3815F8}"/>
              </a:ext>
            </a:extLst>
          </p:cNvPr>
          <p:cNvSpPr txBox="1"/>
          <p:nvPr/>
        </p:nvSpPr>
        <p:spPr>
          <a:xfrm>
            <a:off x="686739" y="7186954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306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2" name="文字方塊 1541">
            <a:extLst>
              <a:ext uri="{FF2B5EF4-FFF2-40B4-BE49-F238E27FC236}">
                <a16:creationId xmlns:a16="http://schemas.microsoft.com/office/drawing/2014/main" id="{75DB38E2-EF71-2154-7450-0010ADB0AFAF}"/>
              </a:ext>
            </a:extLst>
          </p:cNvPr>
          <p:cNvSpPr txBox="1"/>
          <p:nvPr/>
        </p:nvSpPr>
        <p:spPr>
          <a:xfrm>
            <a:off x="701885" y="7998320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305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3" name="文字方塊 1542">
            <a:extLst>
              <a:ext uri="{FF2B5EF4-FFF2-40B4-BE49-F238E27FC236}">
                <a16:creationId xmlns:a16="http://schemas.microsoft.com/office/drawing/2014/main" id="{9B0CD2B7-1A25-536F-06E2-44616F02CAC1}"/>
              </a:ext>
            </a:extLst>
          </p:cNvPr>
          <p:cNvSpPr txBox="1"/>
          <p:nvPr/>
        </p:nvSpPr>
        <p:spPr>
          <a:xfrm>
            <a:off x="680821" y="8765226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304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4" name="文字方塊 1543">
            <a:extLst>
              <a:ext uri="{FF2B5EF4-FFF2-40B4-BE49-F238E27FC236}">
                <a16:creationId xmlns:a16="http://schemas.microsoft.com/office/drawing/2014/main" id="{0158F835-D99E-1D0D-0A1E-CBB66F624F06}"/>
              </a:ext>
            </a:extLst>
          </p:cNvPr>
          <p:cNvSpPr txBox="1"/>
          <p:nvPr/>
        </p:nvSpPr>
        <p:spPr>
          <a:xfrm>
            <a:off x="650779" y="9558868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303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5" name="文字方塊 1544">
            <a:extLst>
              <a:ext uri="{FF2B5EF4-FFF2-40B4-BE49-F238E27FC236}">
                <a16:creationId xmlns:a16="http://schemas.microsoft.com/office/drawing/2014/main" id="{A8525864-9990-F1CE-CE62-247765786D8F}"/>
              </a:ext>
            </a:extLst>
          </p:cNvPr>
          <p:cNvSpPr txBox="1"/>
          <p:nvPr/>
        </p:nvSpPr>
        <p:spPr>
          <a:xfrm>
            <a:off x="652067" y="11166384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301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6" name="文字方塊 1545">
            <a:extLst>
              <a:ext uri="{FF2B5EF4-FFF2-40B4-BE49-F238E27FC236}">
                <a16:creationId xmlns:a16="http://schemas.microsoft.com/office/drawing/2014/main" id="{0D23E0BF-60D0-998A-36BF-B37B5C778D8D}"/>
              </a:ext>
            </a:extLst>
          </p:cNvPr>
          <p:cNvSpPr txBox="1"/>
          <p:nvPr/>
        </p:nvSpPr>
        <p:spPr>
          <a:xfrm>
            <a:off x="5361349" y="6380501"/>
            <a:ext cx="1349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走道電燈</a:t>
            </a: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D315EC4-26D2-93EE-3572-AB763B4D257B}"/>
              </a:ext>
            </a:extLst>
          </p:cNvPr>
          <p:cNvCxnSpPr>
            <a:cxnSpLocks/>
          </p:cNvCxnSpPr>
          <p:nvPr/>
        </p:nvCxnSpPr>
        <p:spPr>
          <a:xfrm rot="5400000" flipH="1">
            <a:off x="4954912" y="6127294"/>
            <a:ext cx="5362" cy="8932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06C7D192-760A-A782-A571-C0C847DD0EE4}"/>
              </a:ext>
            </a:extLst>
          </p:cNvPr>
          <p:cNvSpPr txBox="1"/>
          <p:nvPr/>
        </p:nvSpPr>
        <p:spPr>
          <a:xfrm>
            <a:off x="5382720" y="4893175"/>
            <a:ext cx="869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消防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AE1E670-7B03-9D9E-0651-F14527F32909}"/>
              </a:ext>
            </a:extLst>
          </p:cNvPr>
          <p:cNvSpPr txBox="1"/>
          <p:nvPr/>
        </p:nvSpPr>
        <p:spPr>
          <a:xfrm>
            <a:off x="2308756" y="877110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( 3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220V 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307F3BC-C634-736D-B85D-7EF72A012913}"/>
              </a:ext>
            </a:extLst>
          </p:cNvPr>
          <p:cNvSpPr txBox="1"/>
          <p:nvPr/>
        </p:nvSpPr>
        <p:spPr>
          <a:xfrm>
            <a:off x="794170" y="242407"/>
            <a:ext cx="5534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3F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JCA3F-D1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0613EA2B-0A51-4EB1-C6DC-4197E9AC9A2B}"/>
              </a:ext>
            </a:extLst>
          </p:cNvPr>
          <p:cNvGrpSpPr/>
          <p:nvPr/>
        </p:nvGrpSpPr>
        <p:grpSpPr>
          <a:xfrm rot="5400000">
            <a:off x="4996808" y="868643"/>
            <a:ext cx="1018724" cy="2326217"/>
            <a:chOff x="1696190" y="79392"/>
            <a:chExt cx="1018724" cy="2326217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D01019A-9864-65DD-ADA2-8DE219C37292}"/>
                </a:ext>
              </a:extLst>
            </p:cNvPr>
            <p:cNvSpPr/>
            <p:nvPr/>
          </p:nvSpPr>
          <p:spPr>
            <a:xfrm rot="10800000">
              <a:off x="1696190" y="609005"/>
              <a:ext cx="225127" cy="17966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3" name="六邊形 22">
              <a:extLst>
                <a:ext uri="{FF2B5EF4-FFF2-40B4-BE49-F238E27FC236}">
                  <a16:creationId xmlns:a16="http://schemas.microsoft.com/office/drawing/2014/main" id="{93A2347F-6344-E00E-20CF-2833D24DF544}"/>
                </a:ext>
              </a:extLst>
            </p:cNvPr>
            <p:cNvSpPr/>
            <p:nvPr/>
          </p:nvSpPr>
          <p:spPr>
            <a:xfrm rot="10800000">
              <a:off x="1748781" y="2191667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4" name="六邊形 23">
              <a:extLst>
                <a:ext uri="{FF2B5EF4-FFF2-40B4-BE49-F238E27FC236}">
                  <a16:creationId xmlns:a16="http://schemas.microsoft.com/office/drawing/2014/main" id="{3D987DF8-A75E-2E7F-59B0-1686BC0DC373}"/>
                </a:ext>
              </a:extLst>
            </p:cNvPr>
            <p:cNvSpPr/>
            <p:nvPr/>
          </p:nvSpPr>
          <p:spPr>
            <a:xfrm rot="10800000">
              <a:off x="1749307" y="772475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5" name="六邊形 24">
              <a:extLst>
                <a:ext uri="{FF2B5EF4-FFF2-40B4-BE49-F238E27FC236}">
                  <a16:creationId xmlns:a16="http://schemas.microsoft.com/office/drawing/2014/main" id="{B3510453-F784-1B95-5471-D2DA9D077944}"/>
                </a:ext>
              </a:extLst>
            </p:cNvPr>
            <p:cNvSpPr/>
            <p:nvPr/>
          </p:nvSpPr>
          <p:spPr>
            <a:xfrm rot="10800000">
              <a:off x="1749307" y="1950299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6" name="六邊形 25">
              <a:extLst>
                <a:ext uri="{FF2B5EF4-FFF2-40B4-BE49-F238E27FC236}">
                  <a16:creationId xmlns:a16="http://schemas.microsoft.com/office/drawing/2014/main" id="{7E6093ED-2909-7944-BF82-BEE381F66CB7}"/>
                </a:ext>
              </a:extLst>
            </p:cNvPr>
            <p:cNvSpPr/>
            <p:nvPr/>
          </p:nvSpPr>
          <p:spPr>
            <a:xfrm rot="10800000">
              <a:off x="1749308" y="1705863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7" name="六邊形 26">
              <a:extLst>
                <a:ext uri="{FF2B5EF4-FFF2-40B4-BE49-F238E27FC236}">
                  <a16:creationId xmlns:a16="http://schemas.microsoft.com/office/drawing/2014/main" id="{82C11ADF-E645-E3C5-8FD4-6AE43592E7FA}"/>
                </a:ext>
              </a:extLst>
            </p:cNvPr>
            <p:cNvSpPr/>
            <p:nvPr/>
          </p:nvSpPr>
          <p:spPr>
            <a:xfrm rot="10800000">
              <a:off x="1749309" y="1459579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8" name="六邊形 27">
              <a:extLst>
                <a:ext uri="{FF2B5EF4-FFF2-40B4-BE49-F238E27FC236}">
                  <a16:creationId xmlns:a16="http://schemas.microsoft.com/office/drawing/2014/main" id="{850AE6DB-AA7A-5854-C2E1-3C3C6178300C}"/>
                </a:ext>
              </a:extLst>
            </p:cNvPr>
            <p:cNvSpPr/>
            <p:nvPr/>
          </p:nvSpPr>
          <p:spPr>
            <a:xfrm rot="10800000">
              <a:off x="1749309" y="1221287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9" name="六邊形 28">
              <a:extLst>
                <a:ext uri="{FF2B5EF4-FFF2-40B4-BE49-F238E27FC236}">
                  <a16:creationId xmlns:a16="http://schemas.microsoft.com/office/drawing/2014/main" id="{333CD832-BBB5-1AC0-EF9A-E5B04D988CE8}"/>
                </a:ext>
              </a:extLst>
            </p:cNvPr>
            <p:cNvSpPr/>
            <p:nvPr/>
          </p:nvSpPr>
          <p:spPr>
            <a:xfrm rot="10800000">
              <a:off x="1749310" y="970874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0" name="六邊形 29">
              <a:extLst>
                <a:ext uri="{FF2B5EF4-FFF2-40B4-BE49-F238E27FC236}">
                  <a16:creationId xmlns:a16="http://schemas.microsoft.com/office/drawing/2014/main" id="{D9E5F7A1-1365-9840-4463-CE4D83041A79}"/>
                </a:ext>
              </a:extLst>
            </p:cNvPr>
            <p:cNvSpPr/>
            <p:nvPr/>
          </p:nvSpPr>
          <p:spPr>
            <a:xfrm rot="10800000">
              <a:off x="1746379" y="733643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1" name="六邊形 30">
              <a:extLst>
                <a:ext uri="{FF2B5EF4-FFF2-40B4-BE49-F238E27FC236}">
                  <a16:creationId xmlns:a16="http://schemas.microsoft.com/office/drawing/2014/main" id="{8018AA59-0916-FF68-6879-E6EB0AD067C6}"/>
                </a:ext>
              </a:extLst>
            </p:cNvPr>
            <p:cNvSpPr/>
            <p:nvPr/>
          </p:nvSpPr>
          <p:spPr>
            <a:xfrm flipV="1">
              <a:off x="1712471" y="729890"/>
              <a:ext cx="197329" cy="186003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C0290815-FEBD-DDB2-2708-1736963E688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04782" y="617010"/>
              <a:ext cx="8260" cy="4090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7CAEDDE-AF2F-5BA4-3CC7-A6D325C83D02}"/>
                </a:ext>
              </a:extLst>
            </p:cNvPr>
            <p:cNvSpPr txBox="1"/>
            <p:nvPr/>
          </p:nvSpPr>
          <p:spPr>
            <a:xfrm rot="16200000">
              <a:off x="1663563" y="484156"/>
              <a:ext cx="1456116" cy="646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GND</a:t>
              </a:r>
            </a:p>
            <a:p>
              <a:r>
                <a:rPr lang="en-US" altLang="zh-TW" sz="1801" dirty="0"/>
                <a:t>L-G:230V</a:t>
              </a:r>
              <a:endParaRPr lang="zh-TW" altLang="en-US" sz="1801" dirty="0"/>
            </a:p>
          </p:txBody>
        </p: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C4303E3C-1812-BAE4-7493-85F19E841DC3}"/>
                </a:ext>
              </a:extLst>
            </p:cNvPr>
            <p:cNvCxnSpPr>
              <a:cxnSpLocks/>
            </p:cNvCxnSpPr>
            <p:nvPr/>
          </p:nvCxnSpPr>
          <p:spPr>
            <a:xfrm>
              <a:off x="2214947" y="700078"/>
              <a:ext cx="0" cy="2245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337A37E6-9D91-C96A-990B-2EA0E68ED3CA}"/>
                </a:ext>
              </a:extLst>
            </p:cNvPr>
            <p:cNvCxnSpPr>
              <a:cxnSpLocks/>
            </p:cNvCxnSpPr>
            <p:nvPr/>
          </p:nvCxnSpPr>
          <p:spPr>
            <a:xfrm>
              <a:off x="2268414" y="720572"/>
              <a:ext cx="0" cy="1852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2120AB4D-774A-B7E6-9D2A-75E5A1DD321D}"/>
                </a:ext>
              </a:extLst>
            </p:cNvPr>
            <p:cNvCxnSpPr>
              <a:cxnSpLocks/>
            </p:cNvCxnSpPr>
            <p:nvPr/>
          </p:nvCxnSpPr>
          <p:spPr>
            <a:xfrm>
              <a:off x="2313673" y="755814"/>
              <a:ext cx="0" cy="1272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1B496C1-4D25-1770-5F8F-F357C2B5EC4E}"/>
              </a:ext>
            </a:extLst>
          </p:cNvPr>
          <p:cNvSpPr txBox="1"/>
          <p:nvPr/>
        </p:nvSpPr>
        <p:spPr>
          <a:xfrm>
            <a:off x="5324722" y="7135621"/>
            <a:ext cx="1349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飲水機</a:t>
            </a:r>
          </a:p>
        </p:txBody>
      </p: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F3E1B1BB-A0E4-F7E6-0DAE-3DD43351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6102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4287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D6BF-1897-8D1D-9159-1B8C8E4B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82B3F73-E594-0523-F90E-DD256B8C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0387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4D932C1-29DE-3EBB-574E-440A7FEE0113}"/>
              </a:ext>
            </a:extLst>
          </p:cNvPr>
          <p:cNvSpPr txBox="1"/>
          <p:nvPr/>
        </p:nvSpPr>
        <p:spPr>
          <a:xfrm>
            <a:off x="5352578" y="7481390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烘</a:t>
            </a:r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8647DED8-1985-1F1C-499F-3BD99CB6B57C}"/>
              </a:ext>
            </a:extLst>
          </p:cNvPr>
          <p:cNvCxnSpPr>
            <a:cxnSpLocks/>
          </p:cNvCxnSpPr>
          <p:nvPr/>
        </p:nvCxnSpPr>
        <p:spPr>
          <a:xfrm rot="5400000" flipH="1">
            <a:off x="4966493" y="3541531"/>
            <a:ext cx="7289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2FC5D95B-8002-E622-4CCD-ADF380C7D9A0}"/>
              </a:ext>
            </a:extLst>
          </p:cNvPr>
          <p:cNvCxnSpPr>
            <a:cxnSpLocks/>
          </p:cNvCxnSpPr>
          <p:nvPr/>
        </p:nvCxnSpPr>
        <p:spPr>
          <a:xfrm rot="5400000" flipH="1">
            <a:off x="-31560" y="5935220"/>
            <a:ext cx="69255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80B5C4BC-92B7-0622-F2CF-E603D8FC7E79}"/>
              </a:ext>
            </a:extLst>
          </p:cNvPr>
          <p:cNvSpPr/>
          <p:nvPr/>
        </p:nvSpPr>
        <p:spPr>
          <a:xfrm>
            <a:off x="3330772" y="2193449"/>
            <a:ext cx="276753" cy="291086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3A555EDA-A118-E483-3DE0-2A4EF961EE94}"/>
              </a:ext>
            </a:extLst>
          </p:cNvPr>
          <p:cNvSpPr/>
          <p:nvPr/>
        </p:nvSpPr>
        <p:spPr>
          <a:xfrm rot="15992770">
            <a:off x="3361693" y="2434656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47302E09-9D39-51C5-5BDE-966C32309618}"/>
              </a:ext>
            </a:extLst>
          </p:cNvPr>
          <p:cNvSpPr/>
          <p:nvPr/>
        </p:nvSpPr>
        <p:spPr>
          <a:xfrm rot="16200000">
            <a:off x="3361694" y="2134382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9CD7C862-FF92-1908-B79F-AB351AD77C79}"/>
              </a:ext>
            </a:extLst>
          </p:cNvPr>
          <p:cNvCxnSpPr>
            <a:cxnSpLocks/>
          </p:cNvCxnSpPr>
          <p:nvPr/>
        </p:nvCxnSpPr>
        <p:spPr>
          <a:xfrm rot="5400000" flipH="1">
            <a:off x="3196336" y="1928004"/>
            <a:ext cx="4356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714E69E3-C8B3-2FDE-3AC3-24FB1D12573E}"/>
              </a:ext>
            </a:extLst>
          </p:cNvPr>
          <p:cNvSpPr txBox="1"/>
          <p:nvPr/>
        </p:nvSpPr>
        <p:spPr>
          <a:xfrm>
            <a:off x="3584278" y="2137575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65B78BB0-5220-CD92-2C87-56E517786881}"/>
              </a:ext>
            </a:extLst>
          </p:cNvPr>
          <p:cNvSpPr/>
          <p:nvPr/>
        </p:nvSpPr>
        <p:spPr>
          <a:xfrm rot="5400000">
            <a:off x="2062640" y="3948399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7EC302B4-4232-9319-6064-52AD1F4A30E7}"/>
              </a:ext>
            </a:extLst>
          </p:cNvPr>
          <p:cNvGrpSpPr/>
          <p:nvPr/>
        </p:nvGrpSpPr>
        <p:grpSpPr>
          <a:xfrm rot="5400000">
            <a:off x="3174721" y="3128723"/>
            <a:ext cx="483538" cy="226020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4DB87FA3-69E5-ECB8-6582-EB5D63F03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8C6730ED-6295-D499-00C2-079DAF3E94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13C7EB48-74B6-E866-377F-59CAC92C08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0DC460FF-D9C6-6D44-3D56-925D73DE9F6C}"/>
              </a:ext>
            </a:extLst>
          </p:cNvPr>
          <p:cNvCxnSpPr>
            <a:cxnSpLocks/>
          </p:cNvCxnSpPr>
          <p:nvPr/>
        </p:nvCxnSpPr>
        <p:spPr>
          <a:xfrm rot="5400000">
            <a:off x="2928063" y="3500799"/>
            <a:ext cx="2753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BBA9093E-0B43-D95B-8BF7-312D0597B31D}"/>
              </a:ext>
            </a:extLst>
          </p:cNvPr>
          <p:cNvSpPr/>
          <p:nvPr/>
        </p:nvSpPr>
        <p:spPr>
          <a:xfrm rot="5134159">
            <a:off x="2321842" y="3943754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F49EC22A-8DA9-F7AD-8F96-B9369AF9CCBD}"/>
              </a:ext>
            </a:extLst>
          </p:cNvPr>
          <p:cNvCxnSpPr>
            <a:cxnSpLocks/>
          </p:cNvCxnSpPr>
          <p:nvPr/>
        </p:nvCxnSpPr>
        <p:spPr>
          <a:xfrm rot="5400000">
            <a:off x="1709198" y="3641645"/>
            <a:ext cx="14361" cy="7223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FC890BB6-0F2B-C548-B4FB-EF93A8C441EA}"/>
              </a:ext>
            </a:extLst>
          </p:cNvPr>
          <p:cNvSpPr/>
          <p:nvPr/>
        </p:nvSpPr>
        <p:spPr>
          <a:xfrm rot="16200000">
            <a:off x="2103304" y="3829892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203BABA6-968E-44E6-107A-3CBAED666566}"/>
              </a:ext>
            </a:extLst>
          </p:cNvPr>
          <p:cNvCxnSpPr/>
          <p:nvPr/>
        </p:nvCxnSpPr>
        <p:spPr>
          <a:xfrm rot="5400000" flipH="1">
            <a:off x="2778036" y="3869773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26F12B8B-A3BC-45CE-6CA0-83A1E357DFEE}"/>
              </a:ext>
            </a:extLst>
          </p:cNvPr>
          <p:cNvSpPr/>
          <p:nvPr/>
        </p:nvSpPr>
        <p:spPr>
          <a:xfrm rot="5400000">
            <a:off x="2062640" y="5174446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3E9F6CCC-CDA2-97C8-8DC0-D7DFF3431CD6}"/>
              </a:ext>
            </a:extLst>
          </p:cNvPr>
          <p:cNvCxnSpPr>
            <a:cxnSpLocks/>
          </p:cNvCxnSpPr>
          <p:nvPr/>
        </p:nvCxnSpPr>
        <p:spPr>
          <a:xfrm rot="5400000">
            <a:off x="2933144" y="4726845"/>
            <a:ext cx="2753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D667A342-08BC-658C-A044-FA6BB09D5DAF}"/>
              </a:ext>
            </a:extLst>
          </p:cNvPr>
          <p:cNvSpPr/>
          <p:nvPr/>
        </p:nvSpPr>
        <p:spPr>
          <a:xfrm rot="5134159">
            <a:off x="2321842" y="5169802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1B9AF1C3-0DF7-F690-CF11-CFD31D0E0D07}"/>
              </a:ext>
            </a:extLst>
          </p:cNvPr>
          <p:cNvCxnSpPr>
            <a:cxnSpLocks/>
            <a:stCxn id="1275" idx="4"/>
          </p:cNvCxnSpPr>
          <p:nvPr/>
        </p:nvCxnSpPr>
        <p:spPr>
          <a:xfrm rot="5400000">
            <a:off x="1694798" y="4854177"/>
            <a:ext cx="2613" cy="7429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39B9D4EF-A775-62BC-C621-DE3EFF783C29}"/>
              </a:ext>
            </a:extLst>
          </p:cNvPr>
          <p:cNvSpPr/>
          <p:nvPr/>
        </p:nvSpPr>
        <p:spPr>
          <a:xfrm rot="16200000">
            <a:off x="2103304" y="5041345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7B48FB07-DD56-0EDA-4E70-0E6ED83AF9FA}"/>
              </a:ext>
            </a:extLst>
          </p:cNvPr>
          <p:cNvCxnSpPr/>
          <p:nvPr/>
        </p:nvCxnSpPr>
        <p:spPr>
          <a:xfrm rot="5400000" flipH="1">
            <a:off x="2778036" y="5095820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830561D0-8A8F-7645-1368-BD1F83A24FE7}"/>
              </a:ext>
            </a:extLst>
          </p:cNvPr>
          <p:cNvSpPr txBox="1"/>
          <p:nvPr/>
        </p:nvSpPr>
        <p:spPr>
          <a:xfrm>
            <a:off x="1954934" y="5812706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57476EF6-2FA7-2AB0-029C-C98B3C3728B6}"/>
              </a:ext>
            </a:extLst>
          </p:cNvPr>
          <p:cNvSpPr/>
          <p:nvPr/>
        </p:nvSpPr>
        <p:spPr>
          <a:xfrm rot="5400000">
            <a:off x="4206180" y="3932190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5C5569B5-393C-4934-BF4B-A8EA22055A74}"/>
              </a:ext>
            </a:extLst>
          </p:cNvPr>
          <p:cNvSpPr/>
          <p:nvPr/>
        </p:nvSpPr>
        <p:spPr>
          <a:xfrm rot="5134159">
            <a:off x="4465380" y="3938601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F481E16F-9D76-59CA-AE81-F675A357D494}"/>
              </a:ext>
            </a:extLst>
          </p:cNvPr>
          <p:cNvCxnSpPr>
            <a:cxnSpLocks/>
          </p:cNvCxnSpPr>
          <p:nvPr/>
        </p:nvCxnSpPr>
        <p:spPr>
          <a:xfrm rot="5400000">
            <a:off x="3813460" y="3577027"/>
            <a:ext cx="5228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17969CE1-6752-311D-EC50-6FF9C1C25C9F}"/>
              </a:ext>
            </a:extLst>
          </p:cNvPr>
          <p:cNvSpPr/>
          <p:nvPr/>
        </p:nvSpPr>
        <p:spPr>
          <a:xfrm rot="16200000">
            <a:off x="4198205" y="3795876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6C1E14CE-D482-D7DB-0568-605AA6CA0A9B}"/>
              </a:ext>
            </a:extLst>
          </p:cNvPr>
          <p:cNvCxnSpPr/>
          <p:nvPr/>
        </p:nvCxnSpPr>
        <p:spPr>
          <a:xfrm rot="5400000" flipH="1">
            <a:off x="3705316" y="3875673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2CE2C571-EB94-BD00-BDC7-AED801FCBA90}"/>
              </a:ext>
            </a:extLst>
          </p:cNvPr>
          <p:cNvSpPr/>
          <p:nvPr/>
        </p:nvSpPr>
        <p:spPr>
          <a:xfrm rot="5400000">
            <a:off x="4206180" y="5177759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9D16DC21-16DD-F593-84B5-965B3B46CBB9}"/>
              </a:ext>
            </a:extLst>
          </p:cNvPr>
          <p:cNvCxnSpPr>
            <a:cxnSpLocks/>
          </p:cNvCxnSpPr>
          <p:nvPr/>
        </p:nvCxnSpPr>
        <p:spPr>
          <a:xfrm rot="5400000">
            <a:off x="4978829" y="4755683"/>
            <a:ext cx="3863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0D7AD714-AC37-0C2A-8412-03C6A56780C4}"/>
              </a:ext>
            </a:extLst>
          </p:cNvPr>
          <p:cNvSpPr/>
          <p:nvPr/>
        </p:nvSpPr>
        <p:spPr>
          <a:xfrm rot="5134159">
            <a:off x="4465380" y="5186014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5F87E7F1-4A69-984F-ADDF-7067943B873B}"/>
              </a:ext>
            </a:extLst>
          </p:cNvPr>
          <p:cNvCxnSpPr>
            <a:cxnSpLocks/>
          </p:cNvCxnSpPr>
          <p:nvPr/>
        </p:nvCxnSpPr>
        <p:spPr>
          <a:xfrm rot="5400000" flipH="1">
            <a:off x="3819615" y="4823523"/>
            <a:ext cx="7903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3C3D3522-7C8E-D9B3-379C-92B0385EF57A}"/>
              </a:ext>
            </a:extLst>
          </p:cNvPr>
          <p:cNvSpPr/>
          <p:nvPr/>
        </p:nvSpPr>
        <p:spPr>
          <a:xfrm rot="16200000">
            <a:off x="4240707" y="5054052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AEAA4B97-8A9C-BD89-A4CB-AC1F3A2F32CF}"/>
              </a:ext>
            </a:extLst>
          </p:cNvPr>
          <p:cNvCxnSpPr/>
          <p:nvPr/>
        </p:nvCxnSpPr>
        <p:spPr>
          <a:xfrm rot="5400000" flipH="1">
            <a:off x="3801152" y="5123087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20648543-787F-2000-902D-70FC595AD89B}"/>
              </a:ext>
            </a:extLst>
          </p:cNvPr>
          <p:cNvSpPr txBox="1"/>
          <p:nvPr/>
        </p:nvSpPr>
        <p:spPr>
          <a:xfrm>
            <a:off x="4108545" y="3318609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B24AF8D2-E598-2E01-F8CA-A56BC02CED92}"/>
              </a:ext>
            </a:extLst>
          </p:cNvPr>
          <p:cNvSpPr txBox="1"/>
          <p:nvPr/>
        </p:nvSpPr>
        <p:spPr>
          <a:xfrm>
            <a:off x="4087147" y="4610641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D377B918-D5C3-9FE1-D86E-57E9808A2843}"/>
              </a:ext>
            </a:extLst>
          </p:cNvPr>
          <p:cNvSpPr txBox="1"/>
          <p:nvPr/>
        </p:nvSpPr>
        <p:spPr>
          <a:xfrm>
            <a:off x="1939694" y="3361817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8E6CF1EF-1234-A6F7-7943-A91962FD175E}"/>
              </a:ext>
            </a:extLst>
          </p:cNvPr>
          <p:cNvSpPr txBox="1"/>
          <p:nvPr/>
        </p:nvSpPr>
        <p:spPr>
          <a:xfrm>
            <a:off x="1934614" y="4571244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846CB98-D9B7-8152-F002-28C47D462142}"/>
              </a:ext>
            </a:extLst>
          </p:cNvPr>
          <p:cNvGrpSpPr/>
          <p:nvPr/>
        </p:nvGrpSpPr>
        <p:grpSpPr>
          <a:xfrm rot="5400000">
            <a:off x="2259366" y="7935810"/>
            <a:ext cx="2142813" cy="5639656"/>
            <a:chOff x="10133659" y="1030064"/>
            <a:chExt cx="1865605" cy="5639655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EFC7A19-E88E-48C2-8F77-82954D865DB4}"/>
                </a:ext>
              </a:extLst>
            </p:cNvPr>
            <p:cNvSpPr/>
            <p:nvPr/>
          </p:nvSpPr>
          <p:spPr>
            <a:xfrm rot="10800000">
              <a:off x="10507664" y="2090812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6" name="六邊形 55">
              <a:extLst>
                <a:ext uri="{FF2B5EF4-FFF2-40B4-BE49-F238E27FC236}">
                  <a16:creationId xmlns:a16="http://schemas.microsoft.com/office/drawing/2014/main" id="{EAFB99E8-C9A1-9403-7C70-DD74AF8F3ADE}"/>
                </a:ext>
              </a:extLst>
            </p:cNvPr>
            <p:cNvSpPr/>
            <p:nvPr/>
          </p:nvSpPr>
          <p:spPr>
            <a:xfrm rot="10800000">
              <a:off x="10562436" y="361627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7" name="六邊形 56">
              <a:extLst>
                <a:ext uri="{FF2B5EF4-FFF2-40B4-BE49-F238E27FC236}">
                  <a16:creationId xmlns:a16="http://schemas.microsoft.com/office/drawing/2014/main" id="{9BB7A758-4A0E-71B3-4A25-4D146F281432}"/>
                </a:ext>
              </a:extLst>
            </p:cNvPr>
            <p:cNvSpPr/>
            <p:nvPr/>
          </p:nvSpPr>
          <p:spPr>
            <a:xfrm rot="10800000">
              <a:off x="10562984" y="224837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8" name="六邊形 57">
              <a:extLst>
                <a:ext uri="{FF2B5EF4-FFF2-40B4-BE49-F238E27FC236}">
                  <a16:creationId xmlns:a16="http://schemas.microsoft.com/office/drawing/2014/main" id="{9FA422D0-0D76-9C51-AFF1-6C2AE16C7239}"/>
                </a:ext>
              </a:extLst>
            </p:cNvPr>
            <p:cNvSpPr/>
            <p:nvPr/>
          </p:nvSpPr>
          <p:spPr>
            <a:xfrm rot="10800000">
              <a:off x="10562984" y="338363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9" name="六邊形 58">
              <a:extLst>
                <a:ext uri="{FF2B5EF4-FFF2-40B4-BE49-F238E27FC236}">
                  <a16:creationId xmlns:a16="http://schemas.microsoft.com/office/drawing/2014/main" id="{13017CAD-D1CA-8224-F330-49A907631B69}"/>
                </a:ext>
              </a:extLst>
            </p:cNvPr>
            <p:cNvSpPr/>
            <p:nvPr/>
          </p:nvSpPr>
          <p:spPr>
            <a:xfrm rot="10800000">
              <a:off x="10562985" y="314802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0" name="六邊形 59">
              <a:extLst>
                <a:ext uri="{FF2B5EF4-FFF2-40B4-BE49-F238E27FC236}">
                  <a16:creationId xmlns:a16="http://schemas.microsoft.com/office/drawing/2014/main" id="{210AC677-D1DE-B657-381F-4477FAFCBA81}"/>
                </a:ext>
              </a:extLst>
            </p:cNvPr>
            <p:cNvSpPr/>
            <p:nvPr/>
          </p:nvSpPr>
          <p:spPr>
            <a:xfrm rot="10800000">
              <a:off x="10562986" y="29106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1" name="六邊形 60">
              <a:extLst>
                <a:ext uri="{FF2B5EF4-FFF2-40B4-BE49-F238E27FC236}">
                  <a16:creationId xmlns:a16="http://schemas.microsoft.com/office/drawing/2014/main" id="{5B3FE3C5-693C-47F4-80D6-C742E95218D3}"/>
                </a:ext>
              </a:extLst>
            </p:cNvPr>
            <p:cNvSpPr/>
            <p:nvPr/>
          </p:nvSpPr>
          <p:spPr>
            <a:xfrm rot="10800000">
              <a:off x="10562986" y="268096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2" name="六邊形 61">
              <a:extLst>
                <a:ext uri="{FF2B5EF4-FFF2-40B4-BE49-F238E27FC236}">
                  <a16:creationId xmlns:a16="http://schemas.microsoft.com/office/drawing/2014/main" id="{8571E572-5B4E-AD1D-63BB-30F3DBF94CA6}"/>
                </a:ext>
              </a:extLst>
            </p:cNvPr>
            <p:cNvSpPr/>
            <p:nvPr/>
          </p:nvSpPr>
          <p:spPr>
            <a:xfrm rot="10800000">
              <a:off x="10562987" y="243960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3" name="六邊形 62">
              <a:extLst>
                <a:ext uri="{FF2B5EF4-FFF2-40B4-BE49-F238E27FC236}">
                  <a16:creationId xmlns:a16="http://schemas.microsoft.com/office/drawing/2014/main" id="{8E35E328-9DA8-CF24-8250-75CFF697C40C}"/>
                </a:ext>
              </a:extLst>
            </p:cNvPr>
            <p:cNvSpPr/>
            <p:nvPr/>
          </p:nvSpPr>
          <p:spPr>
            <a:xfrm rot="10800000">
              <a:off x="10559934" y="22109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6" name="六邊形 1345">
              <a:extLst>
                <a:ext uri="{FF2B5EF4-FFF2-40B4-BE49-F238E27FC236}">
                  <a16:creationId xmlns:a16="http://schemas.microsoft.com/office/drawing/2014/main" id="{AE53CEA9-5C67-7998-63B8-015B756B164A}"/>
                </a:ext>
              </a:extLst>
            </p:cNvPr>
            <p:cNvSpPr/>
            <p:nvPr/>
          </p:nvSpPr>
          <p:spPr>
            <a:xfrm flipV="1">
              <a:off x="10524621" y="2207328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5" name="直線接點 1354">
              <a:extLst>
                <a:ext uri="{FF2B5EF4-FFF2-40B4-BE49-F238E27FC236}">
                  <a16:creationId xmlns:a16="http://schemas.microsoft.com/office/drawing/2014/main" id="{51E44FDD-66E7-BF07-CC96-2AB86B563EA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29372" y="2082657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4" name="流程圖: 合併 1363">
              <a:extLst>
                <a:ext uri="{FF2B5EF4-FFF2-40B4-BE49-F238E27FC236}">
                  <a16:creationId xmlns:a16="http://schemas.microsoft.com/office/drawing/2014/main" id="{05AA9CF2-E2FF-BCCF-FBE4-D4E6EBEA401B}"/>
                </a:ext>
              </a:extLst>
            </p:cNvPr>
            <p:cNvSpPr/>
            <p:nvPr/>
          </p:nvSpPr>
          <p:spPr>
            <a:xfrm rot="5400000" flipV="1">
              <a:off x="11015976" y="2195860"/>
              <a:ext cx="210183" cy="207552"/>
            </a:xfrm>
            <a:prstGeom prst="flowChartMerg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73" name="文字方塊 1372">
              <a:extLst>
                <a:ext uri="{FF2B5EF4-FFF2-40B4-BE49-F238E27FC236}">
                  <a16:creationId xmlns:a16="http://schemas.microsoft.com/office/drawing/2014/main" id="{2489C01A-EA09-7D1A-3B6C-A4EFF3D08D7A}"/>
                </a:ext>
              </a:extLst>
            </p:cNvPr>
            <p:cNvSpPr txBox="1"/>
            <p:nvPr/>
          </p:nvSpPr>
          <p:spPr>
            <a:xfrm rot="16200000">
              <a:off x="9161302" y="4967708"/>
              <a:ext cx="3082358" cy="32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L-N:110V</a:t>
              </a:r>
              <a:endParaRPr lang="zh-TW" altLang="en-US" sz="1801" dirty="0"/>
            </a:p>
          </p:txBody>
        </p:sp>
        <p:sp>
          <p:nvSpPr>
            <p:cNvPr id="1374" name="六邊形 1373">
              <a:extLst>
                <a:ext uri="{FF2B5EF4-FFF2-40B4-BE49-F238E27FC236}">
                  <a16:creationId xmlns:a16="http://schemas.microsoft.com/office/drawing/2014/main" id="{F175FE3C-DF2C-7A52-4CD9-C6CA95F18AB1}"/>
                </a:ext>
              </a:extLst>
            </p:cNvPr>
            <p:cNvSpPr/>
            <p:nvPr/>
          </p:nvSpPr>
          <p:spPr>
            <a:xfrm rot="10800000">
              <a:off x="10570973" y="505812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2" name="六邊形 1381">
              <a:extLst>
                <a:ext uri="{FF2B5EF4-FFF2-40B4-BE49-F238E27FC236}">
                  <a16:creationId xmlns:a16="http://schemas.microsoft.com/office/drawing/2014/main" id="{04413EE7-6D94-BD88-466E-7C5D9B39BE66}"/>
                </a:ext>
              </a:extLst>
            </p:cNvPr>
            <p:cNvSpPr/>
            <p:nvPr/>
          </p:nvSpPr>
          <p:spPr>
            <a:xfrm rot="10800000">
              <a:off x="10571521" y="4825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3" name="六邊形 1382">
              <a:extLst>
                <a:ext uri="{FF2B5EF4-FFF2-40B4-BE49-F238E27FC236}">
                  <a16:creationId xmlns:a16="http://schemas.microsoft.com/office/drawing/2014/main" id="{E8451616-4AA9-DE86-185B-D7E770BC46D6}"/>
                </a:ext>
              </a:extLst>
            </p:cNvPr>
            <p:cNvSpPr/>
            <p:nvPr/>
          </p:nvSpPr>
          <p:spPr>
            <a:xfrm rot="10800000">
              <a:off x="10571522" y="458987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91" name="六邊形 1390">
              <a:extLst>
                <a:ext uri="{FF2B5EF4-FFF2-40B4-BE49-F238E27FC236}">
                  <a16:creationId xmlns:a16="http://schemas.microsoft.com/office/drawing/2014/main" id="{04F62B8E-182F-40B3-9FDC-444D25BC7E2F}"/>
                </a:ext>
              </a:extLst>
            </p:cNvPr>
            <p:cNvSpPr/>
            <p:nvPr/>
          </p:nvSpPr>
          <p:spPr>
            <a:xfrm rot="10800000">
              <a:off x="10571523" y="435249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0" name="六邊形 1399">
              <a:extLst>
                <a:ext uri="{FF2B5EF4-FFF2-40B4-BE49-F238E27FC236}">
                  <a16:creationId xmlns:a16="http://schemas.microsoft.com/office/drawing/2014/main" id="{653E51A3-EC96-ADA1-4FB4-92CA54370ACE}"/>
                </a:ext>
              </a:extLst>
            </p:cNvPr>
            <p:cNvSpPr/>
            <p:nvPr/>
          </p:nvSpPr>
          <p:spPr>
            <a:xfrm rot="10800000">
              <a:off x="10571523" y="412281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9" name="六邊形 1408">
              <a:extLst>
                <a:ext uri="{FF2B5EF4-FFF2-40B4-BE49-F238E27FC236}">
                  <a16:creationId xmlns:a16="http://schemas.microsoft.com/office/drawing/2014/main" id="{001C61DF-EFBE-151A-A51A-AD513DA939AB}"/>
                </a:ext>
              </a:extLst>
            </p:cNvPr>
            <p:cNvSpPr/>
            <p:nvPr/>
          </p:nvSpPr>
          <p:spPr>
            <a:xfrm rot="10800000">
              <a:off x="10571524" y="388145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17" name="矩形 1416">
              <a:extLst>
                <a:ext uri="{FF2B5EF4-FFF2-40B4-BE49-F238E27FC236}">
                  <a16:creationId xmlns:a16="http://schemas.microsoft.com/office/drawing/2014/main" id="{81534145-79B1-436F-9ACF-2F6A416AEFB2}"/>
                </a:ext>
              </a:extLst>
            </p:cNvPr>
            <p:cNvSpPr/>
            <p:nvPr/>
          </p:nvSpPr>
          <p:spPr>
            <a:xfrm rot="10800000">
              <a:off x="11375573" y="2125688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0" name="六邊形 1419">
              <a:extLst>
                <a:ext uri="{FF2B5EF4-FFF2-40B4-BE49-F238E27FC236}">
                  <a16:creationId xmlns:a16="http://schemas.microsoft.com/office/drawing/2014/main" id="{D9046811-1BD0-5E85-76ED-00BFDC3674C2}"/>
                </a:ext>
              </a:extLst>
            </p:cNvPr>
            <p:cNvSpPr/>
            <p:nvPr/>
          </p:nvSpPr>
          <p:spPr>
            <a:xfrm rot="10800000">
              <a:off x="11430345" y="365115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6" name="六邊形 1425">
              <a:extLst>
                <a:ext uri="{FF2B5EF4-FFF2-40B4-BE49-F238E27FC236}">
                  <a16:creationId xmlns:a16="http://schemas.microsoft.com/office/drawing/2014/main" id="{E16436A7-AA66-FE86-7FAF-9E38BB85B772}"/>
                </a:ext>
              </a:extLst>
            </p:cNvPr>
            <p:cNvSpPr/>
            <p:nvPr/>
          </p:nvSpPr>
          <p:spPr>
            <a:xfrm rot="10800000">
              <a:off x="11430893" y="228325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5" name="六邊形 1434">
              <a:extLst>
                <a:ext uri="{FF2B5EF4-FFF2-40B4-BE49-F238E27FC236}">
                  <a16:creationId xmlns:a16="http://schemas.microsoft.com/office/drawing/2014/main" id="{955DBBD8-2674-BCA4-D7C8-10EB1803F014}"/>
                </a:ext>
              </a:extLst>
            </p:cNvPr>
            <p:cNvSpPr/>
            <p:nvPr/>
          </p:nvSpPr>
          <p:spPr>
            <a:xfrm rot="10800000">
              <a:off x="11430893" y="341850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44" name="六邊形 1443">
              <a:extLst>
                <a:ext uri="{FF2B5EF4-FFF2-40B4-BE49-F238E27FC236}">
                  <a16:creationId xmlns:a16="http://schemas.microsoft.com/office/drawing/2014/main" id="{C2C66B09-120E-D8DF-5B1A-12FB4332324C}"/>
                </a:ext>
              </a:extLst>
            </p:cNvPr>
            <p:cNvSpPr/>
            <p:nvPr/>
          </p:nvSpPr>
          <p:spPr>
            <a:xfrm rot="10800000">
              <a:off x="11430894" y="318290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4" name="六邊形 1453">
              <a:extLst>
                <a:ext uri="{FF2B5EF4-FFF2-40B4-BE49-F238E27FC236}">
                  <a16:creationId xmlns:a16="http://schemas.microsoft.com/office/drawing/2014/main" id="{45CF0E57-3C54-77BF-CB2E-17B8AC731FDF}"/>
                </a:ext>
              </a:extLst>
            </p:cNvPr>
            <p:cNvSpPr/>
            <p:nvPr/>
          </p:nvSpPr>
          <p:spPr>
            <a:xfrm rot="10800000">
              <a:off x="11430895" y="29455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63" name="六邊形 1462">
              <a:extLst>
                <a:ext uri="{FF2B5EF4-FFF2-40B4-BE49-F238E27FC236}">
                  <a16:creationId xmlns:a16="http://schemas.microsoft.com/office/drawing/2014/main" id="{34CA8CB9-1760-87C1-9B89-1FE0CF9D7A24}"/>
                </a:ext>
              </a:extLst>
            </p:cNvPr>
            <p:cNvSpPr/>
            <p:nvPr/>
          </p:nvSpPr>
          <p:spPr>
            <a:xfrm rot="10800000">
              <a:off x="11430895" y="271584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8" name="六邊形 127">
              <a:extLst>
                <a:ext uri="{FF2B5EF4-FFF2-40B4-BE49-F238E27FC236}">
                  <a16:creationId xmlns:a16="http://schemas.microsoft.com/office/drawing/2014/main" id="{38E6899B-01A9-578A-79E2-AEA76E7E21C8}"/>
                </a:ext>
              </a:extLst>
            </p:cNvPr>
            <p:cNvSpPr/>
            <p:nvPr/>
          </p:nvSpPr>
          <p:spPr>
            <a:xfrm rot="10800000">
              <a:off x="11430896" y="2474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9" name="六邊形 128">
              <a:extLst>
                <a:ext uri="{FF2B5EF4-FFF2-40B4-BE49-F238E27FC236}">
                  <a16:creationId xmlns:a16="http://schemas.microsoft.com/office/drawing/2014/main" id="{7662185F-C1AE-0175-3020-4297B99383ED}"/>
                </a:ext>
              </a:extLst>
            </p:cNvPr>
            <p:cNvSpPr/>
            <p:nvPr/>
          </p:nvSpPr>
          <p:spPr>
            <a:xfrm rot="10800000">
              <a:off x="11427843" y="22458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0" name="六邊形 129">
              <a:extLst>
                <a:ext uri="{FF2B5EF4-FFF2-40B4-BE49-F238E27FC236}">
                  <a16:creationId xmlns:a16="http://schemas.microsoft.com/office/drawing/2014/main" id="{BACB1854-2C45-B664-8538-63F7A50A0BA3}"/>
                </a:ext>
              </a:extLst>
            </p:cNvPr>
            <p:cNvSpPr/>
            <p:nvPr/>
          </p:nvSpPr>
          <p:spPr>
            <a:xfrm flipV="1">
              <a:off x="11392530" y="2242204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33D6B36F-5B5A-9702-9523-87D4C71F0B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697281" y="2117533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六邊形 131">
              <a:extLst>
                <a:ext uri="{FF2B5EF4-FFF2-40B4-BE49-F238E27FC236}">
                  <a16:creationId xmlns:a16="http://schemas.microsoft.com/office/drawing/2014/main" id="{E3CFC1B8-A524-A092-0734-115AEE1F6896}"/>
                </a:ext>
              </a:extLst>
            </p:cNvPr>
            <p:cNvSpPr/>
            <p:nvPr/>
          </p:nvSpPr>
          <p:spPr>
            <a:xfrm rot="10800000">
              <a:off x="11438882" y="509300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3" name="六邊形 132">
              <a:extLst>
                <a:ext uri="{FF2B5EF4-FFF2-40B4-BE49-F238E27FC236}">
                  <a16:creationId xmlns:a16="http://schemas.microsoft.com/office/drawing/2014/main" id="{3B96C9F1-B2B5-CC18-DA9B-2931D743B92A}"/>
                </a:ext>
              </a:extLst>
            </p:cNvPr>
            <p:cNvSpPr/>
            <p:nvPr/>
          </p:nvSpPr>
          <p:spPr>
            <a:xfrm rot="10800000">
              <a:off x="11439430" y="486035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" name="六邊形 133">
              <a:extLst>
                <a:ext uri="{FF2B5EF4-FFF2-40B4-BE49-F238E27FC236}">
                  <a16:creationId xmlns:a16="http://schemas.microsoft.com/office/drawing/2014/main" id="{559A3FB4-10A7-9D8E-CB57-D61A75B9195D}"/>
                </a:ext>
              </a:extLst>
            </p:cNvPr>
            <p:cNvSpPr/>
            <p:nvPr/>
          </p:nvSpPr>
          <p:spPr>
            <a:xfrm rot="10800000">
              <a:off x="11439431" y="462475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5" name="六邊形 134">
              <a:extLst>
                <a:ext uri="{FF2B5EF4-FFF2-40B4-BE49-F238E27FC236}">
                  <a16:creationId xmlns:a16="http://schemas.microsoft.com/office/drawing/2014/main" id="{FAFD808B-417F-4168-2519-104708987A19}"/>
                </a:ext>
              </a:extLst>
            </p:cNvPr>
            <p:cNvSpPr/>
            <p:nvPr/>
          </p:nvSpPr>
          <p:spPr>
            <a:xfrm rot="10800000">
              <a:off x="11439432" y="438737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" name="六邊形 142">
              <a:extLst>
                <a:ext uri="{FF2B5EF4-FFF2-40B4-BE49-F238E27FC236}">
                  <a16:creationId xmlns:a16="http://schemas.microsoft.com/office/drawing/2014/main" id="{96386ECD-6A6B-C665-16E7-BBB5C62F74FF}"/>
                </a:ext>
              </a:extLst>
            </p:cNvPr>
            <p:cNvSpPr/>
            <p:nvPr/>
          </p:nvSpPr>
          <p:spPr>
            <a:xfrm rot="10800000">
              <a:off x="11439432" y="415769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" name="六邊形 144">
              <a:extLst>
                <a:ext uri="{FF2B5EF4-FFF2-40B4-BE49-F238E27FC236}">
                  <a16:creationId xmlns:a16="http://schemas.microsoft.com/office/drawing/2014/main" id="{24C9B05F-9797-1731-6BA2-EA7067DF1CBC}"/>
                </a:ext>
              </a:extLst>
            </p:cNvPr>
            <p:cNvSpPr/>
            <p:nvPr/>
          </p:nvSpPr>
          <p:spPr>
            <a:xfrm rot="10800000">
              <a:off x="11439433" y="391632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8AAEFB2A-A097-E4CB-5945-2AFA1D93817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1988" y="2224749"/>
              <a:ext cx="0" cy="2148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D2BAABA5-074C-B571-F9FA-2CFDE63B16DB}"/>
                </a:ext>
              </a:extLst>
            </p:cNvPr>
            <p:cNvCxnSpPr>
              <a:cxnSpLocks/>
            </p:cNvCxnSpPr>
            <p:nvPr/>
          </p:nvCxnSpPr>
          <p:spPr>
            <a:xfrm>
              <a:off x="11959254" y="2244359"/>
              <a:ext cx="0" cy="177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03DBA848-DD22-91DB-7FC0-EECDB8C5BA84}"/>
                </a:ext>
              </a:extLst>
            </p:cNvPr>
            <p:cNvCxnSpPr>
              <a:cxnSpLocks/>
            </p:cNvCxnSpPr>
            <p:nvPr/>
          </p:nvCxnSpPr>
          <p:spPr>
            <a:xfrm>
              <a:off x="11999264" y="2278080"/>
              <a:ext cx="0" cy="121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90F0E641-1DC9-9133-9937-D63E303263DB}"/>
                </a:ext>
              </a:extLst>
            </p:cNvPr>
            <p:cNvSpPr txBox="1"/>
            <p:nvPr/>
          </p:nvSpPr>
          <p:spPr>
            <a:xfrm rot="16200000">
              <a:off x="9967419" y="1196304"/>
              <a:ext cx="948790" cy="61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Nature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D16965F0-2270-71EE-D3B9-C73CA1D459F8}"/>
                </a:ext>
              </a:extLst>
            </p:cNvPr>
            <p:cNvSpPr txBox="1"/>
            <p:nvPr/>
          </p:nvSpPr>
          <p:spPr>
            <a:xfrm rot="16200000">
              <a:off x="10952297" y="1340746"/>
              <a:ext cx="948790" cy="348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sz="2000" b="1" dirty="0" err="1">
                  <a:latin typeface="標楷體" panose="03000509000000000000" pitchFamily="65" charset="-120"/>
                  <a:ea typeface="標楷體" panose="03000509000000000000" pitchFamily="65" charset="-120"/>
                </a:rPr>
                <a:t>Gnd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42A4FC8F-8030-75AE-7A2D-0466525ED36A}"/>
              </a:ext>
            </a:extLst>
          </p:cNvPr>
          <p:cNvCxnSpPr>
            <a:cxnSpLocks/>
          </p:cNvCxnSpPr>
          <p:nvPr/>
        </p:nvCxnSpPr>
        <p:spPr>
          <a:xfrm rot="5400000" flipH="1">
            <a:off x="5033610" y="6015646"/>
            <a:ext cx="7289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橢圓 3">
            <a:extLst>
              <a:ext uri="{FF2B5EF4-FFF2-40B4-BE49-F238E27FC236}">
                <a16:creationId xmlns:a16="http://schemas.microsoft.com/office/drawing/2014/main" id="{0FB02D63-2D7D-3329-A51E-DFDD26EBC378}"/>
              </a:ext>
            </a:extLst>
          </p:cNvPr>
          <p:cNvSpPr/>
          <p:nvPr/>
        </p:nvSpPr>
        <p:spPr>
          <a:xfrm rot="5400000">
            <a:off x="2129758" y="6422512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64CE0AC-ACA4-F2FC-5379-981640CF4020}"/>
              </a:ext>
            </a:extLst>
          </p:cNvPr>
          <p:cNvCxnSpPr>
            <a:cxnSpLocks/>
          </p:cNvCxnSpPr>
          <p:nvPr/>
        </p:nvCxnSpPr>
        <p:spPr>
          <a:xfrm rot="5400000">
            <a:off x="2964702" y="5974912"/>
            <a:ext cx="2753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D6DF7894-A2BC-CF2E-C8A9-8CA12638C638}"/>
              </a:ext>
            </a:extLst>
          </p:cNvPr>
          <p:cNvSpPr/>
          <p:nvPr/>
        </p:nvSpPr>
        <p:spPr>
          <a:xfrm rot="5134159">
            <a:off x="2388959" y="6417869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8A88253-C2E3-F31E-7405-6545C1F17F4B}"/>
              </a:ext>
            </a:extLst>
          </p:cNvPr>
          <p:cNvCxnSpPr>
            <a:cxnSpLocks/>
          </p:cNvCxnSpPr>
          <p:nvPr/>
        </p:nvCxnSpPr>
        <p:spPr>
          <a:xfrm rot="5400000">
            <a:off x="1737040" y="6067350"/>
            <a:ext cx="5228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BE6E4B19-7BD9-86AA-4042-EDDAEE4A3F20}"/>
              </a:ext>
            </a:extLst>
          </p:cNvPr>
          <p:cNvSpPr/>
          <p:nvPr/>
        </p:nvSpPr>
        <p:spPr>
          <a:xfrm rot="16200000">
            <a:off x="2170421" y="6304006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EDFF694D-762A-7F3D-6C18-73B791A26028}"/>
              </a:ext>
            </a:extLst>
          </p:cNvPr>
          <p:cNvCxnSpPr/>
          <p:nvPr/>
        </p:nvCxnSpPr>
        <p:spPr>
          <a:xfrm rot="5400000" flipH="1">
            <a:off x="2845153" y="6343887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FE45981C-C949-A752-E876-94FF0D21525F}"/>
              </a:ext>
            </a:extLst>
          </p:cNvPr>
          <p:cNvSpPr/>
          <p:nvPr/>
        </p:nvSpPr>
        <p:spPr>
          <a:xfrm rot="5400000">
            <a:off x="2129758" y="7637130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945B5598-25A5-25BC-B75D-5F7D50E7C0A0}"/>
              </a:ext>
            </a:extLst>
          </p:cNvPr>
          <p:cNvCxnSpPr>
            <a:cxnSpLocks/>
          </p:cNvCxnSpPr>
          <p:nvPr/>
        </p:nvCxnSpPr>
        <p:spPr>
          <a:xfrm rot="5400000">
            <a:off x="2979941" y="7189530"/>
            <a:ext cx="2753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3FA7AD2E-D171-8F18-FEDF-27DA9C5AEEBF}"/>
              </a:ext>
            </a:extLst>
          </p:cNvPr>
          <p:cNvSpPr/>
          <p:nvPr/>
        </p:nvSpPr>
        <p:spPr>
          <a:xfrm rot="5134159">
            <a:off x="2388959" y="7632485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674EA89-6299-8AF6-41C8-ACD60C3D60A5}"/>
              </a:ext>
            </a:extLst>
          </p:cNvPr>
          <p:cNvCxnSpPr>
            <a:cxnSpLocks/>
          </p:cNvCxnSpPr>
          <p:nvPr/>
        </p:nvCxnSpPr>
        <p:spPr>
          <a:xfrm rot="5400000">
            <a:off x="1737040" y="7281968"/>
            <a:ext cx="5228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05892FAC-A2B3-0E8B-F60B-BB3490C60B38}"/>
              </a:ext>
            </a:extLst>
          </p:cNvPr>
          <p:cNvSpPr/>
          <p:nvPr/>
        </p:nvSpPr>
        <p:spPr>
          <a:xfrm rot="16200000">
            <a:off x="2170421" y="7504029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7924C51-8EA3-815D-CEEA-9D9E823CD932}"/>
              </a:ext>
            </a:extLst>
          </p:cNvPr>
          <p:cNvCxnSpPr/>
          <p:nvPr/>
        </p:nvCxnSpPr>
        <p:spPr>
          <a:xfrm rot="5400000" flipH="1">
            <a:off x="2845153" y="7558504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77CB5AD0-141A-4297-A271-3C1E397F8DCD}"/>
              </a:ext>
            </a:extLst>
          </p:cNvPr>
          <p:cNvSpPr/>
          <p:nvPr/>
        </p:nvSpPr>
        <p:spPr>
          <a:xfrm rot="5400000">
            <a:off x="4273298" y="6406303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43A56F8A-24F7-7C1C-7089-CEC6D2CDC387}"/>
              </a:ext>
            </a:extLst>
          </p:cNvPr>
          <p:cNvSpPr/>
          <p:nvPr/>
        </p:nvSpPr>
        <p:spPr>
          <a:xfrm rot="5134159">
            <a:off x="4532499" y="6412714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04C256F-24C9-650D-5881-9E9285EDAD37}"/>
              </a:ext>
            </a:extLst>
          </p:cNvPr>
          <p:cNvCxnSpPr>
            <a:cxnSpLocks/>
          </p:cNvCxnSpPr>
          <p:nvPr/>
        </p:nvCxnSpPr>
        <p:spPr>
          <a:xfrm rot="5400000">
            <a:off x="3850098" y="6051141"/>
            <a:ext cx="5228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弧形 26">
            <a:extLst>
              <a:ext uri="{FF2B5EF4-FFF2-40B4-BE49-F238E27FC236}">
                <a16:creationId xmlns:a16="http://schemas.microsoft.com/office/drawing/2014/main" id="{E95BD4C5-66F1-59D9-7C6B-B706BC43ED2F}"/>
              </a:ext>
            </a:extLst>
          </p:cNvPr>
          <p:cNvSpPr/>
          <p:nvPr/>
        </p:nvSpPr>
        <p:spPr>
          <a:xfrm rot="16200000">
            <a:off x="4265322" y="6269990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E7E58F9-3C09-D6F6-90C6-A78D440399C3}"/>
              </a:ext>
            </a:extLst>
          </p:cNvPr>
          <p:cNvCxnSpPr/>
          <p:nvPr/>
        </p:nvCxnSpPr>
        <p:spPr>
          <a:xfrm rot="5400000" flipH="1">
            <a:off x="3772433" y="6349788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>
            <a:extLst>
              <a:ext uri="{FF2B5EF4-FFF2-40B4-BE49-F238E27FC236}">
                <a16:creationId xmlns:a16="http://schemas.microsoft.com/office/drawing/2014/main" id="{183E2892-712C-0BA4-13C0-5A9F433B8436}"/>
              </a:ext>
            </a:extLst>
          </p:cNvPr>
          <p:cNvSpPr/>
          <p:nvPr/>
        </p:nvSpPr>
        <p:spPr>
          <a:xfrm rot="5400000">
            <a:off x="4230541" y="7643406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1C6D35D8-7A49-121A-62D3-E1B1EDFB52C1}"/>
              </a:ext>
            </a:extLst>
          </p:cNvPr>
          <p:cNvCxnSpPr>
            <a:cxnSpLocks/>
          </p:cNvCxnSpPr>
          <p:nvPr/>
        </p:nvCxnSpPr>
        <p:spPr>
          <a:xfrm rot="5400000">
            <a:off x="5003189" y="7221329"/>
            <a:ext cx="3863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橢圓 31">
            <a:extLst>
              <a:ext uri="{FF2B5EF4-FFF2-40B4-BE49-F238E27FC236}">
                <a16:creationId xmlns:a16="http://schemas.microsoft.com/office/drawing/2014/main" id="{9CE6C1AF-DCA3-CCB1-EEE1-7719DBD50715}"/>
              </a:ext>
            </a:extLst>
          </p:cNvPr>
          <p:cNvSpPr/>
          <p:nvPr/>
        </p:nvSpPr>
        <p:spPr>
          <a:xfrm rot="5134159">
            <a:off x="4489742" y="7651661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A081E4A-C934-09C2-312F-C019089367E7}"/>
              </a:ext>
            </a:extLst>
          </p:cNvPr>
          <p:cNvCxnSpPr>
            <a:cxnSpLocks/>
          </p:cNvCxnSpPr>
          <p:nvPr/>
        </p:nvCxnSpPr>
        <p:spPr>
          <a:xfrm rot="5400000" flipH="1">
            <a:off x="3843977" y="7289170"/>
            <a:ext cx="7903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弧形 33">
            <a:extLst>
              <a:ext uri="{FF2B5EF4-FFF2-40B4-BE49-F238E27FC236}">
                <a16:creationId xmlns:a16="http://schemas.microsoft.com/office/drawing/2014/main" id="{BCFB00AB-816F-CEB9-FEBD-14BBCB318CBA}"/>
              </a:ext>
            </a:extLst>
          </p:cNvPr>
          <p:cNvSpPr/>
          <p:nvPr/>
        </p:nvSpPr>
        <p:spPr>
          <a:xfrm rot="16200000">
            <a:off x="4265067" y="7519698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D038985-B8DA-95A6-206A-80FF159553BA}"/>
              </a:ext>
            </a:extLst>
          </p:cNvPr>
          <p:cNvCxnSpPr/>
          <p:nvPr/>
        </p:nvCxnSpPr>
        <p:spPr>
          <a:xfrm rot="5400000" flipH="1">
            <a:off x="3825513" y="7588735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65755A3-2331-D014-AF77-D00A49F65982}"/>
              </a:ext>
            </a:extLst>
          </p:cNvPr>
          <p:cNvSpPr txBox="1"/>
          <p:nvPr/>
        </p:nvSpPr>
        <p:spPr>
          <a:xfrm>
            <a:off x="4116446" y="5792228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A945969-2CE4-9021-43F7-EA5ACDB3B135}"/>
              </a:ext>
            </a:extLst>
          </p:cNvPr>
          <p:cNvSpPr txBox="1"/>
          <p:nvPr/>
        </p:nvSpPr>
        <p:spPr>
          <a:xfrm>
            <a:off x="4100078" y="7084756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ECCD74B-DC55-45A3-BF4A-655D246A6CE1}"/>
              </a:ext>
            </a:extLst>
          </p:cNvPr>
          <p:cNvSpPr txBox="1"/>
          <p:nvPr/>
        </p:nvSpPr>
        <p:spPr>
          <a:xfrm>
            <a:off x="1968969" y="7051835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7F41F18-D9D9-DC39-9645-1FCCC98ADD77}"/>
              </a:ext>
            </a:extLst>
          </p:cNvPr>
          <p:cNvSpPr/>
          <p:nvPr/>
        </p:nvSpPr>
        <p:spPr>
          <a:xfrm rot="5400000">
            <a:off x="2127726" y="8823187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7B847AF2-F865-F316-D9BF-7977B82B27D1}"/>
              </a:ext>
            </a:extLst>
          </p:cNvPr>
          <p:cNvCxnSpPr>
            <a:cxnSpLocks/>
          </p:cNvCxnSpPr>
          <p:nvPr/>
        </p:nvCxnSpPr>
        <p:spPr>
          <a:xfrm rot="5400000">
            <a:off x="2947429" y="8375586"/>
            <a:ext cx="2753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8B0FA272-9E79-A7C5-3070-B49DDA56F2BD}"/>
              </a:ext>
            </a:extLst>
          </p:cNvPr>
          <p:cNvSpPr/>
          <p:nvPr/>
        </p:nvSpPr>
        <p:spPr>
          <a:xfrm rot="5134159">
            <a:off x="2386927" y="8818543"/>
            <a:ext cx="109593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EA67AC5-2100-839F-5AE8-CE3DFEC0DD9F}"/>
              </a:ext>
            </a:extLst>
          </p:cNvPr>
          <p:cNvCxnSpPr>
            <a:cxnSpLocks/>
          </p:cNvCxnSpPr>
          <p:nvPr/>
        </p:nvCxnSpPr>
        <p:spPr>
          <a:xfrm rot="5400000">
            <a:off x="1735008" y="8468026"/>
            <a:ext cx="5228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弧形 38">
            <a:extLst>
              <a:ext uri="{FF2B5EF4-FFF2-40B4-BE49-F238E27FC236}">
                <a16:creationId xmlns:a16="http://schemas.microsoft.com/office/drawing/2014/main" id="{22D6CA5A-0902-E951-BFDD-BB81E48F01F3}"/>
              </a:ext>
            </a:extLst>
          </p:cNvPr>
          <p:cNvSpPr/>
          <p:nvPr/>
        </p:nvSpPr>
        <p:spPr>
          <a:xfrm rot="16200000">
            <a:off x="2168389" y="8690086"/>
            <a:ext cx="317874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3132FC04-56A5-90BF-3E1C-AD1FC20D8D7D}"/>
              </a:ext>
            </a:extLst>
          </p:cNvPr>
          <p:cNvCxnSpPr/>
          <p:nvPr/>
        </p:nvCxnSpPr>
        <p:spPr>
          <a:xfrm rot="5400000" flipH="1">
            <a:off x="2843121" y="8744560"/>
            <a:ext cx="199258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3" name="文字方塊 1352">
            <a:extLst>
              <a:ext uri="{FF2B5EF4-FFF2-40B4-BE49-F238E27FC236}">
                <a16:creationId xmlns:a16="http://schemas.microsoft.com/office/drawing/2014/main" id="{B227DEDC-8793-A2A4-9EEC-DEC732CAF157}"/>
              </a:ext>
            </a:extLst>
          </p:cNvPr>
          <p:cNvSpPr txBox="1"/>
          <p:nvPr/>
        </p:nvSpPr>
        <p:spPr>
          <a:xfrm>
            <a:off x="559201" y="4897457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浴室</a:t>
            </a:r>
          </a:p>
        </p:txBody>
      </p:sp>
      <p:sp>
        <p:nvSpPr>
          <p:cNvPr id="1354" name="文字方塊 1353">
            <a:extLst>
              <a:ext uri="{FF2B5EF4-FFF2-40B4-BE49-F238E27FC236}">
                <a16:creationId xmlns:a16="http://schemas.microsoft.com/office/drawing/2014/main" id="{704997B0-2337-C2F1-86DB-AC684F0F88D1}"/>
              </a:ext>
            </a:extLst>
          </p:cNvPr>
          <p:cNvSpPr txBox="1"/>
          <p:nvPr/>
        </p:nvSpPr>
        <p:spPr>
          <a:xfrm>
            <a:off x="485583" y="7449459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浴室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C55F140-70D5-43BE-A26D-18B8F1BD26B0}"/>
              </a:ext>
            </a:extLst>
          </p:cNvPr>
          <p:cNvSpPr txBox="1"/>
          <p:nvPr/>
        </p:nvSpPr>
        <p:spPr>
          <a:xfrm>
            <a:off x="2518944" y="991073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EAA447D-C717-C6D7-349B-EBD203792684}"/>
              </a:ext>
            </a:extLst>
          </p:cNvPr>
          <p:cNvSpPr txBox="1"/>
          <p:nvPr/>
        </p:nvSpPr>
        <p:spPr>
          <a:xfrm>
            <a:off x="2" y="242407"/>
            <a:ext cx="6858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3F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JCA3F-D2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前廳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7342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820E-5848-6D4E-793D-8062C7D2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字方塊 42">
            <a:extLst>
              <a:ext uri="{FF2B5EF4-FFF2-40B4-BE49-F238E27FC236}">
                <a16:creationId xmlns:a16="http://schemas.microsoft.com/office/drawing/2014/main" id="{3148FADA-8A1C-44EE-91BC-7F07F32123FA}"/>
              </a:ext>
            </a:extLst>
          </p:cNvPr>
          <p:cNvSpPr txBox="1"/>
          <p:nvPr/>
        </p:nvSpPr>
        <p:spPr>
          <a:xfrm>
            <a:off x="5506963" y="6625590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洗</a:t>
            </a:r>
          </a:p>
        </p:txBody>
      </p: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5D0502CF-5D18-4678-57F2-107A3ACBBC83}"/>
              </a:ext>
            </a:extLst>
          </p:cNvPr>
          <p:cNvSpPr txBox="1"/>
          <p:nvPr/>
        </p:nvSpPr>
        <p:spPr>
          <a:xfrm>
            <a:off x="5513036" y="5439217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洗</a:t>
            </a:r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0682F3BF-143E-48DA-08BD-2923726B411A}"/>
              </a:ext>
            </a:extLst>
          </p:cNvPr>
          <p:cNvCxnSpPr>
            <a:cxnSpLocks/>
          </p:cNvCxnSpPr>
          <p:nvPr/>
        </p:nvCxnSpPr>
        <p:spPr>
          <a:xfrm rot="5400000" flipH="1">
            <a:off x="4977757" y="4018650"/>
            <a:ext cx="6894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0D8D5132-9C5A-71E9-EC58-14882E2AFB5E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>
            <a:off x="177051" y="6497576"/>
            <a:ext cx="6513663" cy="64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A01F02CD-C9EF-2A86-FD7D-D5C1D1A1373F}"/>
              </a:ext>
            </a:extLst>
          </p:cNvPr>
          <p:cNvSpPr/>
          <p:nvPr/>
        </p:nvSpPr>
        <p:spPr>
          <a:xfrm>
            <a:off x="3341840" y="2916868"/>
            <a:ext cx="276753" cy="275340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1324F631-87A2-F681-07D3-9EAE576353F6}"/>
              </a:ext>
            </a:extLst>
          </p:cNvPr>
          <p:cNvSpPr/>
          <p:nvPr/>
        </p:nvSpPr>
        <p:spPr>
          <a:xfrm rot="15992770">
            <a:off x="3375724" y="3142331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B341F2F7-C3B4-9644-8706-6320115D9FC5}"/>
              </a:ext>
            </a:extLst>
          </p:cNvPr>
          <p:cNvSpPr/>
          <p:nvPr/>
        </p:nvSpPr>
        <p:spPr>
          <a:xfrm rot="16200000">
            <a:off x="3375725" y="2858298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8C39CC7E-DE8E-BC2F-8EC8-ABCB82C0451C}"/>
              </a:ext>
            </a:extLst>
          </p:cNvPr>
          <p:cNvCxnSpPr>
            <a:cxnSpLocks/>
          </p:cNvCxnSpPr>
          <p:nvPr/>
        </p:nvCxnSpPr>
        <p:spPr>
          <a:xfrm rot="5400000" flipH="1">
            <a:off x="2795428" y="2242026"/>
            <a:ext cx="1247538" cy="120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B1B83A3D-8A42-DFDA-0308-36047EB6D1F9}"/>
              </a:ext>
            </a:extLst>
          </p:cNvPr>
          <p:cNvSpPr txBox="1"/>
          <p:nvPr/>
        </p:nvSpPr>
        <p:spPr>
          <a:xfrm>
            <a:off x="3595345" y="2864017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1C31D9DE-949E-ECED-10A9-DFE46E34F1AB}"/>
              </a:ext>
            </a:extLst>
          </p:cNvPr>
          <p:cNvSpPr/>
          <p:nvPr/>
        </p:nvSpPr>
        <p:spPr>
          <a:xfrm rot="5400000">
            <a:off x="2076672" y="4425178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46004C91-5CBA-F324-11EE-E7730CD022E7}"/>
              </a:ext>
            </a:extLst>
          </p:cNvPr>
          <p:cNvGrpSpPr/>
          <p:nvPr/>
        </p:nvGrpSpPr>
        <p:grpSpPr>
          <a:xfrm rot="5400000">
            <a:off x="3198865" y="3720932"/>
            <a:ext cx="457385" cy="226020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C98FDA1D-F12E-7DF1-ADFB-00151BF88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7E65D8F1-228A-E094-9EFB-41EC7285A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0C3B1068-21E6-E9D6-A58E-8CC7A3F3DE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C98C92B5-0F52-0796-953B-2A1BFE488AA3}"/>
              </a:ext>
            </a:extLst>
          </p:cNvPr>
          <p:cNvCxnSpPr>
            <a:cxnSpLocks/>
          </p:cNvCxnSpPr>
          <p:nvPr/>
        </p:nvCxnSpPr>
        <p:spPr>
          <a:xfrm rot="5400000">
            <a:off x="2923963" y="3978113"/>
            <a:ext cx="2604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D4577012-F45C-3569-ECF3-3B2EEFD33167}"/>
              </a:ext>
            </a:extLst>
          </p:cNvPr>
          <p:cNvSpPr/>
          <p:nvPr/>
        </p:nvSpPr>
        <p:spPr>
          <a:xfrm rot="5134159">
            <a:off x="2335873" y="4420786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2DE3E119-61CC-1E37-6AC3-EFB2990B3943}"/>
              </a:ext>
            </a:extLst>
          </p:cNvPr>
          <p:cNvCxnSpPr>
            <a:cxnSpLocks/>
          </p:cNvCxnSpPr>
          <p:nvPr/>
        </p:nvCxnSpPr>
        <p:spPr>
          <a:xfrm rot="5400000">
            <a:off x="1681130" y="4070017"/>
            <a:ext cx="4946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42D2367F-B4DD-CB93-64E9-30CED8DB0D41}"/>
              </a:ext>
            </a:extLst>
          </p:cNvPr>
          <p:cNvSpPr/>
          <p:nvPr/>
        </p:nvSpPr>
        <p:spPr>
          <a:xfrm rot="16200000">
            <a:off x="2122965" y="4308927"/>
            <a:ext cx="3006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1" name="直線接點 1270">
            <a:extLst>
              <a:ext uri="{FF2B5EF4-FFF2-40B4-BE49-F238E27FC236}">
                <a16:creationId xmlns:a16="http://schemas.microsoft.com/office/drawing/2014/main" id="{C40470BD-3CF3-4C30-6B8B-0CCDAA82D982}"/>
              </a:ext>
            </a:extLst>
          </p:cNvPr>
          <p:cNvCxnSpPr/>
          <p:nvPr/>
        </p:nvCxnSpPr>
        <p:spPr>
          <a:xfrm rot="5400000" flipH="1">
            <a:off x="2915726" y="4347836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0B6A3C46-FB53-6E3E-0807-69691074E666}"/>
              </a:ext>
            </a:extLst>
          </p:cNvPr>
          <p:cNvCxnSpPr/>
          <p:nvPr/>
        </p:nvCxnSpPr>
        <p:spPr>
          <a:xfrm rot="5400000" flipH="1">
            <a:off x="2794491" y="4347834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E570BBF7-8950-04EA-67C3-C03862AD4C9D}"/>
              </a:ext>
            </a:extLst>
          </p:cNvPr>
          <p:cNvSpPr/>
          <p:nvPr/>
        </p:nvSpPr>
        <p:spPr>
          <a:xfrm rot="5400000">
            <a:off x="2076672" y="5584910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EF1A7C14-D89D-5F90-838F-557523D44997}"/>
              </a:ext>
            </a:extLst>
          </p:cNvPr>
          <p:cNvCxnSpPr>
            <a:cxnSpLocks/>
          </p:cNvCxnSpPr>
          <p:nvPr/>
        </p:nvCxnSpPr>
        <p:spPr>
          <a:xfrm rot="5400000">
            <a:off x="2923963" y="5137845"/>
            <a:ext cx="2604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7A9EE447-BD4D-FB90-43F7-ADB40355B095}"/>
              </a:ext>
            </a:extLst>
          </p:cNvPr>
          <p:cNvSpPr/>
          <p:nvPr/>
        </p:nvSpPr>
        <p:spPr>
          <a:xfrm rot="5134159">
            <a:off x="2335873" y="5580517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92FE5878-6416-066D-B101-C24FB99C588C}"/>
              </a:ext>
            </a:extLst>
          </p:cNvPr>
          <p:cNvCxnSpPr>
            <a:cxnSpLocks/>
          </p:cNvCxnSpPr>
          <p:nvPr/>
        </p:nvCxnSpPr>
        <p:spPr>
          <a:xfrm rot="5400000">
            <a:off x="1681130" y="5229747"/>
            <a:ext cx="4946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8C038A19-8EDE-F9DB-4854-37D88EE7879F}"/>
              </a:ext>
            </a:extLst>
          </p:cNvPr>
          <p:cNvSpPr/>
          <p:nvPr/>
        </p:nvSpPr>
        <p:spPr>
          <a:xfrm rot="16200000">
            <a:off x="2122965" y="5454853"/>
            <a:ext cx="3006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0" name="直線接點 1279">
            <a:extLst>
              <a:ext uri="{FF2B5EF4-FFF2-40B4-BE49-F238E27FC236}">
                <a16:creationId xmlns:a16="http://schemas.microsoft.com/office/drawing/2014/main" id="{CCEA8E70-582A-523F-FADB-95FFCE60EB8F}"/>
              </a:ext>
            </a:extLst>
          </p:cNvPr>
          <p:cNvCxnSpPr/>
          <p:nvPr/>
        </p:nvCxnSpPr>
        <p:spPr>
          <a:xfrm rot="5400000" flipH="1">
            <a:off x="2915726" y="5507567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BBAD2E0D-1CF2-6CE3-D13B-8C9DA18E25AE}"/>
              </a:ext>
            </a:extLst>
          </p:cNvPr>
          <p:cNvCxnSpPr/>
          <p:nvPr/>
        </p:nvCxnSpPr>
        <p:spPr>
          <a:xfrm rot="5400000" flipH="1">
            <a:off x="2794491" y="5507567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52F5AC32-2664-9679-1CDA-0A0E015D2EB8}"/>
              </a:ext>
            </a:extLst>
          </p:cNvPr>
          <p:cNvSpPr txBox="1"/>
          <p:nvPr/>
        </p:nvSpPr>
        <p:spPr>
          <a:xfrm>
            <a:off x="1966002" y="6191346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B6071FAF-68D0-BA11-020A-71B49316521C}"/>
              </a:ext>
            </a:extLst>
          </p:cNvPr>
          <p:cNvSpPr/>
          <p:nvPr/>
        </p:nvSpPr>
        <p:spPr>
          <a:xfrm rot="5400000">
            <a:off x="4220210" y="4409845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8364FC42-9C63-D751-8F44-E8636D4D529C}"/>
              </a:ext>
            </a:extLst>
          </p:cNvPr>
          <p:cNvSpPr/>
          <p:nvPr/>
        </p:nvSpPr>
        <p:spPr>
          <a:xfrm rot="5134159">
            <a:off x="4479411" y="4415911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3369F823-8412-EE18-4254-53AC6CD9939B}"/>
              </a:ext>
            </a:extLst>
          </p:cNvPr>
          <p:cNvCxnSpPr>
            <a:cxnSpLocks/>
          </p:cNvCxnSpPr>
          <p:nvPr/>
        </p:nvCxnSpPr>
        <p:spPr>
          <a:xfrm rot="5400000">
            <a:off x="3824669" y="4054684"/>
            <a:ext cx="4946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6BB73A2C-35EA-0302-1DEF-61F16B222C19}"/>
              </a:ext>
            </a:extLst>
          </p:cNvPr>
          <p:cNvSpPr/>
          <p:nvPr/>
        </p:nvSpPr>
        <p:spPr>
          <a:xfrm rot="16200000">
            <a:off x="4217868" y="4276751"/>
            <a:ext cx="3006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F1DD7582-FAC2-64D0-A429-0A48DF267B14}"/>
              </a:ext>
            </a:extLst>
          </p:cNvPr>
          <p:cNvCxnSpPr/>
          <p:nvPr/>
        </p:nvCxnSpPr>
        <p:spPr>
          <a:xfrm rot="5400000" flipH="1">
            <a:off x="3721771" y="4353417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B79D975B-F87B-F407-E761-315BE8EED59E}"/>
              </a:ext>
            </a:extLst>
          </p:cNvPr>
          <p:cNvSpPr/>
          <p:nvPr/>
        </p:nvSpPr>
        <p:spPr>
          <a:xfrm rot="5400000">
            <a:off x="4220210" y="5580035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6B17BDF3-671F-EFE2-154A-2A35C2EA3850}"/>
              </a:ext>
            </a:extLst>
          </p:cNvPr>
          <p:cNvCxnSpPr>
            <a:cxnSpLocks/>
          </p:cNvCxnSpPr>
          <p:nvPr/>
        </p:nvCxnSpPr>
        <p:spPr>
          <a:xfrm rot="5400000">
            <a:off x="4990000" y="5157827"/>
            <a:ext cx="3654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40AE5F9C-16A9-9659-BC77-16098F7CC602}"/>
              </a:ext>
            </a:extLst>
          </p:cNvPr>
          <p:cNvSpPr/>
          <p:nvPr/>
        </p:nvSpPr>
        <p:spPr>
          <a:xfrm rot="5134159">
            <a:off x="4479411" y="5587844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C1B545F6-CC6E-BB76-2D68-F4429D8F3A9E}"/>
              </a:ext>
            </a:extLst>
          </p:cNvPr>
          <p:cNvCxnSpPr>
            <a:cxnSpLocks/>
          </p:cNvCxnSpPr>
          <p:nvPr/>
        </p:nvCxnSpPr>
        <p:spPr>
          <a:xfrm rot="5400000" flipH="1">
            <a:off x="3830894" y="5226155"/>
            <a:ext cx="7476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D3F2F04E-75FB-7182-1384-5B7CB5A0D717}"/>
              </a:ext>
            </a:extLst>
          </p:cNvPr>
          <p:cNvSpPr/>
          <p:nvPr/>
        </p:nvSpPr>
        <p:spPr>
          <a:xfrm rot="16200000">
            <a:off x="4260369" y="5458864"/>
            <a:ext cx="3006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52DDF02B-8543-331D-AB64-3E92DBCB28BA}"/>
              </a:ext>
            </a:extLst>
          </p:cNvPr>
          <p:cNvCxnSpPr/>
          <p:nvPr/>
        </p:nvCxnSpPr>
        <p:spPr>
          <a:xfrm rot="5400000" flipH="1">
            <a:off x="3696373" y="5525349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F69924EE-1753-625A-05EF-08A21910213C}"/>
              </a:ext>
            </a:extLst>
          </p:cNvPr>
          <p:cNvSpPr txBox="1"/>
          <p:nvPr/>
        </p:nvSpPr>
        <p:spPr>
          <a:xfrm>
            <a:off x="4119613" y="3832153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12F505E1-5990-8522-55B6-2663FE8499B7}"/>
              </a:ext>
            </a:extLst>
          </p:cNvPr>
          <p:cNvSpPr txBox="1"/>
          <p:nvPr/>
        </p:nvSpPr>
        <p:spPr>
          <a:xfrm>
            <a:off x="4098215" y="5046290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56B63146-4AA6-D4B5-FCE3-482DD8241638}"/>
              </a:ext>
            </a:extLst>
          </p:cNvPr>
          <p:cNvSpPr txBox="1"/>
          <p:nvPr/>
        </p:nvSpPr>
        <p:spPr>
          <a:xfrm>
            <a:off x="1950761" y="3873022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275F01CD-A201-0D5A-D9A7-90E998D159C8}"/>
              </a:ext>
            </a:extLst>
          </p:cNvPr>
          <p:cNvSpPr txBox="1"/>
          <p:nvPr/>
        </p:nvSpPr>
        <p:spPr>
          <a:xfrm>
            <a:off x="1945682" y="5017034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470FD35-DFE0-17A2-4056-0E133689BC7E}"/>
              </a:ext>
            </a:extLst>
          </p:cNvPr>
          <p:cNvCxnSpPr/>
          <p:nvPr/>
        </p:nvCxnSpPr>
        <p:spPr>
          <a:xfrm rot="5400000" flipH="1">
            <a:off x="3602793" y="4359388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D66664B2-6D99-4640-A4E4-4F24EBCD9249}"/>
              </a:ext>
            </a:extLst>
          </p:cNvPr>
          <p:cNvGrpSpPr/>
          <p:nvPr/>
        </p:nvGrpSpPr>
        <p:grpSpPr>
          <a:xfrm rot="5400000">
            <a:off x="2389893" y="8017822"/>
            <a:ext cx="2026913" cy="5639657"/>
            <a:chOff x="10133657" y="1030064"/>
            <a:chExt cx="1865607" cy="5639656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ADAF579B-413D-55DD-4A89-FFA7672BDD22}"/>
                </a:ext>
              </a:extLst>
            </p:cNvPr>
            <p:cNvSpPr/>
            <p:nvPr/>
          </p:nvSpPr>
          <p:spPr>
            <a:xfrm rot="10800000">
              <a:off x="10507664" y="2090812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6" name="六邊形 55">
              <a:extLst>
                <a:ext uri="{FF2B5EF4-FFF2-40B4-BE49-F238E27FC236}">
                  <a16:creationId xmlns:a16="http://schemas.microsoft.com/office/drawing/2014/main" id="{535FD1BE-B13A-56D5-BCAD-41194202888C}"/>
                </a:ext>
              </a:extLst>
            </p:cNvPr>
            <p:cNvSpPr/>
            <p:nvPr/>
          </p:nvSpPr>
          <p:spPr>
            <a:xfrm rot="10800000">
              <a:off x="10562436" y="361627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7" name="六邊形 56">
              <a:extLst>
                <a:ext uri="{FF2B5EF4-FFF2-40B4-BE49-F238E27FC236}">
                  <a16:creationId xmlns:a16="http://schemas.microsoft.com/office/drawing/2014/main" id="{183BC5B7-45BB-4152-7569-B7D89A87082D}"/>
                </a:ext>
              </a:extLst>
            </p:cNvPr>
            <p:cNvSpPr/>
            <p:nvPr/>
          </p:nvSpPr>
          <p:spPr>
            <a:xfrm rot="10800000">
              <a:off x="10562984" y="224837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8" name="六邊形 57">
              <a:extLst>
                <a:ext uri="{FF2B5EF4-FFF2-40B4-BE49-F238E27FC236}">
                  <a16:creationId xmlns:a16="http://schemas.microsoft.com/office/drawing/2014/main" id="{45315E1C-CEBA-FF27-99D1-9E03FAE517C2}"/>
                </a:ext>
              </a:extLst>
            </p:cNvPr>
            <p:cNvSpPr/>
            <p:nvPr/>
          </p:nvSpPr>
          <p:spPr>
            <a:xfrm rot="10800000">
              <a:off x="10562984" y="338363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9" name="六邊形 58">
              <a:extLst>
                <a:ext uri="{FF2B5EF4-FFF2-40B4-BE49-F238E27FC236}">
                  <a16:creationId xmlns:a16="http://schemas.microsoft.com/office/drawing/2014/main" id="{5BE42B05-0DFF-24AD-2145-F75C4F574B08}"/>
                </a:ext>
              </a:extLst>
            </p:cNvPr>
            <p:cNvSpPr/>
            <p:nvPr/>
          </p:nvSpPr>
          <p:spPr>
            <a:xfrm rot="10800000">
              <a:off x="10562985" y="314802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0" name="六邊形 59">
              <a:extLst>
                <a:ext uri="{FF2B5EF4-FFF2-40B4-BE49-F238E27FC236}">
                  <a16:creationId xmlns:a16="http://schemas.microsoft.com/office/drawing/2014/main" id="{A62BBA0F-6F6A-8CBF-62F5-09C19696AB89}"/>
                </a:ext>
              </a:extLst>
            </p:cNvPr>
            <p:cNvSpPr/>
            <p:nvPr/>
          </p:nvSpPr>
          <p:spPr>
            <a:xfrm rot="10800000">
              <a:off x="10562986" y="29106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1" name="六邊形 60">
              <a:extLst>
                <a:ext uri="{FF2B5EF4-FFF2-40B4-BE49-F238E27FC236}">
                  <a16:creationId xmlns:a16="http://schemas.microsoft.com/office/drawing/2014/main" id="{4B737631-5883-F61D-F07C-E7F1B212281C}"/>
                </a:ext>
              </a:extLst>
            </p:cNvPr>
            <p:cNvSpPr/>
            <p:nvPr/>
          </p:nvSpPr>
          <p:spPr>
            <a:xfrm rot="10800000">
              <a:off x="10562986" y="268096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2" name="六邊形 61">
              <a:extLst>
                <a:ext uri="{FF2B5EF4-FFF2-40B4-BE49-F238E27FC236}">
                  <a16:creationId xmlns:a16="http://schemas.microsoft.com/office/drawing/2014/main" id="{818957A3-D045-004E-A246-BE529BA6C0ED}"/>
                </a:ext>
              </a:extLst>
            </p:cNvPr>
            <p:cNvSpPr/>
            <p:nvPr/>
          </p:nvSpPr>
          <p:spPr>
            <a:xfrm rot="10800000">
              <a:off x="10562987" y="243960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3" name="六邊形 62">
              <a:extLst>
                <a:ext uri="{FF2B5EF4-FFF2-40B4-BE49-F238E27FC236}">
                  <a16:creationId xmlns:a16="http://schemas.microsoft.com/office/drawing/2014/main" id="{EE96C3D0-FBCA-7DAE-05C6-8C3DDA33EACD}"/>
                </a:ext>
              </a:extLst>
            </p:cNvPr>
            <p:cNvSpPr/>
            <p:nvPr/>
          </p:nvSpPr>
          <p:spPr>
            <a:xfrm rot="10800000">
              <a:off x="10559934" y="22109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6" name="六邊形 1345">
              <a:extLst>
                <a:ext uri="{FF2B5EF4-FFF2-40B4-BE49-F238E27FC236}">
                  <a16:creationId xmlns:a16="http://schemas.microsoft.com/office/drawing/2014/main" id="{9D933B2E-970C-B9EC-72C8-C77BE98E90D4}"/>
                </a:ext>
              </a:extLst>
            </p:cNvPr>
            <p:cNvSpPr/>
            <p:nvPr/>
          </p:nvSpPr>
          <p:spPr>
            <a:xfrm flipV="1">
              <a:off x="10524621" y="2207328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5" name="直線接點 1354">
              <a:extLst>
                <a:ext uri="{FF2B5EF4-FFF2-40B4-BE49-F238E27FC236}">
                  <a16:creationId xmlns:a16="http://schemas.microsoft.com/office/drawing/2014/main" id="{ECBA4310-3D76-9623-FEB2-0852C62B114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29372" y="2082657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4" name="流程圖: 合併 1363">
              <a:extLst>
                <a:ext uri="{FF2B5EF4-FFF2-40B4-BE49-F238E27FC236}">
                  <a16:creationId xmlns:a16="http://schemas.microsoft.com/office/drawing/2014/main" id="{DB46E4D2-23DE-A398-6E34-39DAC9D6C541}"/>
                </a:ext>
              </a:extLst>
            </p:cNvPr>
            <p:cNvSpPr/>
            <p:nvPr/>
          </p:nvSpPr>
          <p:spPr>
            <a:xfrm rot="5400000" flipV="1">
              <a:off x="11015976" y="2195860"/>
              <a:ext cx="210183" cy="207552"/>
            </a:xfrm>
            <a:prstGeom prst="flowChartMerg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73" name="文字方塊 1372">
              <a:extLst>
                <a:ext uri="{FF2B5EF4-FFF2-40B4-BE49-F238E27FC236}">
                  <a16:creationId xmlns:a16="http://schemas.microsoft.com/office/drawing/2014/main" id="{55AF624D-5264-3330-E1D0-B3D54098A234}"/>
                </a:ext>
              </a:extLst>
            </p:cNvPr>
            <p:cNvSpPr txBox="1"/>
            <p:nvPr/>
          </p:nvSpPr>
          <p:spPr>
            <a:xfrm rot="16200000">
              <a:off x="9161304" y="4958512"/>
              <a:ext cx="3082358" cy="340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L-N:110V</a:t>
              </a:r>
              <a:endParaRPr lang="zh-TW" altLang="en-US" sz="1801" dirty="0"/>
            </a:p>
          </p:txBody>
        </p:sp>
        <p:sp>
          <p:nvSpPr>
            <p:cNvPr id="1374" name="六邊形 1373">
              <a:extLst>
                <a:ext uri="{FF2B5EF4-FFF2-40B4-BE49-F238E27FC236}">
                  <a16:creationId xmlns:a16="http://schemas.microsoft.com/office/drawing/2014/main" id="{292F96D5-D9B4-BC66-34DA-D126CFA10AA1}"/>
                </a:ext>
              </a:extLst>
            </p:cNvPr>
            <p:cNvSpPr/>
            <p:nvPr/>
          </p:nvSpPr>
          <p:spPr>
            <a:xfrm rot="10800000">
              <a:off x="10570973" y="505812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2" name="六邊形 1381">
              <a:extLst>
                <a:ext uri="{FF2B5EF4-FFF2-40B4-BE49-F238E27FC236}">
                  <a16:creationId xmlns:a16="http://schemas.microsoft.com/office/drawing/2014/main" id="{7B96964A-ADB9-092E-B5DB-35939C4C6C2D}"/>
                </a:ext>
              </a:extLst>
            </p:cNvPr>
            <p:cNvSpPr/>
            <p:nvPr/>
          </p:nvSpPr>
          <p:spPr>
            <a:xfrm rot="10800000">
              <a:off x="10571521" y="4825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3" name="六邊形 1382">
              <a:extLst>
                <a:ext uri="{FF2B5EF4-FFF2-40B4-BE49-F238E27FC236}">
                  <a16:creationId xmlns:a16="http://schemas.microsoft.com/office/drawing/2014/main" id="{8C01A5E2-1334-C7CE-A6DF-55D18672EE0D}"/>
                </a:ext>
              </a:extLst>
            </p:cNvPr>
            <p:cNvSpPr/>
            <p:nvPr/>
          </p:nvSpPr>
          <p:spPr>
            <a:xfrm rot="10800000">
              <a:off x="10571522" y="458987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91" name="六邊形 1390">
              <a:extLst>
                <a:ext uri="{FF2B5EF4-FFF2-40B4-BE49-F238E27FC236}">
                  <a16:creationId xmlns:a16="http://schemas.microsoft.com/office/drawing/2014/main" id="{84BA8435-458E-661A-C7B3-ABAE5DE11138}"/>
                </a:ext>
              </a:extLst>
            </p:cNvPr>
            <p:cNvSpPr/>
            <p:nvPr/>
          </p:nvSpPr>
          <p:spPr>
            <a:xfrm rot="10800000">
              <a:off x="10571523" y="435249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0" name="六邊形 1399">
              <a:extLst>
                <a:ext uri="{FF2B5EF4-FFF2-40B4-BE49-F238E27FC236}">
                  <a16:creationId xmlns:a16="http://schemas.microsoft.com/office/drawing/2014/main" id="{9D36A35D-8834-BDB9-FDB3-D2DC987AF20F}"/>
                </a:ext>
              </a:extLst>
            </p:cNvPr>
            <p:cNvSpPr/>
            <p:nvPr/>
          </p:nvSpPr>
          <p:spPr>
            <a:xfrm rot="10800000">
              <a:off x="10571523" y="412281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9" name="六邊形 1408">
              <a:extLst>
                <a:ext uri="{FF2B5EF4-FFF2-40B4-BE49-F238E27FC236}">
                  <a16:creationId xmlns:a16="http://schemas.microsoft.com/office/drawing/2014/main" id="{37C087DF-B588-8360-DF9F-41E00E98C3E3}"/>
                </a:ext>
              </a:extLst>
            </p:cNvPr>
            <p:cNvSpPr/>
            <p:nvPr/>
          </p:nvSpPr>
          <p:spPr>
            <a:xfrm rot="10800000">
              <a:off x="10571524" y="388145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17" name="矩形 1416">
              <a:extLst>
                <a:ext uri="{FF2B5EF4-FFF2-40B4-BE49-F238E27FC236}">
                  <a16:creationId xmlns:a16="http://schemas.microsoft.com/office/drawing/2014/main" id="{194F6869-31A8-2E44-1984-8E3EDC43E43C}"/>
                </a:ext>
              </a:extLst>
            </p:cNvPr>
            <p:cNvSpPr/>
            <p:nvPr/>
          </p:nvSpPr>
          <p:spPr>
            <a:xfrm rot="10800000">
              <a:off x="11375573" y="2125688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0" name="六邊形 1419">
              <a:extLst>
                <a:ext uri="{FF2B5EF4-FFF2-40B4-BE49-F238E27FC236}">
                  <a16:creationId xmlns:a16="http://schemas.microsoft.com/office/drawing/2014/main" id="{BE6762C8-0330-3C16-2C2C-CCBDCFCCFD8A}"/>
                </a:ext>
              </a:extLst>
            </p:cNvPr>
            <p:cNvSpPr/>
            <p:nvPr/>
          </p:nvSpPr>
          <p:spPr>
            <a:xfrm rot="10800000">
              <a:off x="11430345" y="365115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6" name="六邊形 1425">
              <a:extLst>
                <a:ext uri="{FF2B5EF4-FFF2-40B4-BE49-F238E27FC236}">
                  <a16:creationId xmlns:a16="http://schemas.microsoft.com/office/drawing/2014/main" id="{47883DF4-7821-CBDB-A502-C7EA1CAE88EA}"/>
                </a:ext>
              </a:extLst>
            </p:cNvPr>
            <p:cNvSpPr/>
            <p:nvPr/>
          </p:nvSpPr>
          <p:spPr>
            <a:xfrm rot="10800000">
              <a:off x="11430893" y="228325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5" name="六邊形 1434">
              <a:extLst>
                <a:ext uri="{FF2B5EF4-FFF2-40B4-BE49-F238E27FC236}">
                  <a16:creationId xmlns:a16="http://schemas.microsoft.com/office/drawing/2014/main" id="{5C915A93-5F09-5978-F7EE-F27AA3F487DE}"/>
                </a:ext>
              </a:extLst>
            </p:cNvPr>
            <p:cNvSpPr/>
            <p:nvPr/>
          </p:nvSpPr>
          <p:spPr>
            <a:xfrm rot="10800000">
              <a:off x="11430893" y="341850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44" name="六邊形 1443">
              <a:extLst>
                <a:ext uri="{FF2B5EF4-FFF2-40B4-BE49-F238E27FC236}">
                  <a16:creationId xmlns:a16="http://schemas.microsoft.com/office/drawing/2014/main" id="{56465985-1B7D-1EFC-F28F-6E31F9EC047D}"/>
                </a:ext>
              </a:extLst>
            </p:cNvPr>
            <p:cNvSpPr/>
            <p:nvPr/>
          </p:nvSpPr>
          <p:spPr>
            <a:xfrm rot="10800000">
              <a:off x="11430894" y="318290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4" name="六邊形 1453">
              <a:extLst>
                <a:ext uri="{FF2B5EF4-FFF2-40B4-BE49-F238E27FC236}">
                  <a16:creationId xmlns:a16="http://schemas.microsoft.com/office/drawing/2014/main" id="{D5FD0497-A087-24F5-C86D-C8C361DC8A05}"/>
                </a:ext>
              </a:extLst>
            </p:cNvPr>
            <p:cNvSpPr/>
            <p:nvPr/>
          </p:nvSpPr>
          <p:spPr>
            <a:xfrm rot="10800000">
              <a:off x="11430895" y="29455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63" name="六邊形 1462">
              <a:extLst>
                <a:ext uri="{FF2B5EF4-FFF2-40B4-BE49-F238E27FC236}">
                  <a16:creationId xmlns:a16="http://schemas.microsoft.com/office/drawing/2014/main" id="{8FC8C2E3-664E-1B56-DB37-2A37E44FD6B7}"/>
                </a:ext>
              </a:extLst>
            </p:cNvPr>
            <p:cNvSpPr/>
            <p:nvPr/>
          </p:nvSpPr>
          <p:spPr>
            <a:xfrm rot="10800000">
              <a:off x="11430895" y="271584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8" name="六邊形 127">
              <a:extLst>
                <a:ext uri="{FF2B5EF4-FFF2-40B4-BE49-F238E27FC236}">
                  <a16:creationId xmlns:a16="http://schemas.microsoft.com/office/drawing/2014/main" id="{D660976D-B08B-91B5-9DE2-A282B589BD4A}"/>
                </a:ext>
              </a:extLst>
            </p:cNvPr>
            <p:cNvSpPr/>
            <p:nvPr/>
          </p:nvSpPr>
          <p:spPr>
            <a:xfrm rot="10800000">
              <a:off x="11430896" y="2474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9" name="六邊形 128">
              <a:extLst>
                <a:ext uri="{FF2B5EF4-FFF2-40B4-BE49-F238E27FC236}">
                  <a16:creationId xmlns:a16="http://schemas.microsoft.com/office/drawing/2014/main" id="{E3E6CEB5-B29D-F20E-6827-3F0322EBD746}"/>
                </a:ext>
              </a:extLst>
            </p:cNvPr>
            <p:cNvSpPr/>
            <p:nvPr/>
          </p:nvSpPr>
          <p:spPr>
            <a:xfrm rot="10800000">
              <a:off x="11427843" y="22458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0" name="六邊形 129">
              <a:extLst>
                <a:ext uri="{FF2B5EF4-FFF2-40B4-BE49-F238E27FC236}">
                  <a16:creationId xmlns:a16="http://schemas.microsoft.com/office/drawing/2014/main" id="{357720FF-80C9-6068-DDE8-EA13886DD5F1}"/>
                </a:ext>
              </a:extLst>
            </p:cNvPr>
            <p:cNvSpPr/>
            <p:nvPr/>
          </p:nvSpPr>
          <p:spPr>
            <a:xfrm flipV="1">
              <a:off x="11392530" y="2242204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CB635329-80FB-22D1-8301-88F2BEECE9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697281" y="2117533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六邊形 131">
              <a:extLst>
                <a:ext uri="{FF2B5EF4-FFF2-40B4-BE49-F238E27FC236}">
                  <a16:creationId xmlns:a16="http://schemas.microsoft.com/office/drawing/2014/main" id="{B6847ABF-1AFB-AB71-F1D0-9F422F146A7C}"/>
                </a:ext>
              </a:extLst>
            </p:cNvPr>
            <p:cNvSpPr/>
            <p:nvPr/>
          </p:nvSpPr>
          <p:spPr>
            <a:xfrm rot="10800000">
              <a:off x="11438882" y="509300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3" name="六邊形 132">
              <a:extLst>
                <a:ext uri="{FF2B5EF4-FFF2-40B4-BE49-F238E27FC236}">
                  <a16:creationId xmlns:a16="http://schemas.microsoft.com/office/drawing/2014/main" id="{197986C9-56DD-9DBB-1B4A-D33934DA72AC}"/>
                </a:ext>
              </a:extLst>
            </p:cNvPr>
            <p:cNvSpPr/>
            <p:nvPr/>
          </p:nvSpPr>
          <p:spPr>
            <a:xfrm rot="10800000">
              <a:off x="11439430" y="486035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" name="六邊形 133">
              <a:extLst>
                <a:ext uri="{FF2B5EF4-FFF2-40B4-BE49-F238E27FC236}">
                  <a16:creationId xmlns:a16="http://schemas.microsoft.com/office/drawing/2014/main" id="{7A7420A1-5F35-A1C9-66F7-276AD53150F7}"/>
                </a:ext>
              </a:extLst>
            </p:cNvPr>
            <p:cNvSpPr/>
            <p:nvPr/>
          </p:nvSpPr>
          <p:spPr>
            <a:xfrm rot="10800000">
              <a:off x="11439431" y="462475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5" name="六邊形 134">
              <a:extLst>
                <a:ext uri="{FF2B5EF4-FFF2-40B4-BE49-F238E27FC236}">
                  <a16:creationId xmlns:a16="http://schemas.microsoft.com/office/drawing/2014/main" id="{B46C2746-A554-40B1-A3A3-CD4BC34CD432}"/>
                </a:ext>
              </a:extLst>
            </p:cNvPr>
            <p:cNvSpPr/>
            <p:nvPr/>
          </p:nvSpPr>
          <p:spPr>
            <a:xfrm rot="10800000">
              <a:off x="11439432" y="438737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" name="六邊形 142">
              <a:extLst>
                <a:ext uri="{FF2B5EF4-FFF2-40B4-BE49-F238E27FC236}">
                  <a16:creationId xmlns:a16="http://schemas.microsoft.com/office/drawing/2014/main" id="{6B1F2BCC-6AEC-91DF-65A2-AB14F269E450}"/>
                </a:ext>
              </a:extLst>
            </p:cNvPr>
            <p:cNvSpPr/>
            <p:nvPr/>
          </p:nvSpPr>
          <p:spPr>
            <a:xfrm rot="10800000">
              <a:off x="11439432" y="415769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" name="六邊形 144">
              <a:extLst>
                <a:ext uri="{FF2B5EF4-FFF2-40B4-BE49-F238E27FC236}">
                  <a16:creationId xmlns:a16="http://schemas.microsoft.com/office/drawing/2014/main" id="{49A124A7-465E-0828-B994-F818C99276BB}"/>
                </a:ext>
              </a:extLst>
            </p:cNvPr>
            <p:cNvSpPr/>
            <p:nvPr/>
          </p:nvSpPr>
          <p:spPr>
            <a:xfrm rot="10800000">
              <a:off x="11439433" y="391632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B957FB77-3316-4D93-6398-0F025351FA54}"/>
                </a:ext>
              </a:extLst>
            </p:cNvPr>
            <p:cNvCxnSpPr>
              <a:cxnSpLocks/>
            </p:cNvCxnSpPr>
            <p:nvPr/>
          </p:nvCxnSpPr>
          <p:spPr>
            <a:xfrm>
              <a:off x="11911988" y="2224749"/>
              <a:ext cx="0" cy="2148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BFAF5DD7-0953-B08E-62FE-6ADC99C86F03}"/>
                </a:ext>
              </a:extLst>
            </p:cNvPr>
            <p:cNvCxnSpPr>
              <a:cxnSpLocks/>
            </p:cNvCxnSpPr>
            <p:nvPr/>
          </p:nvCxnSpPr>
          <p:spPr>
            <a:xfrm>
              <a:off x="11959254" y="2244359"/>
              <a:ext cx="0" cy="177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49B95620-DF32-D600-4014-2E5980B5CF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99264" y="2278080"/>
              <a:ext cx="0" cy="121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E1DD969B-D9DE-9D9F-62AE-6890CAC4E135}"/>
                </a:ext>
              </a:extLst>
            </p:cNvPr>
            <p:cNvSpPr txBox="1"/>
            <p:nvPr/>
          </p:nvSpPr>
          <p:spPr>
            <a:xfrm rot="16200000">
              <a:off x="9985038" y="1178683"/>
              <a:ext cx="948790" cy="651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Nature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5369A197-648B-CFB7-B384-C946098293AA}"/>
                </a:ext>
              </a:extLst>
            </p:cNvPr>
            <p:cNvSpPr txBox="1"/>
            <p:nvPr/>
          </p:nvSpPr>
          <p:spPr>
            <a:xfrm rot="16200000">
              <a:off x="10962258" y="1330787"/>
              <a:ext cx="948790" cy="368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sz="2000" b="1" dirty="0" err="1">
                  <a:latin typeface="標楷體" panose="03000509000000000000" pitchFamily="65" charset="-120"/>
                  <a:ea typeface="標楷體" panose="03000509000000000000" pitchFamily="65" charset="-120"/>
                </a:rPr>
                <a:t>Gnd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4" name="橢圓 3">
            <a:extLst>
              <a:ext uri="{FF2B5EF4-FFF2-40B4-BE49-F238E27FC236}">
                <a16:creationId xmlns:a16="http://schemas.microsoft.com/office/drawing/2014/main" id="{5F143D18-4684-254A-70CF-AD687FCCAB44}"/>
              </a:ext>
            </a:extLst>
          </p:cNvPr>
          <p:cNvSpPr/>
          <p:nvPr/>
        </p:nvSpPr>
        <p:spPr>
          <a:xfrm rot="5400000">
            <a:off x="2143789" y="6765471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9D9115A-C7EC-6304-BA24-4401882EC122}"/>
              </a:ext>
            </a:extLst>
          </p:cNvPr>
          <p:cNvCxnSpPr>
            <a:cxnSpLocks/>
          </p:cNvCxnSpPr>
          <p:nvPr/>
        </p:nvCxnSpPr>
        <p:spPr>
          <a:xfrm rot="5400000">
            <a:off x="2967601" y="6337799"/>
            <a:ext cx="6692" cy="9322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DD75DD19-8360-2E70-39F1-C1107D189ED1}"/>
              </a:ext>
            </a:extLst>
          </p:cNvPr>
          <p:cNvSpPr/>
          <p:nvPr/>
        </p:nvSpPr>
        <p:spPr>
          <a:xfrm rot="5134159">
            <a:off x="2402990" y="6761077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97B22CC-1549-50FE-7861-E30E7D6A9D75}"/>
              </a:ext>
            </a:extLst>
          </p:cNvPr>
          <p:cNvCxnSpPr>
            <a:cxnSpLocks/>
          </p:cNvCxnSpPr>
          <p:nvPr/>
        </p:nvCxnSpPr>
        <p:spPr>
          <a:xfrm rot="5400000">
            <a:off x="1748248" y="6410309"/>
            <a:ext cx="4946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DC8C6C2C-EB78-8079-2BCE-22343E0987E6}"/>
              </a:ext>
            </a:extLst>
          </p:cNvPr>
          <p:cNvSpPr/>
          <p:nvPr/>
        </p:nvSpPr>
        <p:spPr>
          <a:xfrm rot="16200000">
            <a:off x="2190084" y="6649218"/>
            <a:ext cx="3006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69420F4-6054-021E-FEDD-365035AB45E6}"/>
              </a:ext>
            </a:extLst>
          </p:cNvPr>
          <p:cNvCxnSpPr/>
          <p:nvPr/>
        </p:nvCxnSpPr>
        <p:spPr>
          <a:xfrm rot="5400000" flipH="1">
            <a:off x="2861609" y="6688127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A784738A-BC5B-9F69-4EBD-14E36EBD313F}"/>
              </a:ext>
            </a:extLst>
          </p:cNvPr>
          <p:cNvSpPr/>
          <p:nvPr/>
        </p:nvSpPr>
        <p:spPr>
          <a:xfrm rot="5400000">
            <a:off x="2143789" y="7925203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75074B0-9861-0F3A-38A7-B846A4D3CDA6}"/>
              </a:ext>
            </a:extLst>
          </p:cNvPr>
          <p:cNvCxnSpPr>
            <a:cxnSpLocks/>
          </p:cNvCxnSpPr>
          <p:nvPr/>
        </p:nvCxnSpPr>
        <p:spPr>
          <a:xfrm rot="5400000">
            <a:off x="2970946" y="7500876"/>
            <a:ext cx="0" cy="9322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78517956-2FB1-8023-820E-60F9A3EEB9CD}"/>
              </a:ext>
            </a:extLst>
          </p:cNvPr>
          <p:cNvSpPr/>
          <p:nvPr/>
        </p:nvSpPr>
        <p:spPr>
          <a:xfrm rot="5134159">
            <a:off x="2402990" y="7920810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5DE11E7-9469-C4BB-8137-9220615143A4}"/>
              </a:ext>
            </a:extLst>
          </p:cNvPr>
          <p:cNvCxnSpPr>
            <a:cxnSpLocks/>
          </p:cNvCxnSpPr>
          <p:nvPr/>
        </p:nvCxnSpPr>
        <p:spPr>
          <a:xfrm rot="5400000">
            <a:off x="1748248" y="7570042"/>
            <a:ext cx="4946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24148197-A06F-958C-7CA6-9633C21888EB}"/>
              </a:ext>
            </a:extLst>
          </p:cNvPr>
          <p:cNvSpPr/>
          <p:nvPr/>
        </p:nvSpPr>
        <p:spPr>
          <a:xfrm rot="16200000">
            <a:off x="2190084" y="7795146"/>
            <a:ext cx="3006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6E0CC48D-F271-EC6B-21E9-E6F3AC2F3828}"/>
              </a:ext>
            </a:extLst>
          </p:cNvPr>
          <p:cNvCxnSpPr/>
          <p:nvPr/>
        </p:nvCxnSpPr>
        <p:spPr>
          <a:xfrm rot="5400000" flipH="1">
            <a:off x="2861609" y="7847859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F5C5163-3246-053F-A592-4FE2C8072FC1}"/>
              </a:ext>
            </a:extLst>
          </p:cNvPr>
          <p:cNvSpPr txBox="1"/>
          <p:nvPr/>
        </p:nvSpPr>
        <p:spPr>
          <a:xfrm>
            <a:off x="1980037" y="7374263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48" name="文字方塊 1347">
            <a:extLst>
              <a:ext uri="{FF2B5EF4-FFF2-40B4-BE49-F238E27FC236}">
                <a16:creationId xmlns:a16="http://schemas.microsoft.com/office/drawing/2014/main" id="{2A5AA96A-5AA2-0E3D-C9DF-08AE5BD716D0}"/>
              </a:ext>
            </a:extLst>
          </p:cNvPr>
          <p:cNvSpPr txBox="1"/>
          <p:nvPr/>
        </p:nvSpPr>
        <p:spPr>
          <a:xfrm>
            <a:off x="526543" y="4197446"/>
            <a:ext cx="951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左烘</a:t>
            </a:r>
          </a:p>
        </p:txBody>
      </p:sp>
      <p:sp>
        <p:nvSpPr>
          <p:cNvPr id="1349" name="文字方塊 1348">
            <a:extLst>
              <a:ext uri="{FF2B5EF4-FFF2-40B4-BE49-F238E27FC236}">
                <a16:creationId xmlns:a16="http://schemas.microsoft.com/office/drawing/2014/main" id="{4FC45F6F-4C22-D773-00BB-1A016306477F}"/>
              </a:ext>
            </a:extLst>
          </p:cNvPr>
          <p:cNvSpPr txBox="1"/>
          <p:nvPr/>
        </p:nvSpPr>
        <p:spPr>
          <a:xfrm>
            <a:off x="526543" y="5402613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右烘</a:t>
            </a:r>
          </a:p>
        </p:txBody>
      </p:sp>
      <p:sp>
        <p:nvSpPr>
          <p:cNvPr id="1350" name="文字方塊 1349">
            <a:extLst>
              <a:ext uri="{FF2B5EF4-FFF2-40B4-BE49-F238E27FC236}">
                <a16:creationId xmlns:a16="http://schemas.microsoft.com/office/drawing/2014/main" id="{92BE16B2-FF44-E775-41DD-2E588141C07D}"/>
              </a:ext>
            </a:extLst>
          </p:cNvPr>
          <p:cNvSpPr txBox="1"/>
          <p:nvPr/>
        </p:nvSpPr>
        <p:spPr>
          <a:xfrm>
            <a:off x="649141" y="7747059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右</a:t>
            </a:r>
          </a:p>
        </p:txBody>
      </p:sp>
      <p:sp>
        <p:nvSpPr>
          <p:cNvPr id="1351" name="文字方塊 1350">
            <a:extLst>
              <a:ext uri="{FF2B5EF4-FFF2-40B4-BE49-F238E27FC236}">
                <a16:creationId xmlns:a16="http://schemas.microsoft.com/office/drawing/2014/main" id="{AA9BAE0E-8B77-1B5E-D8C1-3DFFB0FFD587}"/>
              </a:ext>
            </a:extLst>
          </p:cNvPr>
          <p:cNvSpPr txBox="1"/>
          <p:nvPr/>
        </p:nvSpPr>
        <p:spPr>
          <a:xfrm>
            <a:off x="633730" y="6761100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左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9A703327-246C-9C24-4B8F-B27E49C190D9}"/>
              </a:ext>
            </a:extLst>
          </p:cNvPr>
          <p:cNvSpPr/>
          <p:nvPr/>
        </p:nvSpPr>
        <p:spPr>
          <a:xfrm rot="5400000">
            <a:off x="4196315" y="6760663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C180F01-676F-759F-7B3B-14F019F163AE}"/>
              </a:ext>
            </a:extLst>
          </p:cNvPr>
          <p:cNvCxnSpPr>
            <a:cxnSpLocks/>
          </p:cNvCxnSpPr>
          <p:nvPr/>
        </p:nvCxnSpPr>
        <p:spPr>
          <a:xfrm rot="5400000">
            <a:off x="4966103" y="6338454"/>
            <a:ext cx="3654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64D49892-69F1-F058-A878-FDE0D2A94DEC}"/>
              </a:ext>
            </a:extLst>
          </p:cNvPr>
          <p:cNvSpPr/>
          <p:nvPr/>
        </p:nvSpPr>
        <p:spPr>
          <a:xfrm rot="5134159">
            <a:off x="4455516" y="6768472"/>
            <a:ext cx="10366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3FB785A2-554C-04B6-8155-04697E93A829}"/>
              </a:ext>
            </a:extLst>
          </p:cNvPr>
          <p:cNvCxnSpPr>
            <a:cxnSpLocks/>
          </p:cNvCxnSpPr>
          <p:nvPr/>
        </p:nvCxnSpPr>
        <p:spPr>
          <a:xfrm rot="5400000" flipH="1">
            <a:off x="3806999" y="6406782"/>
            <a:ext cx="7476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弧形 23">
            <a:extLst>
              <a:ext uri="{FF2B5EF4-FFF2-40B4-BE49-F238E27FC236}">
                <a16:creationId xmlns:a16="http://schemas.microsoft.com/office/drawing/2014/main" id="{B1E5C51F-007D-0B6B-DD3F-0DDA80243E97}"/>
              </a:ext>
            </a:extLst>
          </p:cNvPr>
          <p:cNvSpPr/>
          <p:nvPr/>
        </p:nvSpPr>
        <p:spPr>
          <a:xfrm rot="16200000">
            <a:off x="4236473" y="6639492"/>
            <a:ext cx="3006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2A839BD0-EFBF-F9E4-E13A-6C98496351A3}"/>
              </a:ext>
            </a:extLst>
          </p:cNvPr>
          <p:cNvCxnSpPr>
            <a:cxnSpLocks/>
          </p:cNvCxnSpPr>
          <p:nvPr/>
        </p:nvCxnSpPr>
        <p:spPr>
          <a:xfrm rot="5400000" flipH="1">
            <a:off x="3672478" y="6705977"/>
            <a:ext cx="188481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64C52B0-0765-3980-7D60-367D21877AAA}"/>
              </a:ext>
            </a:extLst>
          </p:cNvPr>
          <p:cNvSpPr txBox="1"/>
          <p:nvPr/>
        </p:nvSpPr>
        <p:spPr>
          <a:xfrm>
            <a:off x="4074320" y="6226919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C42E576-21F4-D309-C3D7-150C1C71B225}"/>
              </a:ext>
            </a:extLst>
          </p:cNvPr>
          <p:cNvSpPr txBox="1"/>
          <p:nvPr/>
        </p:nvSpPr>
        <p:spPr>
          <a:xfrm>
            <a:off x="2308756" y="877110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C02F923-896B-143F-EA61-3BF7C5B44157}"/>
              </a:ext>
            </a:extLst>
          </p:cNvPr>
          <p:cNvSpPr txBox="1"/>
          <p:nvPr/>
        </p:nvSpPr>
        <p:spPr>
          <a:xfrm>
            <a:off x="2" y="242407"/>
            <a:ext cx="6942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3F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JCA3F-D3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洗衣間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endParaRPr lang="zh-TW" altLang="en-US" sz="3200" dirty="0">
              <a:latin typeface="+mn-ea"/>
            </a:endParaRPr>
          </a:p>
        </p:txBody>
      </p: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9786ADB3-7840-317B-2878-42A6FE1D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6102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8848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3555B-B571-AAA6-ABFD-E170F5A1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222C8956-DD34-AF93-17CA-15A3CA367752}"/>
              </a:ext>
            </a:extLst>
          </p:cNvPr>
          <p:cNvCxnSpPr>
            <a:cxnSpLocks/>
          </p:cNvCxnSpPr>
          <p:nvPr/>
        </p:nvCxnSpPr>
        <p:spPr>
          <a:xfrm rot="5400000" flipH="1">
            <a:off x="4892567" y="2623099"/>
            <a:ext cx="6053" cy="8347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54E0F92C-564D-A784-4C3C-D40B68BDF8EC}"/>
              </a:ext>
            </a:extLst>
          </p:cNvPr>
          <p:cNvCxnSpPr>
            <a:cxnSpLocks/>
          </p:cNvCxnSpPr>
          <p:nvPr/>
        </p:nvCxnSpPr>
        <p:spPr>
          <a:xfrm rot="5400000" flipH="1">
            <a:off x="-1245678" y="7045586"/>
            <a:ext cx="940890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8931CA77-A693-CFE9-D376-06C2A77E8AE8}"/>
              </a:ext>
            </a:extLst>
          </p:cNvPr>
          <p:cNvSpPr/>
          <p:nvPr/>
        </p:nvSpPr>
        <p:spPr>
          <a:xfrm>
            <a:off x="3376694" y="2053923"/>
            <a:ext cx="256416" cy="241778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3963E8B5-1570-02B8-4E9F-4422625ED730}"/>
              </a:ext>
            </a:extLst>
          </p:cNvPr>
          <p:cNvSpPr/>
          <p:nvPr/>
        </p:nvSpPr>
        <p:spPr>
          <a:xfrm rot="15992770">
            <a:off x="3410596" y="2249490"/>
            <a:ext cx="91029" cy="9242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5A5F711F-5AC5-C63C-162E-02C12459463E}"/>
              </a:ext>
            </a:extLst>
          </p:cNvPr>
          <p:cNvSpPr/>
          <p:nvPr/>
        </p:nvSpPr>
        <p:spPr>
          <a:xfrm rot="16200000">
            <a:off x="3410597" y="2000079"/>
            <a:ext cx="91029" cy="9242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19928A38-FA32-9921-B811-7454449A2E72}"/>
              </a:ext>
            </a:extLst>
          </p:cNvPr>
          <p:cNvCxnSpPr>
            <a:cxnSpLocks/>
          </p:cNvCxnSpPr>
          <p:nvPr/>
        </p:nvCxnSpPr>
        <p:spPr>
          <a:xfrm rot="5400000" flipH="1">
            <a:off x="3205418" y="1765839"/>
            <a:ext cx="4970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EBA3C040-32C0-7D24-8B88-BF2631AF1BA0}"/>
              </a:ext>
            </a:extLst>
          </p:cNvPr>
          <p:cNvSpPr txBox="1"/>
          <p:nvPr/>
        </p:nvSpPr>
        <p:spPr>
          <a:xfrm>
            <a:off x="3604884" y="2007515"/>
            <a:ext cx="721672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1" dirty="0"/>
              <a:t>150A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07B1E031-3A44-ABE5-CED5-9869FF10D7B7}"/>
              </a:ext>
            </a:extLst>
          </p:cNvPr>
          <p:cNvSpPr/>
          <p:nvPr/>
        </p:nvSpPr>
        <p:spPr>
          <a:xfrm rot="5400000">
            <a:off x="2207002" y="2999469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F36ED423-1ABB-288C-A736-4C9F68881367}"/>
              </a:ext>
            </a:extLst>
          </p:cNvPr>
          <p:cNvGrpSpPr/>
          <p:nvPr/>
        </p:nvGrpSpPr>
        <p:grpSpPr>
          <a:xfrm rot="5400000">
            <a:off x="3255295" y="2566259"/>
            <a:ext cx="401632" cy="209410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3A9DA8E3-75A1-CD5E-4B31-E10C52C375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5C72DCBA-F32F-58B7-F4CA-EE74601533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CC22A107-AB01-5F90-D072-2FA84E2CA3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1E6FBD3A-D960-470A-DDC9-BBCB5B50D76A}"/>
              </a:ext>
            </a:extLst>
          </p:cNvPr>
          <p:cNvCxnSpPr>
            <a:cxnSpLocks/>
          </p:cNvCxnSpPr>
          <p:nvPr/>
        </p:nvCxnSpPr>
        <p:spPr>
          <a:xfrm rot="5400000">
            <a:off x="2989587" y="2585709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89312522-2DA5-508E-35A2-9430AB7932FA}"/>
              </a:ext>
            </a:extLst>
          </p:cNvPr>
          <p:cNvSpPr/>
          <p:nvPr/>
        </p:nvSpPr>
        <p:spPr>
          <a:xfrm rot="5134159">
            <a:off x="2447156" y="2995612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38F89765-4255-166E-1DD6-E9A93DAB8DB2}"/>
              </a:ext>
            </a:extLst>
          </p:cNvPr>
          <p:cNvCxnSpPr>
            <a:cxnSpLocks/>
          </p:cNvCxnSpPr>
          <p:nvPr/>
        </p:nvCxnSpPr>
        <p:spPr>
          <a:xfrm rot="5400000">
            <a:off x="1838137" y="2670405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DB583CB5-3DB9-877E-3A83-26CEE11807D8}"/>
              </a:ext>
            </a:extLst>
          </p:cNvPr>
          <p:cNvSpPr/>
          <p:nvPr/>
        </p:nvSpPr>
        <p:spPr>
          <a:xfrm rot="16200000">
            <a:off x="2254666" y="2893670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1" name="直線接點 1270">
            <a:extLst>
              <a:ext uri="{FF2B5EF4-FFF2-40B4-BE49-F238E27FC236}">
                <a16:creationId xmlns:a16="http://schemas.microsoft.com/office/drawing/2014/main" id="{E300D9AE-6382-E789-6AE5-D4138AF4FAE8}"/>
              </a:ext>
            </a:extLst>
          </p:cNvPr>
          <p:cNvCxnSpPr/>
          <p:nvPr/>
        </p:nvCxnSpPr>
        <p:spPr>
          <a:xfrm rot="5400000" flipH="1">
            <a:off x="2986453" y="2928896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5EB514E2-4518-8A7B-884D-6C555432C4FE}"/>
              </a:ext>
            </a:extLst>
          </p:cNvPr>
          <p:cNvCxnSpPr/>
          <p:nvPr/>
        </p:nvCxnSpPr>
        <p:spPr>
          <a:xfrm rot="5400000" flipH="1">
            <a:off x="2874128" y="2928894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EB726478-30DB-FE96-CC34-68440267A6FF}"/>
              </a:ext>
            </a:extLst>
          </p:cNvPr>
          <p:cNvSpPr/>
          <p:nvPr/>
        </p:nvSpPr>
        <p:spPr>
          <a:xfrm rot="5400000">
            <a:off x="2207002" y="3751537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636ED4F5-829D-3A02-2EFF-BC576E00E27B}"/>
              </a:ext>
            </a:extLst>
          </p:cNvPr>
          <p:cNvCxnSpPr>
            <a:cxnSpLocks/>
          </p:cNvCxnSpPr>
          <p:nvPr/>
        </p:nvCxnSpPr>
        <p:spPr>
          <a:xfrm rot="5400000">
            <a:off x="2989587" y="3337777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FCE02CFF-59A1-BB2A-A953-080BFE055943}"/>
              </a:ext>
            </a:extLst>
          </p:cNvPr>
          <p:cNvSpPr/>
          <p:nvPr/>
        </p:nvSpPr>
        <p:spPr>
          <a:xfrm rot="5134159">
            <a:off x="2447156" y="3747681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1A22A582-4273-7FA1-4C5C-604F1F652DE0}"/>
              </a:ext>
            </a:extLst>
          </p:cNvPr>
          <p:cNvCxnSpPr>
            <a:cxnSpLocks/>
          </p:cNvCxnSpPr>
          <p:nvPr/>
        </p:nvCxnSpPr>
        <p:spPr>
          <a:xfrm rot="5400000">
            <a:off x="1838137" y="3422474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3E09C87A-59D6-6DDB-FFFE-4A3E616498E5}"/>
              </a:ext>
            </a:extLst>
          </p:cNvPr>
          <p:cNvSpPr/>
          <p:nvPr/>
        </p:nvSpPr>
        <p:spPr>
          <a:xfrm rot="16200000">
            <a:off x="2254666" y="3633615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0" name="直線接點 1279">
            <a:extLst>
              <a:ext uri="{FF2B5EF4-FFF2-40B4-BE49-F238E27FC236}">
                <a16:creationId xmlns:a16="http://schemas.microsoft.com/office/drawing/2014/main" id="{62EE3EF0-9FEC-50ED-3623-15C71D129E7A}"/>
              </a:ext>
            </a:extLst>
          </p:cNvPr>
          <p:cNvCxnSpPr/>
          <p:nvPr/>
        </p:nvCxnSpPr>
        <p:spPr>
          <a:xfrm rot="5400000" flipH="1">
            <a:off x="2986453" y="3680964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7596C8CD-B77E-BA97-A753-D715620F30EB}"/>
              </a:ext>
            </a:extLst>
          </p:cNvPr>
          <p:cNvCxnSpPr/>
          <p:nvPr/>
        </p:nvCxnSpPr>
        <p:spPr>
          <a:xfrm rot="5400000" flipH="1">
            <a:off x="2874128" y="3680963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4" name="橢圓 1283">
            <a:extLst>
              <a:ext uri="{FF2B5EF4-FFF2-40B4-BE49-F238E27FC236}">
                <a16:creationId xmlns:a16="http://schemas.microsoft.com/office/drawing/2014/main" id="{33FF407C-974B-B0F8-A3FD-9DE38DFD329F}"/>
              </a:ext>
            </a:extLst>
          </p:cNvPr>
          <p:cNvSpPr/>
          <p:nvPr/>
        </p:nvSpPr>
        <p:spPr>
          <a:xfrm rot="5400000">
            <a:off x="2211710" y="4482306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5" name="直線接點 1284">
            <a:extLst>
              <a:ext uri="{FF2B5EF4-FFF2-40B4-BE49-F238E27FC236}">
                <a16:creationId xmlns:a16="http://schemas.microsoft.com/office/drawing/2014/main" id="{82148BE9-07A9-A106-CC97-7B8B866C82A2}"/>
              </a:ext>
            </a:extLst>
          </p:cNvPr>
          <p:cNvCxnSpPr>
            <a:cxnSpLocks/>
          </p:cNvCxnSpPr>
          <p:nvPr/>
        </p:nvCxnSpPr>
        <p:spPr>
          <a:xfrm rot="5400000">
            <a:off x="2994292" y="4068546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6" name="橢圓 1285">
            <a:extLst>
              <a:ext uri="{FF2B5EF4-FFF2-40B4-BE49-F238E27FC236}">
                <a16:creationId xmlns:a16="http://schemas.microsoft.com/office/drawing/2014/main" id="{8CA88C0C-1ADD-30D7-3BAE-331398F0E428}"/>
              </a:ext>
            </a:extLst>
          </p:cNvPr>
          <p:cNvSpPr/>
          <p:nvPr/>
        </p:nvSpPr>
        <p:spPr>
          <a:xfrm rot="5134159">
            <a:off x="2451863" y="4478449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7" name="直線接點 1286">
            <a:extLst>
              <a:ext uri="{FF2B5EF4-FFF2-40B4-BE49-F238E27FC236}">
                <a16:creationId xmlns:a16="http://schemas.microsoft.com/office/drawing/2014/main" id="{0C0EC41E-A428-D5A0-A250-68E215ECE52F}"/>
              </a:ext>
            </a:extLst>
          </p:cNvPr>
          <p:cNvCxnSpPr>
            <a:cxnSpLocks/>
          </p:cNvCxnSpPr>
          <p:nvPr/>
        </p:nvCxnSpPr>
        <p:spPr>
          <a:xfrm rot="5400000">
            <a:off x="1842843" y="4153242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8" name="弧形 1287">
            <a:extLst>
              <a:ext uri="{FF2B5EF4-FFF2-40B4-BE49-F238E27FC236}">
                <a16:creationId xmlns:a16="http://schemas.microsoft.com/office/drawing/2014/main" id="{523B01B4-C7A1-3D47-F808-857257925228}"/>
              </a:ext>
            </a:extLst>
          </p:cNvPr>
          <p:cNvSpPr/>
          <p:nvPr/>
        </p:nvSpPr>
        <p:spPr>
          <a:xfrm rot="16200000">
            <a:off x="2259371" y="4376500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9" name="直線接點 1288">
            <a:extLst>
              <a:ext uri="{FF2B5EF4-FFF2-40B4-BE49-F238E27FC236}">
                <a16:creationId xmlns:a16="http://schemas.microsoft.com/office/drawing/2014/main" id="{57122056-F6B5-1A56-81CD-937F12B31D64}"/>
              </a:ext>
            </a:extLst>
          </p:cNvPr>
          <p:cNvCxnSpPr/>
          <p:nvPr/>
        </p:nvCxnSpPr>
        <p:spPr>
          <a:xfrm rot="5400000" flipH="1">
            <a:off x="2991159" y="4411732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直線接點 1289">
            <a:extLst>
              <a:ext uri="{FF2B5EF4-FFF2-40B4-BE49-F238E27FC236}">
                <a16:creationId xmlns:a16="http://schemas.microsoft.com/office/drawing/2014/main" id="{BF265345-4CEF-FB13-6440-5802C80BFD53}"/>
              </a:ext>
            </a:extLst>
          </p:cNvPr>
          <p:cNvCxnSpPr/>
          <p:nvPr/>
        </p:nvCxnSpPr>
        <p:spPr>
          <a:xfrm rot="5400000" flipH="1">
            <a:off x="2878834" y="4411731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62396F45-C0B5-2B13-E28F-3DBBD3D8AF03}"/>
              </a:ext>
            </a:extLst>
          </p:cNvPr>
          <p:cNvSpPr txBox="1"/>
          <p:nvPr/>
        </p:nvSpPr>
        <p:spPr>
          <a:xfrm>
            <a:off x="2101956" y="4001799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293" name="橢圓 1292">
            <a:extLst>
              <a:ext uri="{FF2B5EF4-FFF2-40B4-BE49-F238E27FC236}">
                <a16:creationId xmlns:a16="http://schemas.microsoft.com/office/drawing/2014/main" id="{1C3F728F-89DB-4BCD-DE56-F6E1E0C83FBC}"/>
              </a:ext>
            </a:extLst>
          </p:cNvPr>
          <p:cNvSpPr/>
          <p:nvPr/>
        </p:nvSpPr>
        <p:spPr>
          <a:xfrm rot="5400000">
            <a:off x="2221122" y="5193404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4" name="直線接點 1293">
            <a:extLst>
              <a:ext uri="{FF2B5EF4-FFF2-40B4-BE49-F238E27FC236}">
                <a16:creationId xmlns:a16="http://schemas.microsoft.com/office/drawing/2014/main" id="{DB80DCC2-D2D1-6B65-55D6-7B26BFD083AE}"/>
              </a:ext>
            </a:extLst>
          </p:cNvPr>
          <p:cNvCxnSpPr>
            <a:cxnSpLocks/>
          </p:cNvCxnSpPr>
          <p:nvPr/>
        </p:nvCxnSpPr>
        <p:spPr>
          <a:xfrm rot="5400000">
            <a:off x="3019395" y="4779644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5" name="橢圓 1294">
            <a:extLst>
              <a:ext uri="{FF2B5EF4-FFF2-40B4-BE49-F238E27FC236}">
                <a16:creationId xmlns:a16="http://schemas.microsoft.com/office/drawing/2014/main" id="{ED622FA4-0550-FF56-3D4D-4C5B56FC3072}"/>
              </a:ext>
            </a:extLst>
          </p:cNvPr>
          <p:cNvSpPr/>
          <p:nvPr/>
        </p:nvSpPr>
        <p:spPr>
          <a:xfrm rot="5134159">
            <a:off x="2461278" y="5189547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6" name="直線接點 1295">
            <a:extLst>
              <a:ext uri="{FF2B5EF4-FFF2-40B4-BE49-F238E27FC236}">
                <a16:creationId xmlns:a16="http://schemas.microsoft.com/office/drawing/2014/main" id="{BD1DDCC3-C5D2-8CDF-3A97-D817800BE435}"/>
              </a:ext>
            </a:extLst>
          </p:cNvPr>
          <p:cNvCxnSpPr>
            <a:cxnSpLocks/>
          </p:cNvCxnSpPr>
          <p:nvPr/>
        </p:nvCxnSpPr>
        <p:spPr>
          <a:xfrm rot="5400000">
            <a:off x="1852257" y="4864340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7" name="弧形 1296">
            <a:extLst>
              <a:ext uri="{FF2B5EF4-FFF2-40B4-BE49-F238E27FC236}">
                <a16:creationId xmlns:a16="http://schemas.microsoft.com/office/drawing/2014/main" id="{486B59B4-E1CA-6759-22E2-ACC948BE9ED4}"/>
              </a:ext>
            </a:extLst>
          </p:cNvPr>
          <p:cNvSpPr/>
          <p:nvPr/>
        </p:nvSpPr>
        <p:spPr>
          <a:xfrm rot="16200000">
            <a:off x="2266788" y="5090653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98" name="直線接點 1297">
            <a:extLst>
              <a:ext uri="{FF2B5EF4-FFF2-40B4-BE49-F238E27FC236}">
                <a16:creationId xmlns:a16="http://schemas.microsoft.com/office/drawing/2014/main" id="{A96EFFAB-9428-F7CC-0A1B-3573C6A3BDBD}"/>
              </a:ext>
            </a:extLst>
          </p:cNvPr>
          <p:cNvCxnSpPr/>
          <p:nvPr/>
        </p:nvCxnSpPr>
        <p:spPr>
          <a:xfrm rot="5400000" flipH="1">
            <a:off x="3000572" y="5122830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直線接點 1298">
            <a:extLst>
              <a:ext uri="{FF2B5EF4-FFF2-40B4-BE49-F238E27FC236}">
                <a16:creationId xmlns:a16="http://schemas.microsoft.com/office/drawing/2014/main" id="{32E4B06E-CC74-3AB4-36A9-73B2E973FD68}"/>
              </a:ext>
            </a:extLst>
          </p:cNvPr>
          <p:cNvCxnSpPr/>
          <p:nvPr/>
        </p:nvCxnSpPr>
        <p:spPr>
          <a:xfrm rot="5400000" flipH="1">
            <a:off x="2888247" y="5122829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1" name="橢圓 1300">
            <a:extLst>
              <a:ext uri="{FF2B5EF4-FFF2-40B4-BE49-F238E27FC236}">
                <a16:creationId xmlns:a16="http://schemas.microsoft.com/office/drawing/2014/main" id="{708D14FC-1DC8-33ED-11DD-4402B2E78E6F}"/>
              </a:ext>
            </a:extLst>
          </p:cNvPr>
          <p:cNvSpPr/>
          <p:nvPr/>
        </p:nvSpPr>
        <p:spPr>
          <a:xfrm rot="5400000">
            <a:off x="2223620" y="5916870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2" name="直線接點 1301">
            <a:extLst>
              <a:ext uri="{FF2B5EF4-FFF2-40B4-BE49-F238E27FC236}">
                <a16:creationId xmlns:a16="http://schemas.microsoft.com/office/drawing/2014/main" id="{4CA4ED4F-BAEF-10F5-5CC4-12EE57803703}"/>
              </a:ext>
            </a:extLst>
          </p:cNvPr>
          <p:cNvCxnSpPr>
            <a:cxnSpLocks/>
          </p:cNvCxnSpPr>
          <p:nvPr/>
        </p:nvCxnSpPr>
        <p:spPr>
          <a:xfrm rot="5400000">
            <a:off x="3006204" y="5503108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3" name="橢圓 1302">
            <a:extLst>
              <a:ext uri="{FF2B5EF4-FFF2-40B4-BE49-F238E27FC236}">
                <a16:creationId xmlns:a16="http://schemas.microsoft.com/office/drawing/2014/main" id="{F5AF6AC1-9CAF-673C-7AEB-8DBE8CA6B30B}"/>
              </a:ext>
            </a:extLst>
          </p:cNvPr>
          <p:cNvSpPr/>
          <p:nvPr/>
        </p:nvSpPr>
        <p:spPr>
          <a:xfrm rot="5134159">
            <a:off x="2463775" y="5913012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4" name="直線接點 1303">
            <a:extLst>
              <a:ext uri="{FF2B5EF4-FFF2-40B4-BE49-F238E27FC236}">
                <a16:creationId xmlns:a16="http://schemas.microsoft.com/office/drawing/2014/main" id="{E56D532B-C19D-666B-143A-B499EBA9B635}"/>
              </a:ext>
            </a:extLst>
          </p:cNvPr>
          <p:cNvCxnSpPr>
            <a:cxnSpLocks/>
          </p:cNvCxnSpPr>
          <p:nvPr/>
        </p:nvCxnSpPr>
        <p:spPr>
          <a:xfrm rot="5400000">
            <a:off x="1854755" y="5587806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5" name="弧形 1304">
            <a:extLst>
              <a:ext uri="{FF2B5EF4-FFF2-40B4-BE49-F238E27FC236}">
                <a16:creationId xmlns:a16="http://schemas.microsoft.com/office/drawing/2014/main" id="{352EDE95-6486-DEC7-73DC-79C646741801}"/>
              </a:ext>
            </a:extLst>
          </p:cNvPr>
          <p:cNvSpPr/>
          <p:nvPr/>
        </p:nvSpPr>
        <p:spPr>
          <a:xfrm rot="16200000">
            <a:off x="2271282" y="5811069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06" name="直線接點 1305">
            <a:extLst>
              <a:ext uri="{FF2B5EF4-FFF2-40B4-BE49-F238E27FC236}">
                <a16:creationId xmlns:a16="http://schemas.microsoft.com/office/drawing/2014/main" id="{353FD44A-9DB8-FC34-A351-86EA3FFC2991}"/>
              </a:ext>
            </a:extLst>
          </p:cNvPr>
          <p:cNvCxnSpPr/>
          <p:nvPr/>
        </p:nvCxnSpPr>
        <p:spPr>
          <a:xfrm rot="5400000" flipH="1">
            <a:off x="3003069" y="5846296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直線接點 1306">
            <a:extLst>
              <a:ext uri="{FF2B5EF4-FFF2-40B4-BE49-F238E27FC236}">
                <a16:creationId xmlns:a16="http://schemas.microsoft.com/office/drawing/2014/main" id="{DBD3CAC4-85C9-FB82-1F75-98909839932C}"/>
              </a:ext>
            </a:extLst>
          </p:cNvPr>
          <p:cNvCxnSpPr/>
          <p:nvPr/>
        </p:nvCxnSpPr>
        <p:spPr>
          <a:xfrm rot="5400000" flipH="1">
            <a:off x="2890744" y="5846295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9" name="文字方塊 1308">
            <a:extLst>
              <a:ext uri="{FF2B5EF4-FFF2-40B4-BE49-F238E27FC236}">
                <a16:creationId xmlns:a16="http://schemas.microsoft.com/office/drawing/2014/main" id="{FFACF5C4-6548-68DF-EA12-0B8A5CC97BE4}"/>
              </a:ext>
            </a:extLst>
          </p:cNvPr>
          <p:cNvSpPr txBox="1"/>
          <p:nvPr/>
        </p:nvSpPr>
        <p:spPr>
          <a:xfrm>
            <a:off x="2113866" y="5418363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10" name="橢圓 1309">
            <a:extLst>
              <a:ext uri="{FF2B5EF4-FFF2-40B4-BE49-F238E27FC236}">
                <a16:creationId xmlns:a16="http://schemas.microsoft.com/office/drawing/2014/main" id="{B57FD0A0-37E7-02A2-6E51-749E71EBFACC}"/>
              </a:ext>
            </a:extLst>
          </p:cNvPr>
          <p:cNvSpPr/>
          <p:nvPr/>
        </p:nvSpPr>
        <p:spPr>
          <a:xfrm rot="5400000">
            <a:off x="2223620" y="6676198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1" name="直線接點 1310">
            <a:extLst>
              <a:ext uri="{FF2B5EF4-FFF2-40B4-BE49-F238E27FC236}">
                <a16:creationId xmlns:a16="http://schemas.microsoft.com/office/drawing/2014/main" id="{96939479-A4A7-9F77-7FC5-3DDF0F58B2A8}"/>
              </a:ext>
            </a:extLst>
          </p:cNvPr>
          <p:cNvCxnSpPr>
            <a:cxnSpLocks/>
          </p:cNvCxnSpPr>
          <p:nvPr/>
        </p:nvCxnSpPr>
        <p:spPr>
          <a:xfrm rot="5400000">
            <a:off x="3006204" y="6262439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2" name="橢圓 1311">
            <a:extLst>
              <a:ext uri="{FF2B5EF4-FFF2-40B4-BE49-F238E27FC236}">
                <a16:creationId xmlns:a16="http://schemas.microsoft.com/office/drawing/2014/main" id="{A1C21D81-2960-1AD9-2806-11FCEFCE0843}"/>
              </a:ext>
            </a:extLst>
          </p:cNvPr>
          <p:cNvSpPr/>
          <p:nvPr/>
        </p:nvSpPr>
        <p:spPr>
          <a:xfrm rot="5134159">
            <a:off x="2463775" y="6672342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3" name="直線接點 1312">
            <a:extLst>
              <a:ext uri="{FF2B5EF4-FFF2-40B4-BE49-F238E27FC236}">
                <a16:creationId xmlns:a16="http://schemas.microsoft.com/office/drawing/2014/main" id="{9FE0B264-7768-196F-BF2D-A7B37897D641}"/>
              </a:ext>
            </a:extLst>
          </p:cNvPr>
          <p:cNvCxnSpPr>
            <a:cxnSpLocks/>
          </p:cNvCxnSpPr>
          <p:nvPr/>
        </p:nvCxnSpPr>
        <p:spPr>
          <a:xfrm rot="5400000">
            <a:off x="1854755" y="6347135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4" name="弧形 1313">
            <a:extLst>
              <a:ext uri="{FF2B5EF4-FFF2-40B4-BE49-F238E27FC236}">
                <a16:creationId xmlns:a16="http://schemas.microsoft.com/office/drawing/2014/main" id="{DC287ECD-84F9-5444-FBD6-B1E0D54C2602}"/>
              </a:ext>
            </a:extLst>
          </p:cNvPr>
          <p:cNvSpPr/>
          <p:nvPr/>
        </p:nvSpPr>
        <p:spPr>
          <a:xfrm rot="16200000">
            <a:off x="2271282" y="6562321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5" name="直線接點 1314">
            <a:extLst>
              <a:ext uri="{FF2B5EF4-FFF2-40B4-BE49-F238E27FC236}">
                <a16:creationId xmlns:a16="http://schemas.microsoft.com/office/drawing/2014/main" id="{2200AC54-C3B4-28A6-3F4C-89FB0E20C858}"/>
              </a:ext>
            </a:extLst>
          </p:cNvPr>
          <p:cNvCxnSpPr/>
          <p:nvPr/>
        </p:nvCxnSpPr>
        <p:spPr>
          <a:xfrm rot="5400000" flipH="1">
            <a:off x="3003069" y="6605625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直線接點 1315">
            <a:extLst>
              <a:ext uri="{FF2B5EF4-FFF2-40B4-BE49-F238E27FC236}">
                <a16:creationId xmlns:a16="http://schemas.microsoft.com/office/drawing/2014/main" id="{935AAA05-3B22-8641-5903-EAE1C57A004E}"/>
              </a:ext>
            </a:extLst>
          </p:cNvPr>
          <p:cNvCxnSpPr/>
          <p:nvPr/>
        </p:nvCxnSpPr>
        <p:spPr>
          <a:xfrm rot="5400000" flipH="1">
            <a:off x="2890744" y="6605624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8" name="文字方塊 1317">
            <a:extLst>
              <a:ext uri="{FF2B5EF4-FFF2-40B4-BE49-F238E27FC236}">
                <a16:creationId xmlns:a16="http://schemas.microsoft.com/office/drawing/2014/main" id="{0D19396F-BB4B-21C9-8D74-3FABF66ADA83}"/>
              </a:ext>
            </a:extLst>
          </p:cNvPr>
          <p:cNvSpPr txBox="1"/>
          <p:nvPr/>
        </p:nvSpPr>
        <p:spPr>
          <a:xfrm>
            <a:off x="2113865" y="6177328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19" name="橢圓 1318">
            <a:extLst>
              <a:ext uri="{FF2B5EF4-FFF2-40B4-BE49-F238E27FC236}">
                <a16:creationId xmlns:a16="http://schemas.microsoft.com/office/drawing/2014/main" id="{86B49CB2-FD29-873D-27C2-C75FAB967F2F}"/>
              </a:ext>
            </a:extLst>
          </p:cNvPr>
          <p:cNvSpPr/>
          <p:nvPr/>
        </p:nvSpPr>
        <p:spPr>
          <a:xfrm rot="5400000">
            <a:off x="2228326" y="7452875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0" name="直線接點 1319">
            <a:extLst>
              <a:ext uri="{FF2B5EF4-FFF2-40B4-BE49-F238E27FC236}">
                <a16:creationId xmlns:a16="http://schemas.microsoft.com/office/drawing/2014/main" id="{29F8DD91-F2D0-579D-86AB-5486B1FA5CF5}"/>
              </a:ext>
            </a:extLst>
          </p:cNvPr>
          <p:cNvCxnSpPr>
            <a:cxnSpLocks/>
          </p:cNvCxnSpPr>
          <p:nvPr/>
        </p:nvCxnSpPr>
        <p:spPr>
          <a:xfrm rot="5400000">
            <a:off x="3010910" y="7039113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" name="橢圓 1320">
            <a:extLst>
              <a:ext uri="{FF2B5EF4-FFF2-40B4-BE49-F238E27FC236}">
                <a16:creationId xmlns:a16="http://schemas.microsoft.com/office/drawing/2014/main" id="{6B2CE009-EA30-311F-EE1F-EA5F85637497}"/>
              </a:ext>
            </a:extLst>
          </p:cNvPr>
          <p:cNvSpPr/>
          <p:nvPr/>
        </p:nvSpPr>
        <p:spPr>
          <a:xfrm rot="5134159">
            <a:off x="2468480" y="7449017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2" name="直線接點 1321">
            <a:extLst>
              <a:ext uri="{FF2B5EF4-FFF2-40B4-BE49-F238E27FC236}">
                <a16:creationId xmlns:a16="http://schemas.microsoft.com/office/drawing/2014/main" id="{285468C8-D0A3-C9C3-C84D-7F8E98F25244}"/>
              </a:ext>
            </a:extLst>
          </p:cNvPr>
          <p:cNvCxnSpPr>
            <a:cxnSpLocks/>
          </p:cNvCxnSpPr>
          <p:nvPr/>
        </p:nvCxnSpPr>
        <p:spPr>
          <a:xfrm rot="5400000">
            <a:off x="1859460" y="7123811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3" name="弧形 1322">
            <a:extLst>
              <a:ext uri="{FF2B5EF4-FFF2-40B4-BE49-F238E27FC236}">
                <a16:creationId xmlns:a16="http://schemas.microsoft.com/office/drawing/2014/main" id="{A9FC043B-83CB-BA53-818C-9D3AA3973021}"/>
              </a:ext>
            </a:extLst>
          </p:cNvPr>
          <p:cNvSpPr/>
          <p:nvPr/>
        </p:nvSpPr>
        <p:spPr>
          <a:xfrm rot="16200000">
            <a:off x="2275988" y="7347074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4" name="直線接點 1323">
            <a:extLst>
              <a:ext uri="{FF2B5EF4-FFF2-40B4-BE49-F238E27FC236}">
                <a16:creationId xmlns:a16="http://schemas.microsoft.com/office/drawing/2014/main" id="{CF1AF79B-943E-F9F7-5124-3C631DB37C58}"/>
              </a:ext>
            </a:extLst>
          </p:cNvPr>
          <p:cNvCxnSpPr/>
          <p:nvPr/>
        </p:nvCxnSpPr>
        <p:spPr>
          <a:xfrm rot="5400000" flipH="1">
            <a:off x="3007776" y="7382301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直線接點 1324">
            <a:extLst>
              <a:ext uri="{FF2B5EF4-FFF2-40B4-BE49-F238E27FC236}">
                <a16:creationId xmlns:a16="http://schemas.microsoft.com/office/drawing/2014/main" id="{E1AE60C2-D6A3-E583-E9A7-B1629B46F448}"/>
              </a:ext>
            </a:extLst>
          </p:cNvPr>
          <p:cNvCxnSpPr/>
          <p:nvPr/>
        </p:nvCxnSpPr>
        <p:spPr>
          <a:xfrm rot="5400000" flipH="1">
            <a:off x="2895451" y="7382300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7" name="文字方塊 1326">
            <a:extLst>
              <a:ext uri="{FF2B5EF4-FFF2-40B4-BE49-F238E27FC236}">
                <a16:creationId xmlns:a16="http://schemas.microsoft.com/office/drawing/2014/main" id="{13A9D24E-A296-2154-4F23-2D49A5F79690}"/>
              </a:ext>
            </a:extLst>
          </p:cNvPr>
          <p:cNvSpPr txBox="1"/>
          <p:nvPr/>
        </p:nvSpPr>
        <p:spPr>
          <a:xfrm>
            <a:off x="2118573" y="7004724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28" name="橢圓 1327">
            <a:extLst>
              <a:ext uri="{FF2B5EF4-FFF2-40B4-BE49-F238E27FC236}">
                <a16:creationId xmlns:a16="http://schemas.microsoft.com/office/drawing/2014/main" id="{D9E899F7-EF70-F508-E480-7E77BE550DAD}"/>
              </a:ext>
            </a:extLst>
          </p:cNvPr>
          <p:cNvSpPr/>
          <p:nvPr/>
        </p:nvSpPr>
        <p:spPr>
          <a:xfrm rot="5400000">
            <a:off x="2237739" y="8278017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29" name="直線接點 1328">
            <a:extLst>
              <a:ext uri="{FF2B5EF4-FFF2-40B4-BE49-F238E27FC236}">
                <a16:creationId xmlns:a16="http://schemas.microsoft.com/office/drawing/2014/main" id="{D5456E04-DD10-31B2-0F3F-BEC3B7754022}"/>
              </a:ext>
            </a:extLst>
          </p:cNvPr>
          <p:cNvCxnSpPr>
            <a:cxnSpLocks/>
          </p:cNvCxnSpPr>
          <p:nvPr/>
        </p:nvCxnSpPr>
        <p:spPr>
          <a:xfrm rot="5400000">
            <a:off x="3036014" y="7864255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0" name="橢圓 1329">
            <a:extLst>
              <a:ext uri="{FF2B5EF4-FFF2-40B4-BE49-F238E27FC236}">
                <a16:creationId xmlns:a16="http://schemas.microsoft.com/office/drawing/2014/main" id="{144927B7-FB7C-378C-10E5-F2B335B941FC}"/>
              </a:ext>
            </a:extLst>
          </p:cNvPr>
          <p:cNvSpPr/>
          <p:nvPr/>
        </p:nvSpPr>
        <p:spPr>
          <a:xfrm rot="5134159">
            <a:off x="2477894" y="8274159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31" name="直線接點 1330">
            <a:extLst>
              <a:ext uri="{FF2B5EF4-FFF2-40B4-BE49-F238E27FC236}">
                <a16:creationId xmlns:a16="http://schemas.microsoft.com/office/drawing/2014/main" id="{D806A12E-1DFA-0E86-C1C1-38E044F58681}"/>
              </a:ext>
            </a:extLst>
          </p:cNvPr>
          <p:cNvCxnSpPr>
            <a:cxnSpLocks/>
          </p:cNvCxnSpPr>
          <p:nvPr/>
        </p:nvCxnSpPr>
        <p:spPr>
          <a:xfrm rot="5400000">
            <a:off x="1868874" y="7948953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" name="弧形 1331">
            <a:extLst>
              <a:ext uri="{FF2B5EF4-FFF2-40B4-BE49-F238E27FC236}">
                <a16:creationId xmlns:a16="http://schemas.microsoft.com/office/drawing/2014/main" id="{D0978B2F-97FD-7827-47D5-FD466A0ABCAA}"/>
              </a:ext>
            </a:extLst>
          </p:cNvPr>
          <p:cNvSpPr/>
          <p:nvPr/>
        </p:nvSpPr>
        <p:spPr>
          <a:xfrm rot="16200000">
            <a:off x="2285402" y="8172553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33" name="直線接點 1332">
            <a:extLst>
              <a:ext uri="{FF2B5EF4-FFF2-40B4-BE49-F238E27FC236}">
                <a16:creationId xmlns:a16="http://schemas.microsoft.com/office/drawing/2014/main" id="{C8851ABD-1ADB-F8DE-C2A2-9E03BC101292}"/>
              </a:ext>
            </a:extLst>
          </p:cNvPr>
          <p:cNvCxnSpPr/>
          <p:nvPr/>
        </p:nvCxnSpPr>
        <p:spPr>
          <a:xfrm rot="5400000" flipH="1">
            <a:off x="3017189" y="8207443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直線接點 1333">
            <a:extLst>
              <a:ext uri="{FF2B5EF4-FFF2-40B4-BE49-F238E27FC236}">
                <a16:creationId xmlns:a16="http://schemas.microsoft.com/office/drawing/2014/main" id="{5ABD5125-4F09-67C6-3FA0-096A9D6F0B71}"/>
              </a:ext>
            </a:extLst>
          </p:cNvPr>
          <p:cNvCxnSpPr/>
          <p:nvPr/>
        </p:nvCxnSpPr>
        <p:spPr>
          <a:xfrm rot="5400000" flipH="1">
            <a:off x="2904864" y="8207443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6" name="文字方塊 1335">
            <a:extLst>
              <a:ext uri="{FF2B5EF4-FFF2-40B4-BE49-F238E27FC236}">
                <a16:creationId xmlns:a16="http://schemas.microsoft.com/office/drawing/2014/main" id="{12CE5B5D-AE85-95AC-19FE-E29C61690885}"/>
              </a:ext>
            </a:extLst>
          </p:cNvPr>
          <p:cNvSpPr txBox="1"/>
          <p:nvPr/>
        </p:nvSpPr>
        <p:spPr>
          <a:xfrm>
            <a:off x="2115268" y="4698988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37" name="文字方塊 1336">
            <a:extLst>
              <a:ext uri="{FF2B5EF4-FFF2-40B4-BE49-F238E27FC236}">
                <a16:creationId xmlns:a16="http://schemas.microsoft.com/office/drawing/2014/main" id="{2E7CBA50-B84F-0069-B537-49E876A29928}"/>
              </a:ext>
            </a:extLst>
          </p:cNvPr>
          <p:cNvSpPr txBox="1"/>
          <p:nvPr/>
        </p:nvSpPr>
        <p:spPr>
          <a:xfrm>
            <a:off x="2122265" y="7791908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39" name="橢圓 1338">
            <a:extLst>
              <a:ext uri="{FF2B5EF4-FFF2-40B4-BE49-F238E27FC236}">
                <a16:creationId xmlns:a16="http://schemas.microsoft.com/office/drawing/2014/main" id="{57081FE9-366D-738A-2AA7-5202A9F4AC95}"/>
              </a:ext>
            </a:extLst>
          </p:cNvPr>
          <p:cNvSpPr/>
          <p:nvPr/>
        </p:nvSpPr>
        <p:spPr>
          <a:xfrm rot="5400000">
            <a:off x="2228326" y="9051198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0" name="直線接點 1339">
            <a:extLst>
              <a:ext uri="{FF2B5EF4-FFF2-40B4-BE49-F238E27FC236}">
                <a16:creationId xmlns:a16="http://schemas.microsoft.com/office/drawing/2014/main" id="{9614636E-8953-7E9F-7EDD-8D503D61AEC9}"/>
              </a:ext>
            </a:extLst>
          </p:cNvPr>
          <p:cNvCxnSpPr>
            <a:cxnSpLocks/>
          </p:cNvCxnSpPr>
          <p:nvPr/>
        </p:nvCxnSpPr>
        <p:spPr>
          <a:xfrm rot="5400000">
            <a:off x="3010910" y="8637438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" name="橢圓 1340">
            <a:extLst>
              <a:ext uri="{FF2B5EF4-FFF2-40B4-BE49-F238E27FC236}">
                <a16:creationId xmlns:a16="http://schemas.microsoft.com/office/drawing/2014/main" id="{176231F8-FBD6-DED7-F7D4-38F94F8F6C24}"/>
              </a:ext>
            </a:extLst>
          </p:cNvPr>
          <p:cNvSpPr/>
          <p:nvPr/>
        </p:nvSpPr>
        <p:spPr>
          <a:xfrm rot="5134159">
            <a:off x="2468480" y="9047341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2" name="直線接點 1341">
            <a:extLst>
              <a:ext uri="{FF2B5EF4-FFF2-40B4-BE49-F238E27FC236}">
                <a16:creationId xmlns:a16="http://schemas.microsoft.com/office/drawing/2014/main" id="{4BDA35E6-BD27-A8A4-D1D9-FFD35FEA5D60}"/>
              </a:ext>
            </a:extLst>
          </p:cNvPr>
          <p:cNvCxnSpPr>
            <a:cxnSpLocks/>
          </p:cNvCxnSpPr>
          <p:nvPr/>
        </p:nvCxnSpPr>
        <p:spPr>
          <a:xfrm rot="5400000">
            <a:off x="1859460" y="8722135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3" name="弧形 1342">
            <a:extLst>
              <a:ext uri="{FF2B5EF4-FFF2-40B4-BE49-F238E27FC236}">
                <a16:creationId xmlns:a16="http://schemas.microsoft.com/office/drawing/2014/main" id="{FCB9CCCB-6DA5-EF00-243E-CC26CBF3485A}"/>
              </a:ext>
            </a:extLst>
          </p:cNvPr>
          <p:cNvSpPr/>
          <p:nvPr/>
        </p:nvSpPr>
        <p:spPr>
          <a:xfrm rot="16200000">
            <a:off x="2275988" y="8945399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4" name="直線接點 1343">
            <a:extLst>
              <a:ext uri="{FF2B5EF4-FFF2-40B4-BE49-F238E27FC236}">
                <a16:creationId xmlns:a16="http://schemas.microsoft.com/office/drawing/2014/main" id="{19776D9F-76BF-14AE-E2F5-17FC6BC1D3BF}"/>
              </a:ext>
            </a:extLst>
          </p:cNvPr>
          <p:cNvCxnSpPr/>
          <p:nvPr/>
        </p:nvCxnSpPr>
        <p:spPr>
          <a:xfrm rot="5400000" flipH="1">
            <a:off x="3007776" y="8980626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直線接點 1344">
            <a:extLst>
              <a:ext uri="{FF2B5EF4-FFF2-40B4-BE49-F238E27FC236}">
                <a16:creationId xmlns:a16="http://schemas.microsoft.com/office/drawing/2014/main" id="{53FD9D21-6D50-01D6-F033-920B710FC44D}"/>
              </a:ext>
            </a:extLst>
          </p:cNvPr>
          <p:cNvCxnSpPr/>
          <p:nvPr/>
        </p:nvCxnSpPr>
        <p:spPr>
          <a:xfrm rot="5400000" flipH="1">
            <a:off x="2895451" y="8980625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B1FBE356-5A7E-58A6-1693-FC4D2D53E5B5}"/>
              </a:ext>
            </a:extLst>
          </p:cNvPr>
          <p:cNvSpPr txBox="1"/>
          <p:nvPr/>
        </p:nvSpPr>
        <p:spPr>
          <a:xfrm>
            <a:off x="2118573" y="8565884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48" name="橢圓 1347">
            <a:extLst>
              <a:ext uri="{FF2B5EF4-FFF2-40B4-BE49-F238E27FC236}">
                <a16:creationId xmlns:a16="http://schemas.microsoft.com/office/drawing/2014/main" id="{30F6E050-7237-6ECE-3D72-00D9EB46589B}"/>
              </a:ext>
            </a:extLst>
          </p:cNvPr>
          <p:cNvSpPr/>
          <p:nvPr/>
        </p:nvSpPr>
        <p:spPr>
          <a:xfrm rot="5400000">
            <a:off x="2228326" y="9857409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9" name="直線接點 1348">
            <a:extLst>
              <a:ext uri="{FF2B5EF4-FFF2-40B4-BE49-F238E27FC236}">
                <a16:creationId xmlns:a16="http://schemas.microsoft.com/office/drawing/2014/main" id="{A7E0B517-8B98-C2B8-00EC-ACF0B7B8A134}"/>
              </a:ext>
            </a:extLst>
          </p:cNvPr>
          <p:cNvCxnSpPr>
            <a:cxnSpLocks/>
          </p:cNvCxnSpPr>
          <p:nvPr/>
        </p:nvCxnSpPr>
        <p:spPr>
          <a:xfrm rot="5400000">
            <a:off x="3010910" y="9443650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0" name="橢圓 1349">
            <a:extLst>
              <a:ext uri="{FF2B5EF4-FFF2-40B4-BE49-F238E27FC236}">
                <a16:creationId xmlns:a16="http://schemas.microsoft.com/office/drawing/2014/main" id="{4C6A75A0-EB44-CA97-BB97-5719EEF282A7}"/>
              </a:ext>
            </a:extLst>
          </p:cNvPr>
          <p:cNvSpPr/>
          <p:nvPr/>
        </p:nvSpPr>
        <p:spPr>
          <a:xfrm rot="5134159">
            <a:off x="2468480" y="9853553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1" name="直線接點 1350">
            <a:extLst>
              <a:ext uri="{FF2B5EF4-FFF2-40B4-BE49-F238E27FC236}">
                <a16:creationId xmlns:a16="http://schemas.microsoft.com/office/drawing/2014/main" id="{90EC98F1-E6E8-AA3B-66D1-6ED99FF2274E}"/>
              </a:ext>
            </a:extLst>
          </p:cNvPr>
          <p:cNvCxnSpPr>
            <a:cxnSpLocks/>
          </p:cNvCxnSpPr>
          <p:nvPr/>
        </p:nvCxnSpPr>
        <p:spPr>
          <a:xfrm rot="5400000">
            <a:off x="1859460" y="9528346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弧形 1351">
            <a:extLst>
              <a:ext uri="{FF2B5EF4-FFF2-40B4-BE49-F238E27FC236}">
                <a16:creationId xmlns:a16="http://schemas.microsoft.com/office/drawing/2014/main" id="{D31637AC-A8DA-395A-90D8-7EAD09AC5957}"/>
              </a:ext>
            </a:extLst>
          </p:cNvPr>
          <p:cNvSpPr/>
          <p:nvPr/>
        </p:nvSpPr>
        <p:spPr>
          <a:xfrm rot="16200000">
            <a:off x="2275988" y="9751607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3" name="直線接點 1352">
            <a:extLst>
              <a:ext uri="{FF2B5EF4-FFF2-40B4-BE49-F238E27FC236}">
                <a16:creationId xmlns:a16="http://schemas.microsoft.com/office/drawing/2014/main" id="{2D8B86DA-042A-03F1-9650-95487AD6E1CA}"/>
              </a:ext>
            </a:extLst>
          </p:cNvPr>
          <p:cNvCxnSpPr/>
          <p:nvPr/>
        </p:nvCxnSpPr>
        <p:spPr>
          <a:xfrm rot="5400000" flipH="1">
            <a:off x="3007776" y="9786836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直線接點 1353">
            <a:extLst>
              <a:ext uri="{FF2B5EF4-FFF2-40B4-BE49-F238E27FC236}">
                <a16:creationId xmlns:a16="http://schemas.microsoft.com/office/drawing/2014/main" id="{94D695A0-7CBC-1A7C-C262-C3C246E00EEC}"/>
              </a:ext>
            </a:extLst>
          </p:cNvPr>
          <p:cNvCxnSpPr/>
          <p:nvPr/>
        </p:nvCxnSpPr>
        <p:spPr>
          <a:xfrm rot="5400000" flipH="1">
            <a:off x="2895451" y="9786835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6" name="文字方塊 1355">
            <a:extLst>
              <a:ext uri="{FF2B5EF4-FFF2-40B4-BE49-F238E27FC236}">
                <a16:creationId xmlns:a16="http://schemas.microsoft.com/office/drawing/2014/main" id="{E657C21E-3EAB-2F0B-2709-97086C9036FF}"/>
              </a:ext>
            </a:extLst>
          </p:cNvPr>
          <p:cNvSpPr txBox="1"/>
          <p:nvPr/>
        </p:nvSpPr>
        <p:spPr>
          <a:xfrm>
            <a:off x="2118573" y="9399116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57" name="橢圓 1356">
            <a:extLst>
              <a:ext uri="{FF2B5EF4-FFF2-40B4-BE49-F238E27FC236}">
                <a16:creationId xmlns:a16="http://schemas.microsoft.com/office/drawing/2014/main" id="{391E010F-70E4-0E4E-811B-660631F7A51E}"/>
              </a:ext>
            </a:extLst>
          </p:cNvPr>
          <p:cNvSpPr/>
          <p:nvPr/>
        </p:nvSpPr>
        <p:spPr>
          <a:xfrm rot="5400000">
            <a:off x="2233033" y="10664511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8" name="直線接點 1357">
            <a:extLst>
              <a:ext uri="{FF2B5EF4-FFF2-40B4-BE49-F238E27FC236}">
                <a16:creationId xmlns:a16="http://schemas.microsoft.com/office/drawing/2014/main" id="{5113075C-07B9-6C2A-CB9E-8E6B9C0CFF37}"/>
              </a:ext>
            </a:extLst>
          </p:cNvPr>
          <p:cNvCxnSpPr>
            <a:cxnSpLocks/>
          </p:cNvCxnSpPr>
          <p:nvPr/>
        </p:nvCxnSpPr>
        <p:spPr>
          <a:xfrm rot="5400000">
            <a:off x="3015617" y="10250750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9" name="橢圓 1358">
            <a:extLst>
              <a:ext uri="{FF2B5EF4-FFF2-40B4-BE49-F238E27FC236}">
                <a16:creationId xmlns:a16="http://schemas.microsoft.com/office/drawing/2014/main" id="{4174C77E-3D03-9CB9-2622-9A1658C3258B}"/>
              </a:ext>
            </a:extLst>
          </p:cNvPr>
          <p:cNvSpPr/>
          <p:nvPr/>
        </p:nvSpPr>
        <p:spPr>
          <a:xfrm rot="5134159">
            <a:off x="2473188" y="10660654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0" name="直線接點 1359">
            <a:extLst>
              <a:ext uri="{FF2B5EF4-FFF2-40B4-BE49-F238E27FC236}">
                <a16:creationId xmlns:a16="http://schemas.microsoft.com/office/drawing/2014/main" id="{7D3ADAF8-579F-84E0-B315-B2410B508F48}"/>
              </a:ext>
            </a:extLst>
          </p:cNvPr>
          <p:cNvCxnSpPr>
            <a:cxnSpLocks/>
          </p:cNvCxnSpPr>
          <p:nvPr/>
        </p:nvCxnSpPr>
        <p:spPr>
          <a:xfrm rot="5400000">
            <a:off x="1864168" y="10335447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1" name="弧形 1360">
            <a:extLst>
              <a:ext uri="{FF2B5EF4-FFF2-40B4-BE49-F238E27FC236}">
                <a16:creationId xmlns:a16="http://schemas.microsoft.com/office/drawing/2014/main" id="{F783A2DF-DE2A-7C6A-2CDE-7ADB08229370}"/>
              </a:ext>
            </a:extLst>
          </p:cNvPr>
          <p:cNvSpPr/>
          <p:nvPr/>
        </p:nvSpPr>
        <p:spPr>
          <a:xfrm rot="16200000">
            <a:off x="2280695" y="10583038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2" name="直線接點 1361">
            <a:extLst>
              <a:ext uri="{FF2B5EF4-FFF2-40B4-BE49-F238E27FC236}">
                <a16:creationId xmlns:a16="http://schemas.microsoft.com/office/drawing/2014/main" id="{B99C9728-B1BE-86C6-780E-3E0507CB1E90}"/>
              </a:ext>
            </a:extLst>
          </p:cNvPr>
          <p:cNvCxnSpPr/>
          <p:nvPr/>
        </p:nvCxnSpPr>
        <p:spPr>
          <a:xfrm rot="5400000" flipH="1">
            <a:off x="3012483" y="10614227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直線接點 1362">
            <a:extLst>
              <a:ext uri="{FF2B5EF4-FFF2-40B4-BE49-F238E27FC236}">
                <a16:creationId xmlns:a16="http://schemas.microsoft.com/office/drawing/2014/main" id="{17D36739-B190-E91C-B49E-500D4433B8BC}"/>
              </a:ext>
            </a:extLst>
          </p:cNvPr>
          <p:cNvCxnSpPr/>
          <p:nvPr/>
        </p:nvCxnSpPr>
        <p:spPr>
          <a:xfrm rot="5400000" flipH="1">
            <a:off x="2900157" y="10614226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文字方塊 1364">
            <a:extLst>
              <a:ext uri="{FF2B5EF4-FFF2-40B4-BE49-F238E27FC236}">
                <a16:creationId xmlns:a16="http://schemas.microsoft.com/office/drawing/2014/main" id="{178E2B6B-244E-379D-EFA2-4A0C47765BEB}"/>
              </a:ext>
            </a:extLst>
          </p:cNvPr>
          <p:cNvSpPr txBox="1"/>
          <p:nvPr/>
        </p:nvSpPr>
        <p:spPr>
          <a:xfrm>
            <a:off x="2123278" y="10185929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66" name="橢圓 1365">
            <a:extLst>
              <a:ext uri="{FF2B5EF4-FFF2-40B4-BE49-F238E27FC236}">
                <a16:creationId xmlns:a16="http://schemas.microsoft.com/office/drawing/2014/main" id="{6992D650-3D22-A6F6-69D9-B3F0843892A4}"/>
              </a:ext>
            </a:extLst>
          </p:cNvPr>
          <p:cNvSpPr/>
          <p:nvPr/>
        </p:nvSpPr>
        <p:spPr>
          <a:xfrm rot="5400000">
            <a:off x="2242447" y="11457238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7" name="直線接點 1366">
            <a:extLst>
              <a:ext uri="{FF2B5EF4-FFF2-40B4-BE49-F238E27FC236}">
                <a16:creationId xmlns:a16="http://schemas.microsoft.com/office/drawing/2014/main" id="{62718906-E176-96D9-FA07-AC78704A9E3F}"/>
              </a:ext>
            </a:extLst>
          </p:cNvPr>
          <p:cNvCxnSpPr>
            <a:cxnSpLocks/>
          </p:cNvCxnSpPr>
          <p:nvPr/>
        </p:nvCxnSpPr>
        <p:spPr>
          <a:xfrm rot="5400000">
            <a:off x="3040719" y="11043478"/>
            <a:ext cx="2287" cy="9034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8" name="橢圓 1367">
            <a:extLst>
              <a:ext uri="{FF2B5EF4-FFF2-40B4-BE49-F238E27FC236}">
                <a16:creationId xmlns:a16="http://schemas.microsoft.com/office/drawing/2014/main" id="{7A0EE94E-988F-9A6C-3064-4D832D0459C4}"/>
              </a:ext>
            </a:extLst>
          </p:cNvPr>
          <p:cNvSpPr/>
          <p:nvPr/>
        </p:nvSpPr>
        <p:spPr>
          <a:xfrm rot="5134159">
            <a:off x="2482601" y="11453382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69" name="直線接點 1368">
            <a:extLst>
              <a:ext uri="{FF2B5EF4-FFF2-40B4-BE49-F238E27FC236}">
                <a16:creationId xmlns:a16="http://schemas.microsoft.com/office/drawing/2014/main" id="{C301BDBA-3619-9D05-5CAF-F8AA10EF2488}"/>
              </a:ext>
            </a:extLst>
          </p:cNvPr>
          <p:cNvCxnSpPr>
            <a:cxnSpLocks/>
          </p:cNvCxnSpPr>
          <p:nvPr/>
        </p:nvCxnSpPr>
        <p:spPr>
          <a:xfrm rot="5400000">
            <a:off x="1873582" y="11128175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0" name="弧形 1369">
            <a:extLst>
              <a:ext uri="{FF2B5EF4-FFF2-40B4-BE49-F238E27FC236}">
                <a16:creationId xmlns:a16="http://schemas.microsoft.com/office/drawing/2014/main" id="{5DD3EBB2-3EC1-F5EA-E30D-A12C566366E7}"/>
              </a:ext>
            </a:extLst>
          </p:cNvPr>
          <p:cNvSpPr/>
          <p:nvPr/>
        </p:nvSpPr>
        <p:spPr>
          <a:xfrm rot="16200000">
            <a:off x="2290109" y="11359516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1" name="直線接點 1370">
            <a:extLst>
              <a:ext uri="{FF2B5EF4-FFF2-40B4-BE49-F238E27FC236}">
                <a16:creationId xmlns:a16="http://schemas.microsoft.com/office/drawing/2014/main" id="{EA21EF18-D529-CA82-C52E-B2325B412969}"/>
              </a:ext>
            </a:extLst>
          </p:cNvPr>
          <p:cNvCxnSpPr/>
          <p:nvPr/>
        </p:nvCxnSpPr>
        <p:spPr>
          <a:xfrm rot="5400000" flipH="1">
            <a:off x="3021896" y="11386665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直線接點 1371">
            <a:extLst>
              <a:ext uri="{FF2B5EF4-FFF2-40B4-BE49-F238E27FC236}">
                <a16:creationId xmlns:a16="http://schemas.microsoft.com/office/drawing/2014/main" id="{16BE0D72-6F00-65F0-8B33-8D4742B3C8D6}"/>
              </a:ext>
            </a:extLst>
          </p:cNvPr>
          <p:cNvCxnSpPr/>
          <p:nvPr/>
        </p:nvCxnSpPr>
        <p:spPr>
          <a:xfrm rot="5400000" flipH="1">
            <a:off x="2909571" y="11386664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5" name="橢圓 1374">
            <a:extLst>
              <a:ext uri="{FF2B5EF4-FFF2-40B4-BE49-F238E27FC236}">
                <a16:creationId xmlns:a16="http://schemas.microsoft.com/office/drawing/2014/main" id="{2EA80360-1495-169E-8EFF-8DC48D36FB91}"/>
              </a:ext>
            </a:extLst>
          </p:cNvPr>
          <p:cNvSpPr/>
          <p:nvPr/>
        </p:nvSpPr>
        <p:spPr>
          <a:xfrm rot="5400000">
            <a:off x="4193028" y="2986006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EEF02884-68F3-6056-80BA-7E03DEC60F75}"/>
              </a:ext>
            </a:extLst>
          </p:cNvPr>
          <p:cNvSpPr/>
          <p:nvPr/>
        </p:nvSpPr>
        <p:spPr>
          <a:xfrm rot="5134159">
            <a:off x="4433183" y="2991331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BEF15ABB-A3E0-26BB-999E-312DB0FEADD2}"/>
              </a:ext>
            </a:extLst>
          </p:cNvPr>
          <p:cNvCxnSpPr>
            <a:cxnSpLocks/>
          </p:cNvCxnSpPr>
          <p:nvPr/>
        </p:nvCxnSpPr>
        <p:spPr>
          <a:xfrm rot="5400000">
            <a:off x="3824163" y="2656942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4E22107D-83F0-C1AE-05AD-5FE163CDC494}"/>
              </a:ext>
            </a:extLst>
          </p:cNvPr>
          <p:cNvSpPr/>
          <p:nvPr/>
        </p:nvSpPr>
        <p:spPr>
          <a:xfrm rot="16200000">
            <a:off x="4195626" y="2865415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8D5F237D-ADE4-FC27-5749-35D06C96FE00}"/>
              </a:ext>
            </a:extLst>
          </p:cNvPr>
          <p:cNvCxnSpPr/>
          <p:nvPr/>
        </p:nvCxnSpPr>
        <p:spPr>
          <a:xfrm rot="5400000" flipH="1">
            <a:off x="3822061" y="2933798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A3A37B02-CB1C-A6BB-4A68-F8BD86E5C40A}"/>
              </a:ext>
            </a:extLst>
          </p:cNvPr>
          <p:cNvCxnSpPr/>
          <p:nvPr/>
        </p:nvCxnSpPr>
        <p:spPr>
          <a:xfrm rot="5400000" flipH="1">
            <a:off x="3709736" y="2933796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C643F774-209B-2112-12E2-DA9357DEC78C}"/>
              </a:ext>
            </a:extLst>
          </p:cNvPr>
          <p:cNvSpPr/>
          <p:nvPr/>
        </p:nvSpPr>
        <p:spPr>
          <a:xfrm rot="5400000">
            <a:off x="4193028" y="3747256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E007B1E8-075F-687E-EDFB-0FF384D7DE64}"/>
              </a:ext>
            </a:extLst>
          </p:cNvPr>
          <p:cNvCxnSpPr>
            <a:cxnSpLocks/>
            <a:stCxn id="1524" idx="1"/>
          </p:cNvCxnSpPr>
          <p:nvPr/>
        </p:nvCxnSpPr>
        <p:spPr>
          <a:xfrm flipH="1" flipV="1">
            <a:off x="4465899" y="3797100"/>
            <a:ext cx="879070" cy="59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831C3AF3-649E-6645-F6B9-A046B520D29A}"/>
              </a:ext>
            </a:extLst>
          </p:cNvPr>
          <p:cNvSpPr/>
          <p:nvPr/>
        </p:nvSpPr>
        <p:spPr>
          <a:xfrm rot="5134159">
            <a:off x="4433183" y="3754113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14F249DB-DCBF-0339-A7F2-05C46BA36ED6}"/>
              </a:ext>
            </a:extLst>
          </p:cNvPr>
          <p:cNvCxnSpPr>
            <a:cxnSpLocks/>
          </p:cNvCxnSpPr>
          <p:nvPr/>
        </p:nvCxnSpPr>
        <p:spPr>
          <a:xfrm rot="5400000" flipH="1">
            <a:off x="3829992" y="3419680"/>
            <a:ext cx="6565" cy="7366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8D44C8BF-12AE-B46F-1C93-761C6370107E}"/>
              </a:ext>
            </a:extLst>
          </p:cNvPr>
          <p:cNvSpPr/>
          <p:nvPr/>
        </p:nvSpPr>
        <p:spPr>
          <a:xfrm rot="16200000">
            <a:off x="4235005" y="3637137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275AB0ED-81AB-D6F6-CC7E-F95B044E3093}"/>
              </a:ext>
            </a:extLst>
          </p:cNvPr>
          <p:cNvCxnSpPr/>
          <p:nvPr/>
        </p:nvCxnSpPr>
        <p:spPr>
          <a:xfrm rot="5400000" flipH="1">
            <a:off x="3822061" y="3696579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80613A1A-D612-4633-6279-B95D539F925E}"/>
              </a:ext>
            </a:extLst>
          </p:cNvPr>
          <p:cNvCxnSpPr/>
          <p:nvPr/>
        </p:nvCxnSpPr>
        <p:spPr>
          <a:xfrm rot="5400000" flipH="1">
            <a:off x="3709736" y="3696579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1FB65626-BFB8-3C9D-4C34-3936820B0B98}"/>
              </a:ext>
            </a:extLst>
          </p:cNvPr>
          <p:cNvSpPr txBox="1"/>
          <p:nvPr/>
        </p:nvSpPr>
        <p:spPr>
          <a:xfrm>
            <a:off x="4042446" y="2480732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93" name="橢圓 1392">
            <a:extLst>
              <a:ext uri="{FF2B5EF4-FFF2-40B4-BE49-F238E27FC236}">
                <a16:creationId xmlns:a16="http://schemas.microsoft.com/office/drawing/2014/main" id="{C24F69D2-12DA-0D64-B6C7-F7B308961F3E}"/>
              </a:ext>
            </a:extLst>
          </p:cNvPr>
          <p:cNvSpPr/>
          <p:nvPr/>
        </p:nvSpPr>
        <p:spPr>
          <a:xfrm rot="5400000">
            <a:off x="4197735" y="4468844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4" name="直線接點 1393">
            <a:extLst>
              <a:ext uri="{FF2B5EF4-FFF2-40B4-BE49-F238E27FC236}">
                <a16:creationId xmlns:a16="http://schemas.microsoft.com/office/drawing/2014/main" id="{C6F39052-F636-9B1E-09DF-E673DCFFBC1C}"/>
              </a:ext>
            </a:extLst>
          </p:cNvPr>
          <p:cNvCxnSpPr>
            <a:cxnSpLocks/>
          </p:cNvCxnSpPr>
          <p:nvPr/>
        </p:nvCxnSpPr>
        <p:spPr>
          <a:xfrm rot="5400000">
            <a:off x="4984598" y="4095471"/>
            <a:ext cx="10805" cy="8100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5" name="橢圓 1394">
            <a:extLst>
              <a:ext uri="{FF2B5EF4-FFF2-40B4-BE49-F238E27FC236}">
                <a16:creationId xmlns:a16="http://schemas.microsoft.com/office/drawing/2014/main" id="{5F5313DA-6160-DD16-4572-EF2EA96DCE67}"/>
              </a:ext>
            </a:extLst>
          </p:cNvPr>
          <p:cNvSpPr/>
          <p:nvPr/>
        </p:nvSpPr>
        <p:spPr>
          <a:xfrm rot="5134159">
            <a:off x="4437889" y="4455804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6" name="直線接點 1395">
            <a:extLst>
              <a:ext uri="{FF2B5EF4-FFF2-40B4-BE49-F238E27FC236}">
                <a16:creationId xmlns:a16="http://schemas.microsoft.com/office/drawing/2014/main" id="{3DC4B86B-4452-C8B9-DC47-5EAF8F542E46}"/>
              </a:ext>
            </a:extLst>
          </p:cNvPr>
          <p:cNvCxnSpPr>
            <a:cxnSpLocks/>
          </p:cNvCxnSpPr>
          <p:nvPr/>
        </p:nvCxnSpPr>
        <p:spPr>
          <a:xfrm rot="5400000">
            <a:off x="3828869" y="4139779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7" name="弧形 1396">
            <a:extLst>
              <a:ext uri="{FF2B5EF4-FFF2-40B4-BE49-F238E27FC236}">
                <a16:creationId xmlns:a16="http://schemas.microsoft.com/office/drawing/2014/main" id="{9D7EDCDF-A56F-F38E-936A-BB62934EB9BA}"/>
              </a:ext>
            </a:extLst>
          </p:cNvPr>
          <p:cNvSpPr/>
          <p:nvPr/>
        </p:nvSpPr>
        <p:spPr>
          <a:xfrm rot="16200000">
            <a:off x="4231130" y="4351459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8" name="直線接點 1397">
            <a:extLst>
              <a:ext uri="{FF2B5EF4-FFF2-40B4-BE49-F238E27FC236}">
                <a16:creationId xmlns:a16="http://schemas.microsoft.com/office/drawing/2014/main" id="{9E2FE155-32BE-C8C4-05C2-5E205DD65E27}"/>
              </a:ext>
            </a:extLst>
          </p:cNvPr>
          <p:cNvCxnSpPr/>
          <p:nvPr/>
        </p:nvCxnSpPr>
        <p:spPr>
          <a:xfrm rot="5400000" flipH="1">
            <a:off x="3826768" y="4398269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直線接點 1398">
            <a:extLst>
              <a:ext uri="{FF2B5EF4-FFF2-40B4-BE49-F238E27FC236}">
                <a16:creationId xmlns:a16="http://schemas.microsoft.com/office/drawing/2014/main" id="{36C78DE3-9E0B-8909-B00C-343C0A4ACAC3}"/>
              </a:ext>
            </a:extLst>
          </p:cNvPr>
          <p:cNvCxnSpPr/>
          <p:nvPr/>
        </p:nvCxnSpPr>
        <p:spPr>
          <a:xfrm rot="5400000" flipH="1">
            <a:off x="3714443" y="4398269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637035D9-11D2-36DA-C64F-05EF29B7BE38}"/>
              </a:ext>
            </a:extLst>
          </p:cNvPr>
          <p:cNvSpPr txBox="1"/>
          <p:nvPr/>
        </p:nvSpPr>
        <p:spPr>
          <a:xfrm>
            <a:off x="4077486" y="3280987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2" name="橢圓 1401">
            <a:extLst>
              <a:ext uri="{FF2B5EF4-FFF2-40B4-BE49-F238E27FC236}">
                <a16:creationId xmlns:a16="http://schemas.microsoft.com/office/drawing/2014/main" id="{0465764E-25B6-35CC-D162-EF0060178C94}"/>
              </a:ext>
            </a:extLst>
          </p:cNvPr>
          <p:cNvSpPr/>
          <p:nvPr/>
        </p:nvSpPr>
        <p:spPr>
          <a:xfrm rot="5400000">
            <a:off x="4207148" y="5179430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3" name="直線接點 1402">
            <a:extLst>
              <a:ext uri="{FF2B5EF4-FFF2-40B4-BE49-F238E27FC236}">
                <a16:creationId xmlns:a16="http://schemas.microsoft.com/office/drawing/2014/main" id="{F1C2F9C1-8E01-862F-1C69-CC7ED2234CE2}"/>
              </a:ext>
            </a:extLst>
          </p:cNvPr>
          <p:cNvCxnSpPr>
            <a:cxnSpLocks/>
          </p:cNvCxnSpPr>
          <p:nvPr/>
        </p:nvCxnSpPr>
        <p:spPr>
          <a:xfrm rot="5400000">
            <a:off x="4968108" y="4794764"/>
            <a:ext cx="1834" cy="8284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" name="橢圓 1403">
            <a:extLst>
              <a:ext uri="{FF2B5EF4-FFF2-40B4-BE49-F238E27FC236}">
                <a16:creationId xmlns:a16="http://schemas.microsoft.com/office/drawing/2014/main" id="{9A540CB0-F572-8B10-4FBE-0787A11FEBBB}"/>
              </a:ext>
            </a:extLst>
          </p:cNvPr>
          <p:cNvSpPr/>
          <p:nvPr/>
        </p:nvSpPr>
        <p:spPr>
          <a:xfrm rot="5134159">
            <a:off x="4447302" y="5166900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5" name="直線接點 1404">
            <a:extLst>
              <a:ext uri="{FF2B5EF4-FFF2-40B4-BE49-F238E27FC236}">
                <a16:creationId xmlns:a16="http://schemas.microsoft.com/office/drawing/2014/main" id="{B4E8D433-CACD-CC1A-BAD9-E0FB24539563}"/>
              </a:ext>
            </a:extLst>
          </p:cNvPr>
          <p:cNvCxnSpPr>
            <a:cxnSpLocks/>
          </p:cNvCxnSpPr>
          <p:nvPr/>
        </p:nvCxnSpPr>
        <p:spPr>
          <a:xfrm rot="5400000">
            <a:off x="3838282" y="4850366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6" name="弧形 1405">
            <a:extLst>
              <a:ext uri="{FF2B5EF4-FFF2-40B4-BE49-F238E27FC236}">
                <a16:creationId xmlns:a16="http://schemas.microsoft.com/office/drawing/2014/main" id="{6F369E0F-4F81-C752-F083-211AA6AAE647}"/>
              </a:ext>
            </a:extLst>
          </p:cNvPr>
          <p:cNvSpPr/>
          <p:nvPr/>
        </p:nvSpPr>
        <p:spPr>
          <a:xfrm rot="16200000">
            <a:off x="4231130" y="5083490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7" name="直線接點 1406">
            <a:extLst>
              <a:ext uri="{FF2B5EF4-FFF2-40B4-BE49-F238E27FC236}">
                <a16:creationId xmlns:a16="http://schemas.microsoft.com/office/drawing/2014/main" id="{BF8C2843-F51C-D472-DF1A-6084545F3486}"/>
              </a:ext>
            </a:extLst>
          </p:cNvPr>
          <p:cNvCxnSpPr/>
          <p:nvPr/>
        </p:nvCxnSpPr>
        <p:spPr>
          <a:xfrm rot="5400000" flipH="1">
            <a:off x="3836181" y="5109368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8" name="直線接點 1407">
            <a:extLst>
              <a:ext uri="{FF2B5EF4-FFF2-40B4-BE49-F238E27FC236}">
                <a16:creationId xmlns:a16="http://schemas.microsoft.com/office/drawing/2014/main" id="{76719726-ED63-F902-6700-F82A22F61CE4}"/>
              </a:ext>
            </a:extLst>
          </p:cNvPr>
          <p:cNvCxnSpPr/>
          <p:nvPr/>
        </p:nvCxnSpPr>
        <p:spPr>
          <a:xfrm rot="5400000" flipH="1">
            <a:off x="3723856" y="5109367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0" name="橢圓 1409">
            <a:extLst>
              <a:ext uri="{FF2B5EF4-FFF2-40B4-BE49-F238E27FC236}">
                <a16:creationId xmlns:a16="http://schemas.microsoft.com/office/drawing/2014/main" id="{2AE91806-1C3E-92C8-FB11-09555F081D01}"/>
              </a:ext>
            </a:extLst>
          </p:cNvPr>
          <p:cNvSpPr/>
          <p:nvPr/>
        </p:nvSpPr>
        <p:spPr>
          <a:xfrm rot="5400000">
            <a:off x="4209646" y="5925596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1" name="直線接點 1410">
            <a:extLst>
              <a:ext uri="{FF2B5EF4-FFF2-40B4-BE49-F238E27FC236}">
                <a16:creationId xmlns:a16="http://schemas.microsoft.com/office/drawing/2014/main" id="{EADDB43C-9DC3-E116-4C6C-A13EB51381C7}"/>
              </a:ext>
            </a:extLst>
          </p:cNvPr>
          <p:cNvCxnSpPr>
            <a:cxnSpLocks/>
          </p:cNvCxnSpPr>
          <p:nvPr/>
        </p:nvCxnSpPr>
        <p:spPr>
          <a:xfrm rot="5400000">
            <a:off x="4961514" y="5533824"/>
            <a:ext cx="1833" cy="8416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2" name="橢圓 1411">
            <a:extLst>
              <a:ext uri="{FF2B5EF4-FFF2-40B4-BE49-F238E27FC236}">
                <a16:creationId xmlns:a16="http://schemas.microsoft.com/office/drawing/2014/main" id="{C64827C8-F6FF-2442-A480-8D96889AC0FA}"/>
              </a:ext>
            </a:extLst>
          </p:cNvPr>
          <p:cNvSpPr/>
          <p:nvPr/>
        </p:nvSpPr>
        <p:spPr>
          <a:xfrm rot="5134159">
            <a:off x="4449799" y="5912557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3" name="直線接點 1412">
            <a:extLst>
              <a:ext uri="{FF2B5EF4-FFF2-40B4-BE49-F238E27FC236}">
                <a16:creationId xmlns:a16="http://schemas.microsoft.com/office/drawing/2014/main" id="{4E238409-2EAC-D25F-FFED-D688A459A808}"/>
              </a:ext>
            </a:extLst>
          </p:cNvPr>
          <p:cNvCxnSpPr>
            <a:cxnSpLocks/>
          </p:cNvCxnSpPr>
          <p:nvPr/>
        </p:nvCxnSpPr>
        <p:spPr>
          <a:xfrm rot="5400000">
            <a:off x="3840779" y="5583525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4" name="弧形 1413">
            <a:extLst>
              <a:ext uri="{FF2B5EF4-FFF2-40B4-BE49-F238E27FC236}">
                <a16:creationId xmlns:a16="http://schemas.microsoft.com/office/drawing/2014/main" id="{9DC1E4B1-DCB1-16AC-FF91-26BBC1242C1D}"/>
              </a:ext>
            </a:extLst>
          </p:cNvPr>
          <p:cNvSpPr/>
          <p:nvPr/>
        </p:nvSpPr>
        <p:spPr>
          <a:xfrm rot="16200000">
            <a:off x="4245612" y="5815866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15" name="直線接點 1414">
            <a:extLst>
              <a:ext uri="{FF2B5EF4-FFF2-40B4-BE49-F238E27FC236}">
                <a16:creationId xmlns:a16="http://schemas.microsoft.com/office/drawing/2014/main" id="{7265584B-BC3C-18F3-B05F-92983C19C149}"/>
              </a:ext>
            </a:extLst>
          </p:cNvPr>
          <p:cNvCxnSpPr/>
          <p:nvPr/>
        </p:nvCxnSpPr>
        <p:spPr>
          <a:xfrm rot="5400000" flipH="1">
            <a:off x="3838678" y="5855024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6" name="直線接點 1415">
            <a:extLst>
              <a:ext uri="{FF2B5EF4-FFF2-40B4-BE49-F238E27FC236}">
                <a16:creationId xmlns:a16="http://schemas.microsoft.com/office/drawing/2014/main" id="{21756143-618B-4292-C33C-E259A56BBB39}"/>
              </a:ext>
            </a:extLst>
          </p:cNvPr>
          <p:cNvCxnSpPr/>
          <p:nvPr/>
        </p:nvCxnSpPr>
        <p:spPr>
          <a:xfrm rot="5400000" flipH="1">
            <a:off x="3726353" y="5855022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8" name="文字方塊 1417">
            <a:extLst>
              <a:ext uri="{FF2B5EF4-FFF2-40B4-BE49-F238E27FC236}">
                <a16:creationId xmlns:a16="http://schemas.microsoft.com/office/drawing/2014/main" id="{CBF8FCED-15D3-BFA4-7AD0-DAE9E6974BBB}"/>
              </a:ext>
            </a:extLst>
          </p:cNvPr>
          <p:cNvSpPr txBox="1"/>
          <p:nvPr/>
        </p:nvSpPr>
        <p:spPr>
          <a:xfrm>
            <a:off x="4077486" y="4712706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 20 A </a:t>
            </a:r>
            <a:endParaRPr lang="zh-TW" altLang="en-US" sz="1801" dirty="0"/>
          </a:p>
        </p:txBody>
      </p:sp>
      <p:sp>
        <p:nvSpPr>
          <p:cNvPr id="1419" name="橢圓 1418">
            <a:extLst>
              <a:ext uri="{FF2B5EF4-FFF2-40B4-BE49-F238E27FC236}">
                <a16:creationId xmlns:a16="http://schemas.microsoft.com/office/drawing/2014/main" id="{A8ED7452-AA69-3F93-B9C0-F31C37BA5B08}"/>
              </a:ext>
            </a:extLst>
          </p:cNvPr>
          <p:cNvSpPr/>
          <p:nvPr/>
        </p:nvSpPr>
        <p:spPr>
          <a:xfrm rot="5400000">
            <a:off x="4209646" y="6662735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1" name="橢圓 1420">
            <a:extLst>
              <a:ext uri="{FF2B5EF4-FFF2-40B4-BE49-F238E27FC236}">
                <a16:creationId xmlns:a16="http://schemas.microsoft.com/office/drawing/2014/main" id="{678C50BE-2DCE-F555-7582-D71288BC3ACE}"/>
              </a:ext>
            </a:extLst>
          </p:cNvPr>
          <p:cNvSpPr/>
          <p:nvPr/>
        </p:nvSpPr>
        <p:spPr>
          <a:xfrm rot="5134159">
            <a:off x="4449799" y="6658878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22" name="直線接點 1421">
            <a:extLst>
              <a:ext uri="{FF2B5EF4-FFF2-40B4-BE49-F238E27FC236}">
                <a16:creationId xmlns:a16="http://schemas.microsoft.com/office/drawing/2014/main" id="{A74415C6-A030-D565-C6D1-C5BFBD386CBD}"/>
              </a:ext>
            </a:extLst>
          </p:cNvPr>
          <p:cNvCxnSpPr>
            <a:cxnSpLocks/>
          </p:cNvCxnSpPr>
          <p:nvPr/>
        </p:nvCxnSpPr>
        <p:spPr>
          <a:xfrm rot="5400000">
            <a:off x="3840779" y="6333671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3" name="弧形 1422">
            <a:extLst>
              <a:ext uri="{FF2B5EF4-FFF2-40B4-BE49-F238E27FC236}">
                <a16:creationId xmlns:a16="http://schemas.microsoft.com/office/drawing/2014/main" id="{9C724473-A476-B07D-27EA-E50E0AC553EE}"/>
              </a:ext>
            </a:extLst>
          </p:cNvPr>
          <p:cNvSpPr/>
          <p:nvPr/>
        </p:nvSpPr>
        <p:spPr>
          <a:xfrm rot="16200000">
            <a:off x="4231130" y="6544134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 dirty="0"/>
          </a:p>
        </p:txBody>
      </p:sp>
      <p:cxnSp>
        <p:nvCxnSpPr>
          <p:cNvPr id="1424" name="直線接點 1423">
            <a:extLst>
              <a:ext uri="{FF2B5EF4-FFF2-40B4-BE49-F238E27FC236}">
                <a16:creationId xmlns:a16="http://schemas.microsoft.com/office/drawing/2014/main" id="{FAE3BDF6-87DC-68FF-D519-83BFC49756BD}"/>
              </a:ext>
            </a:extLst>
          </p:cNvPr>
          <p:cNvCxnSpPr/>
          <p:nvPr/>
        </p:nvCxnSpPr>
        <p:spPr>
          <a:xfrm rot="5400000" flipH="1">
            <a:off x="3838678" y="6601345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直線接點 1424">
            <a:extLst>
              <a:ext uri="{FF2B5EF4-FFF2-40B4-BE49-F238E27FC236}">
                <a16:creationId xmlns:a16="http://schemas.microsoft.com/office/drawing/2014/main" id="{A10034BD-77A0-8C8B-3E50-8A0F589B00B5}"/>
              </a:ext>
            </a:extLst>
          </p:cNvPr>
          <p:cNvCxnSpPr/>
          <p:nvPr/>
        </p:nvCxnSpPr>
        <p:spPr>
          <a:xfrm rot="5400000" flipH="1">
            <a:off x="3726353" y="6601344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7" name="文字方塊 1426">
            <a:extLst>
              <a:ext uri="{FF2B5EF4-FFF2-40B4-BE49-F238E27FC236}">
                <a16:creationId xmlns:a16="http://schemas.microsoft.com/office/drawing/2014/main" id="{5E116D37-1004-6628-AB7A-DBC26D0823CD}"/>
              </a:ext>
            </a:extLst>
          </p:cNvPr>
          <p:cNvSpPr txBox="1"/>
          <p:nvPr/>
        </p:nvSpPr>
        <p:spPr>
          <a:xfrm>
            <a:off x="4126776" y="5436175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 A</a:t>
            </a:r>
            <a:endParaRPr lang="zh-TW" altLang="en-US" sz="1801" dirty="0"/>
          </a:p>
        </p:txBody>
      </p:sp>
      <p:sp>
        <p:nvSpPr>
          <p:cNvPr id="1428" name="橢圓 1427">
            <a:extLst>
              <a:ext uri="{FF2B5EF4-FFF2-40B4-BE49-F238E27FC236}">
                <a16:creationId xmlns:a16="http://schemas.microsoft.com/office/drawing/2014/main" id="{5A6708AE-A320-3FF2-B343-86F78F4A3129}"/>
              </a:ext>
            </a:extLst>
          </p:cNvPr>
          <p:cNvSpPr/>
          <p:nvPr/>
        </p:nvSpPr>
        <p:spPr>
          <a:xfrm rot="5400000">
            <a:off x="4214352" y="7448593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29" name="直線接點 1428">
            <a:extLst>
              <a:ext uri="{FF2B5EF4-FFF2-40B4-BE49-F238E27FC236}">
                <a16:creationId xmlns:a16="http://schemas.microsoft.com/office/drawing/2014/main" id="{D7AC7D7F-0193-E0C2-2C81-F69C23301147}"/>
              </a:ext>
            </a:extLst>
          </p:cNvPr>
          <p:cNvCxnSpPr>
            <a:cxnSpLocks/>
            <a:endCxn id="1430" idx="7"/>
          </p:cNvCxnSpPr>
          <p:nvPr/>
        </p:nvCxnSpPr>
        <p:spPr>
          <a:xfrm rot="5400000">
            <a:off x="4951954" y="7079976"/>
            <a:ext cx="14340" cy="8482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0" name="橢圓 1429">
            <a:extLst>
              <a:ext uri="{FF2B5EF4-FFF2-40B4-BE49-F238E27FC236}">
                <a16:creationId xmlns:a16="http://schemas.microsoft.com/office/drawing/2014/main" id="{83ADC83F-FAAB-05D0-3115-22932C44EB9C}"/>
              </a:ext>
            </a:extLst>
          </p:cNvPr>
          <p:cNvSpPr/>
          <p:nvPr/>
        </p:nvSpPr>
        <p:spPr>
          <a:xfrm rot="5134159">
            <a:off x="4454506" y="7435553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1" name="直線接點 1430">
            <a:extLst>
              <a:ext uri="{FF2B5EF4-FFF2-40B4-BE49-F238E27FC236}">
                <a16:creationId xmlns:a16="http://schemas.microsoft.com/office/drawing/2014/main" id="{EBE0CC3A-C27C-98A3-2D96-FB653410305E}"/>
              </a:ext>
            </a:extLst>
          </p:cNvPr>
          <p:cNvCxnSpPr>
            <a:cxnSpLocks/>
          </p:cNvCxnSpPr>
          <p:nvPr/>
        </p:nvCxnSpPr>
        <p:spPr>
          <a:xfrm rot="5400000">
            <a:off x="3845486" y="7110347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2" name="弧形 1431">
            <a:extLst>
              <a:ext uri="{FF2B5EF4-FFF2-40B4-BE49-F238E27FC236}">
                <a16:creationId xmlns:a16="http://schemas.microsoft.com/office/drawing/2014/main" id="{A30AE8BA-6366-59F8-062E-CA5B3C440115}"/>
              </a:ext>
            </a:extLst>
          </p:cNvPr>
          <p:cNvSpPr/>
          <p:nvPr/>
        </p:nvSpPr>
        <p:spPr>
          <a:xfrm rot="16200000">
            <a:off x="4256330" y="7317747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3" name="直線接點 1432">
            <a:extLst>
              <a:ext uri="{FF2B5EF4-FFF2-40B4-BE49-F238E27FC236}">
                <a16:creationId xmlns:a16="http://schemas.microsoft.com/office/drawing/2014/main" id="{DF59D64E-C5D3-3ECF-3B93-B0F2FA530AAB}"/>
              </a:ext>
            </a:extLst>
          </p:cNvPr>
          <p:cNvCxnSpPr/>
          <p:nvPr/>
        </p:nvCxnSpPr>
        <p:spPr>
          <a:xfrm rot="5400000" flipH="1">
            <a:off x="3843385" y="7378020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直線接點 1433">
            <a:extLst>
              <a:ext uri="{FF2B5EF4-FFF2-40B4-BE49-F238E27FC236}">
                <a16:creationId xmlns:a16="http://schemas.microsoft.com/office/drawing/2014/main" id="{E4820683-AE2D-873D-CB26-74B72FBE2508}"/>
              </a:ext>
            </a:extLst>
          </p:cNvPr>
          <p:cNvCxnSpPr/>
          <p:nvPr/>
        </p:nvCxnSpPr>
        <p:spPr>
          <a:xfrm rot="5400000" flipH="1">
            <a:off x="3731061" y="7378019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" name="文字方塊 1435">
            <a:extLst>
              <a:ext uri="{FF2B5EF4-FFF2-40B4-BE49-F238E27FC236}">
                <a16:creationId xmlns:a16="http://schemas.microsoft.com/office/drawing/2014/main" id="{D1D26B6B-9BCB-24A5-F323-775C7CC2F549}"/>
              </a:ext>
            </a:extLst>
          </p:cNvPr>
          <p:cNvSpPr txBox="1"/>
          <p:nvPr/>
        </p:nvSpPr>
        <p:spPr>
          <a:xfrm>
            <a:off x="4111644" y="6169938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37" name="橢圓 1436">
            <a:extLst>
              <a:ext uri="{FF2B5EF4-FFF2-40B4-BE49-F238E27FC236}">
                <a16:creationId xmlns:a16="http://schemas.microsoft.com/office/drawing/2014/main" id="{1A90A8ED-B4E5-FC9D-667C-FDECC7326E24}"/>
              </a:ext>
            </a:extLst>
          </p:cNvPr>
          <p:cNvSpPr/>
          <p:nvPr/>
        </p:nvSpPr>
        <p:spPr>
          <a:xfrm rot="5400000">
            <a:off x="4223765" y="8264553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38" name="直線接點 1437">
            <a:extLst>
              <a:ext uri="{FF2B5EF4-FFF2-40B4-BE49-F238E27FC236}">
                <a16:creationId xmlns:a16="http://schemas.microsoft.com/office/drawing/2014/main" id="{7E8D742F-F6BD-82D7-B66A-B0315AEF7B26}"/>
              </a:ext>
            </a:extLst>
          </p:cNvPr>
          <p:cNvCxnSpPr>
            <a:cxnSpLocks/>
          </p:cNvCxnSpPr>
          <p:nvPr/>
        </p:nvCxnSpPr>
        <p:spPr>
          <a:xfrm rot="5400000">
            <a:off x="4961000" y="7874951"/>
            <a:ext cx="0" cy="8571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" name="橢圓 1438">
            <a:extLst>
              <a:ext uri="{FF2B5EF4-FFF2-40B4-BE49-F238E27FC236}">
                <a16:creationId xmlns:a16="http://schemas.microsoft.com/office/drawing/2014/main" id="{CDB2ADF0-09CB-CCAA-C742-96935A85C79F}"/>
              </a:ext>
            </a:extLst>
          </p:cNvPr>
          <p:cNvSpPr/>
          <p:nvPr/>
        </p:nvSpPr>
        <p:spPr>
          <a:xfrm rot="5134159">
            <a:off x="4463919" y="8260696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0" name="直線接點 1439">
            <a:extLst>
              <a:ext uri="{FF2B5EF4-FFF2-40B4-BE49-F238E27FC236}">
                <a16:creationId xmlns:a16="http://schemas.microsoft.com/office/drawing/2014/main" id="{732A82BD-C0F9-7C6E-C637-A9612A01DA3F}"/>
              </a:ext>
            </a:extLst>
          </p:cNvPr>
          <p:cNvCxnSpPr>
            <a:cxnSpLocks/>
          </p:cNvCxnSpPr>
          <p:nvPr/>
        </p:nvCxnSpPr>
        <p:spPr>
          <a:xfrm rot="5400000">
            <a:off x="3854900" y="7935489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1" name="弧形 1440">
            <a:extLst>
              <a:ext uri="{FF2B5EF4-FFF2-40B4-BE49-F238E27FC236}">
                <a16:creationId xmlns:a16="http://schemas.microsoft.com/office/drawing/2014/main" id="{0F3724D2-76B8-F06D-9B2B-02ED90E54C87}"/>
              </a:ext>
            </a:extLst>
          </p:cNvPr>
          <p:cNvSpPr/>
          <p:nvPr/>
        </p:nvSpPr>
        <p:spPr>
          <a:xfrm rot="16200000">
            <a:off x="4265743" y="8133706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2" name="直線接點 1441">
            <a:extLst>
              <a:ext uri="{FF2B5EF4-FFF2-40B4-BE49-F238E27FC236}">
                <a16:creationId xmlns:a16="http://schemas.microsoft.com/office/drawing/2014/main" id="{F034F9DE-6CC2-F194-9B9A-5632D9A99DFB}"/>
              </a:ext>
            </a:extLst>
          </p:cNvPr>
          <p:cNvCxnSpPr/>
          <p:nvPr/>
        </p:nvCxnSpPr>
        <p:spPr>
          <a:xfrm rot="5400000" flipH="1">
            <a:off x="3852800" y="8203163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3" name="直線接點 1442">
            <a:extLst>
              <a:ext uri="{FF2B5EF4-FFF2-40B4-BE49-F238E27FC236}">
                <a16:creationId xmlns:a16="http://schemas.microsoft.com/office/drawing/2014/main" id="{37976B50-B4C1-9198-98AF-EE06E0FECAB1}"/>
              </a:ext>
            </a:extLst>
          </p:cNvPr>
          <p:cNvCxnSpPr/>
          <p:nvPr/>
        </p:nvCxnSpPr>
        <p:spPr>
          <a:xfrm rot="5400000" flipH="1">
            <a:off x="3740473" y="8203161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5" name="文字方塊 1444">
            <a:extLst>
              <a:ext uri="{FF2B5EF4-FFF2-40B4-BE49-F238E27FC236}">
                <a16:creationId xmlns:a16="http://schemas.microsoft.com/office/drawing/2014/main" id="{82970460-88BF-4353-FBDA-34B3F9E6DBC5}"/>
              </a:ext>
            </a:extLst>
          </p:cNvPr>
          <p:cNvSpPr txBox="1"/>
          <p:nvPr/>
        </p:nvSpPr>
        <p:spPr>
          <a:xfrm>
            <a:off x="4077486" y="3991655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46" name="文字方塊 1445">
            <a:extLst>
              <a:ext uri="{FF2B5EF4-FFF2-40B4-BE49-F238E27FC236}">
                <a16:creationId xmlns:a16="http://schemas.microsoft.com/office/drawing/2014/main" id="{CFABA060-9287-4450-1F3D-278FD10F13DC}"/>
              </a:ext>
            </a:extLst>
          </p:cNvPr>
          <p:cNvSpPr txBox="1"/>
          <p:nvPr/>
        </p:nvSpPr>
        <p:spPr>
          <a:xfrm>
            <a:off x="4109523" y="6971276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 A</a:t>
            </a:r>
            <a:endParaRPr lang="zh-TW" altLang="en-US" sz="1801" dirty="0"/>
          </a:p>
        </p:txBody>
      </p:sp>
      <p:sp>
        <p:nvSpPr>
          <p:cNvPr id="1447" name="橢圓 1446">
            <a:extLst>
              <a:ext uri="{FF2B5EF4-FFF2-40B4-BE49-F238E27FC236}">
                <a16:creationId xmlns:a16="http://schemas.microsoft.com/office/drawing/2014/main" id="{1914EA7C-7D6A-EAD2-F86B-2B3C94187AD2}"/>
              </a:ext>
            </a:extLst>
          </p:cNvPr>
          <p:cNvSpPr/>
          <p:nvPr/>
        </p:nvSpPr>
        <p:spPr>
          <a:xfrm rot="5400000">
            <a:off x="4214352" y="9037735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8" name="直線接點 1447">
            <a:extLst>
              <a:ext uri="{FF2B5EF4-FFF2-40B4-BE49-F238E27FC236}">
                <a16:creationId xmlns:a16="http://schemas.microsoft.com/office/drawing/2014/main" id="{9DD04F43-07FB-4751-D9C0-55B477B91904}"/>
              </a:ext>
            </a:extLst>
          </p:cNvPr>
          <p:cNvCxnSpPr>
            <a:cxnSpLocks/>
          </p:cNvCxnSpPr>
          <p:nvPr/>
        </p:nvCxnSpPr>
        <p:spPr>
          <a:xfrm rot="5400000">
            <a:off x="4938616" y="8635655"/>
            <a:ext cx="0" cy="9413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9" name="橢圓 1448">
            <a:extLst>
              <a:ext uri="{FF2B5EF4-FFF2-40B4-BE49-F238E27FC236}">
                <a16:creationId xmlns:a16="http://schemas.microsoft.com/office/drawing/2014/main" id="{A4F4A27B-55D0-1FA6-BFBC-F2945FE9B775}"/>
              </a:ext>
            </a:extLst>
          </p:cNvPr>
          <p:cNvSpPr/>
          <p:nvPr/>
        </p:nvSpPr>
        <p:spPr>
          <a:xfrm rot="5134159">
            <a:off x="4454506" y="9043060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0" name="直線接點 1449">
            <a:extLst>
              <a:ext uri="{FF2B5EF4-FFF2-40B4-BE49-F238E27FC236}">
                <a16:creationId xmlns:a16="http://schemas.microsoft.com/office/drawing/2014/main" id="{A8EB8A50-CBF6-8F5C-38D5-77851ED18166}"/>
              </a:ext>
            </a:extLst>
          </p:cNvPr>
          <p:cNvCxnSpPr>
            <a:cxnSpLocks/>
          </p:cNvCxnSpPr>
          <p:nvPr/>
        </p:nvCxnSpPr>
        <p:spPr>
          <a:xfrm rot="5400000">
            <a:off x="3845486" y="8708671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1" name="弧形 1450">
            <a:extLst>
              <a:ext uri="{FF2B5EF4-FFF2-40B4-BE49-F238E27FC236}">
                <a16:creationId xmlns:a16="http://schemas.microsoft.com/office/drawing/2014/main" id="{3789A6FC-45EA-4A3B-E56A-99944A0B0244}"/>
              </a:ext>
            </a:extLst>
          </p:cNvPr>
          <p:cNvSpPr/>
          <p:nvPr/>
        </p:nvSpPr>
        <p:spPr>
          <a:xfrm rot="16200000">
            <a:off x="4256330" y="8906888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2" name="直線接點 1451">
            <a:extLst>
              <a:ext uri="{FF2B5EF4-FFF2-40B4-BE49-F238E27FC236}">
                <a16:creationId xmlns:a16="http://schemas.microsoft.com/office/drawing/2014/main" id="{834CA79E-88BA-685A-51C3-53575B8DB3F5}"/>
              </a:ext>
            </a:extLst>
          </p:cNvPr>
          <p:cNvCxnSpPr/>
          <p:nvPr/>
        </p:nvCxnSpPr>
        <p:spPr>
          <a:xfrm rot="5400000" flipH="1">
            <a:off x="3843385" y="8985527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直線接點 1452">
            <a:extLst>
              <a:ext uri="{FF2B5EF4-FFF2-40B4-BE49-F238E27FC236}">
                <a16:creationId xmlns:a16="http://schemas.microsoft.com/office/drawing/2014/main" id="{C8B1C4B6-854B-8DE3-0D44-FD8307C31156}"/>
              </a:ext>
            </a:extLst>
          </p:cNvPr>
          <p:cNvCxnSpPr/>
          <p:nvPr/>
        </p:nvCxnSpPr>
        <p:spPr>
          <a:xfrm rot="5400000" flipH="1">
            <a:off x="3731061" y="8985526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5" name="文字方塊 1454">
            <a:extLst>
              <a:ext uri="{FF2B5EF4-FFF2-40B4-BE49-F238E27FC236}">
                <a16:creationId xmlns:a16="http://schemas.microsoft.com/office/drawing/2014/main" id="{9DD3F1FB-95B0-EFF7-1242-7AD28498FB91}"/>
              </a:ext>
            </a:extLst>
          </p:cNvPr>
          <p:cNvSpPr txBox="1"/>
          <p:nvPr/>
        </p:nvSpPr>
        <p:spPr>
          <a:xfrm>
            <a:off x="4111644" y="7737838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56" name="橢圓 1455">
            <a:extLst>
              <a:ext uri="{FF2B5EF4-FFF2-40B4-BE49-F238E27FC236}">
                <a16:creationId xmlns:a16="http://schemas.microsoft.com/office/drawing/2014/main" id="{64E9600F-51D7-5A15-4860-2A181A71B64C}"/>
              </a:ext>
            </a:extLst>
          </p:cNvPr>
          <p:cNvSpPr/>
          <p:nvPr/>
        </p:nvSpPr>
        <p:spPr>
          <a:xfrm rot="5400000">
            <a:off x="4214352" y="9843947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7" name="直線接點 1456">
            <a:extLst>
              <a:ext uri="{FF2B5EF4-FFF2-40B4-BE49-F238E27FC236}">
                <a16:creationId xmlns:a16="http://schemas.microsoft.com/office/drawing/2014/main" id="{D29EC8A8-5BCE-1175-337C-48D4BE2DA41A}"/>
              </a:ext>
            </a:extLst>
          </p:cNvPr>
          <p:cNvCxnSpPr>
            <a:cxnSpLocks/>
          </p:cNvCxnSpPr>
          <p:nvPr/>
        </p:nvCxnSpPr>
        <p:spPr>
          <a:xfrm rot="5400000">
            <a:off x="4984536" y="9444871"/>
            <a:ext cx="0" cy="8764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8" name="橢圓 1457">
            <a:extLst>
              <a:ext uri="{FF2B5EF4-FFF2-40B4-BE49-F238E27FC236}">
                <a16:creationId xmlns:a16="http://schemas.microsoft.com/office/drawing/2014/main" id="{325E9CD0-7865-DAAE-1D68-C1A3B9985D3C}"/>
              </a:ext>
            </a:extLst>
          </p:cNvPr>
          <p:cNvSpPr/>
          <p:nvPr/>
        </p:nvSpPr>
        <p:spPr>
          <a:xfrm rot="5134159">
            <a:off x="4454506" y="9840089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59" name="直線接點 1458">
            <a:extLst>
              <a:ext uri="{FF2B5EF4-FFF2-40B4-BE49-F238E27FC236}">
                <a16:creationId xmlns:a16="http://schemas.microsoft.com/office/drawing/2014/main" id="{C4791721-9043-7101-E345-E1F520CCA563}"/>
              </a:ext>
            </a:extLst>
          </p:cNvPr>
          <p:cNvCxnSpPr>
            <a:cxnSpLocks/>
          </p:cNvCxnSpPr>
          <p:nvPr/>
        </p:nvCxnSpPr>
        <p:spPr>
          <a:xfrm rot="5400000">
            <a:off x="3845486" y="9514883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0" name="弧形 1459">
            <a:extLst>
              <a:ext uri="{FF2B5EF4-FFF2-40B4-BE49-F238E27FC236}">
                <a16:creationId xmlns:a16="http://schemas.microsoft.com/office/drawing/2014/main" id="{93339B8E-2F2A-AACF-808A-30DC020FF917}"/>
              </a:ext>
            </a:extLst>
          </p:cNvPr>
          <p:cNvSpPr/>
          <p:nvPr/>
        </p:nvSpPr>
        <p:spPr>
          <a:xfrm rot="16200000">
            <a:off x="4242604" y="9722282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1" name="直線接點 1460">
            <a:extLst>
              <a:ext uri="{FF2B5EF4-FFF2-40B4-BE49-F238E27FC236}">
                <a16:creationId xmlns:a16="http://schemas.microsoft.com/office/drawing/2014/main" id="{E783FEF2-C153-D36A-77BF-C812077CED96}"/>
              </a:ext>
            </a:extLst>
          </p:cNvPr>
          <p:cNvCxnSpPr/>
          <p:nvPr/>
        </p:nvCxnSpPr>
        <p:spPr>
          <a:xfrm rot="5400000" flipH="1">
            <a:off x="3843385" y="9782556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直線接點 1461">
            <a:extLst>
              <a:ext uri="{FF2B5EF4-FFF2-40B4-BE49-F238E27FC236}">
                <a16:creationId xmlns:a16="http://schemas.microsoft.com/office/drawing/2014/main" id="{8D0F41AB-B063-3B1C-481C-58DCB2AD0C98}"/>
              </a:ext>
            </a:extLst>
          </p:cNvPr>
          <p:cNvCxnSpPr/>
          <p:nvPr/>
        </p:nvCxnSpPr>
        <p:spPr>
          <a:xfrm rot="5400000" flipH="1">
            <a:off x="3731061" y="9782555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" name="文字方塊 1463">
            <a:extLst>
              <a:ext uri="{FF2B5EF4-FFF2-40B4-BE49-F238E27FC236}">
                <a16:creationId xmlns:a16="http://schemas.microsoft.com/office/drawing/2014/main" id="{DC28465C-B448-7924-5E9F-E464600253E9}"/>
              </a:ext>
            </a:extLst>
          </p:cNvPr>
          <p:cNvSpPr txBox="1"/>
          <p:nvPr/>
        </p:nvSpPr>
        <p:spPr>
          <a:xfrm>
            <a:off x="4077486" y="8536388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65" name="橢圓 1464">
            <a:extLst>
              <a:ext uri="{FF2B5EF4-FFF2-40B4-BE49-F238E27FC236}">
                <a16:creationId xmlns:a16="http://schemas.microsoft.com/office/drawing/2014/main" id="{26826E53-1445-4F96-7BE1-4FDF52BA5D3D}"/>
              </a:ext>
            </a:extLst>
          </p:cNvPr>
          <p:cNvSpPr/>
          <p:nvPr/>
        </p:nvSpPr>
        <p:spPr>
          <a:xfrm rot="5400000">
            <a:off x="4219058" y="10651048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6" name="直線接點 1465">
            <a:extLst>
              <a:ext uri="{FF2B5EF4-FFF2-40B4-BE49-F238E27FC236}">
                <a16:creationId xmlns:a16="http://schemas.microsoft.com/office/drawing/2014/main" id="{D5EC53E4-307B-87DD-5A3D-97F3083DC1E9}"/>
              </a:ext>
            </a:extLst>
          </p:cNvPr>
          <p:cNvCxnSpPr>
            <a:cxnSpLocks/>
          </p:cNvCxnSpPr>
          <p:nvPr/>
        </p:nvCxnSpPr>
        <p:spPr>
          <a:xfrm rot="5400000">
            <a:off x="4970317" y="10261715"/>
            <a:ext cx="0" cy="8385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7" name="橢圓 1466">
            <a:extLst>
              <a:ext uri="{FF2B5EF4-FFF2-40B4-BE49-F238E27FC236}">
                <a16:creationId xmlns:a16="http://schemas.microsoft.com/office/drawing/2014/main" id="{D25CC5F8-7A34-6220-A359-1B4C54B36AE8}"/>
              </a:ext>
            </a:extLst>
          </p:cNvPr>
          <p:cNvSpPr/>
          <p:nvPr/>
        </p:nvSpPr>
        <p:spPr>
          <a:xfrm rot="5134159">
            <a:off x="4459214" y="10638008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68" name="直線接點 1467">
            <a:extLst>
              <a:ext uri="{FF2B5EF4-FFF2-40B4-BE49-F238E27FC236}">
                <a16:creationId xmlns:a16="http://schemas.microsoft.com/office/drawing/2014/main" id="{30C531C2-C4EA-C1A8-9A4A-674C916FC997}"/>
              </a:ext>
            </a:extLst>
          </p:cNvPr>
          <p:cNvCxnSpPr>
            <a:cxnSpLocks/>
          </p:cNvCxnSpPr>
          <p:nvPr/>
        </p:nvCxnSpPr>
        <p:spPr>
          <a:xfrm rot="5400000">
            <a:off x="3850193" y="10321984"/>
            <a:ext cx="4343" cy="750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9" name="弧形 1468">
            <a:extLst>
              <a:ext uri="{FF2B5EF4-FFF2-40B4-BE49-F238E27FC236}">
                <a16:creationId xmlns:a16="http://schemas.microsoft.com/office/drawing/2014/main" id="{D3F5B99C-5AB6-13AC-57EC-BDC618A24146}"/>
              </a:ext>
            </a:extLst>
          </p:cNvPr>
          <p:cNvSpPr/>
          <p:nvPr/>
        </p:nvSpPr>
        <p:spPr>
          <a:xfrm rot="16200000">
            <a:off x="4245612" y="10558860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0" name="直線接點 1469">
            <a:extLst>
              <a:ext uri="{FF2B5EF4-FFF2-40B4-BE49-F238E27FC236}">
                <a16:creationId xmlns:a16="http://schemas.microsoft.com/office/drawing/2014/main" id="{5C845F6F-DAA8-D309-10CA-41A479BCAFA4}"/>
              </a:ext>
            </a:extLst>
          </p:cNvPr>
          <p:cNvCxnSpPr/>
          <p:nvPr/>
        </p:nvCxnSpPr>
        <p:spPr>
          <a:xfrm rot="5400000" flipH="1">
            <a:off x="3848092" y="10580475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直線接點 1470">
            <a:extLst>
              <a:ext uri="{FF2B5EF4-FFF2-40B4-BE49-F238E27FC236}">
                <a16:creationId xmlns:a16="http://schemas.microsoft.com/office/drawing/2014/main" id="{70BB27B4-51AD-D442-F01C-D86342464525}"/>
              </a:ext>
            </a:extLst>
          </p:cNvPr>
          <p:cNvCxnSpPr/>
          <p:nvPr/>
        </p:nvCxnSpPr>
        <p:spPr>
          <a:xfrm rot="5400000" flipH="1">
            <a:off x="3735766" y="10580473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" name="橢圓 1472">
            <a:extLst>
              <a:ext uri="{FF2B5EF4-FFF2-40B4-BE49-F238E27FC236}">
                <a16:creationId xmlns:a16="http://schemas.microsoft.com/office/drawing/2014/main" id="{FFDC8FCD-4661-9973-9D53-C633C2114B63}"/>
              </a:ext>
            </a:extLst>
          </p:cNvPr>
          <p:cNvSpPr/>
          <p:nvPr/>
        </p:nvSpPr>
        <p:spPr>
          <a:xfrm rot="5400000">
            <a:off x="4228473" y="11455891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4" name="直線接點 1473">
            <a:extLst>
              <a:ext uri="{FF2B5EF4-FFF2-40B4-BE49-F238E27FC236}">
                <a16:creationId xmlns:a16="http://schemas.microsoft.com/office/drawing/2014/main" id="{8F206B20-BD8D-8CE1-0A5D-BCD0292DC279}"/>
              </a:ext>
            </a:extLst>
          </p:cNvPr>
          <p:cNvCxnSpPr>
            <a:cxnSpLocks/>
          </p:cNvCxnSpPr>
          <p:nvPr/>
        </p:nvCxnSpPr>
        <p:spPr>
          <a:xfrm rot="5400000">
            <a:off x="4999441" y="11062539"/>
            <a:ext cx="0" cy="846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5" name="橢圓 1474">
            <a:extLst>
              <a:ext uri="{FF2B5EF4-FFF2-40B4-BE49-F238E27FC236}">
                <a16:creationId xmlns:a16="http://schemas.microsoft.com/office/drawing/2014/main" id="{1F92D8FD-07A8-3D28-CE52-885F37ED3F6E}"/>
              </a:ext>
            </a:extLst>
          </p:cNvPr>
          <p:cNvSpPr/>
          <p:nvPr/>
        </p:nvSpPr>
        <p:spPr>
          <a:xfrm rot="5134159">
            <a:off x="4468626" y="11442851"/>
            <a:ext cx="91029" cy="924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6" name="直線接點 1475">
            <a:extLst>
              <a:ext uri="{FF2B5EF4-FFF2-40B4-BE49-F238E27FC236}">
                <a16:creationId xmlns:a16="http://schemas.microsoft.com/office/drawing/2014/main" id="{4D06B6EE-41AF-A7AB-F033-07E2A3648B65}"/>
              </a:ext>
            </a:extLst>
          </p:cNvPr>
          <p:cNvCxnSpPr>
            <a:cxnSpLocks/>
          </p:cNvCxnSpPr>
          <p:nvPr/>
        </p:nvCxnSpPr>
        <p:spPr>
          <a:xfrm rot="5400000">
            <a:off x="3823474" y="11086355"/>
            <a:ext cx="0" cy="8271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直線接點 1477">
            <a:extLst>
              <a:ext uri="{FF2B5EF4-FFF2-40B4-BE49-F238E27FC236}">
                <a16:creationId xmlns:a16="http://schemas.microsoft.com/office/drawing/2014/main" id="{2924F350-D749-1F7D-0312-401890A4D15D}"/>
              </a:ext>
            </a:extLst>
          </p:cNvPr>
          <p:cNvCxnSpPr/>
          <p:nvPr/>
        </p:nvCxnSpPr>
        <p:spPr>
          <a:xfrm rot="5400000" flipH="1">
            <a:off x="3857505" y="11385319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直線接點 1478">
            <a:extLst>
              <a:ext uri="{FF2B5EF4-FFF2-40B4-BE49-F238E27FC236}">
                <a16:creationId xmlns:a16="http://schemas.microsoft.com/office/drawing/2014/main" id="{9C65517A-3DC2-6002-421D-70ACBB97FD0E}"/>
              </a:ext>
            </a:extLst>
          </p:cNvPr>
          <p:cNvCxnSpPr/>
          <p:nvPr/>
        </p:nvCxnSpPr>
        <p:spPr>
          <a:xfrm rot="5400000" flipH="1">
            <a:off x="3745180" y="11385318"/>
            <a:ext cx="165506" cy="194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文字方塊 1481">
            <a:extLst>
              <a:ext uri="{FF2B5EF4-FFF2-40B4-BE49-F238E27FC236}">
                <a16:creationId xmlns:a16="http://schemas.microsoft.com/office/drawing/2014/main" id="{256C8BE1-B28A-9FD2-A233-1EFBC3D56E42}"/>
              </a:ext>
            </a:extLst>
          </p:cNvPr>
          <p:cNvSpPr txBox="1"/>
          <p:nvPr/>
        </p:nvSpPr>
        <p:spPr>
          <a:xfrm>
            <a:off x="4088789" y="9345137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3" name="文字方塊 1482">
            <a:extLst>
              <a:ext uri="{FF2B5EF4-FFF2-40B4-BE49-F238E27FC236}">
                <a16:creationId xmlns:a16="http://schemas.microsoft.com/office/drawing/2014/main" id="{D5A7B13C-C124-8D89-E8EA-E76C96741271}"/>
              </a:ext>
            </a:extLst>
          </p:cNvPr>
          <p:cNvSpPr txBox="1"/>
          <p:nvPr/>
        </p:nvSpPr>
        <p:spPr>
          <a:xfrm>
            <a:off x="2097630" y="10946571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84" name="文字方塊 1483">
            <a:extLst>
              <a:ext uri="{FF2B5EF4-FFF2-40B4-BE49-F238E27FC236}">
                <a16:creationId xmlns:a16="http://schemas.microsoft.com/office/drawing/2014/main" id="{660466AB-BC7B-DDF2-9E62-D9A7CE9BAAB6}"/>
              </a:ext>
            </a:extLst>
          </p:cNvPr>
          <p:cNvSpPr txBox="1"/>
          <p:nvPr/>
        </p:nvSpPr>
        <p:spPr>
          <a:xfrm>
            <a:off x="4107651" y="10160183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15057935-DAD7-6EDF-4E92-762AC2C88464}"/>
              </a:ext>
            </a:extLst>
          </p:cNvPr>
          <p:cNvSpPr txBox="1"/>
          <p:nvPr/>
        </p:nvSpPr>
        <p:spPr>
          <a:xfrm>
            <a:off x="2087834" y="2517031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2A694AA1-C0D7-41FF-99A2-2D29A6F4BCF6}"/>
              </a:ext>
            </a:extLst>
          </p:cNvPr>
          <p:cNvSpPr txBox="1"/>
          <p:nvPr/>
        </p:nvSpPr>
        <p:spPr>
          <a:xfrm>
            <a:off x="2083129" y="3255296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9" name="文字方塊 1508">
            <a:extLst>
              <a:ext uri="{FF2B5EF4-FFF2-40B4-BE49-F238E27FC236}">
                <a16:creationId xmlns:a16="http://schemas.microsoft.com/office/drawing/2014/main" id="{14E2AC7B-C5BB-D9FF-8E34-D7F2F34FE31E}"/>
              </a:ext>
            </a:extLst>
          </p:cNvPr>
          <p:cNvSpPr txBox="1"/>
          <p:nvPr/>
        </p:nvSpPr>
        <p:spPr>
          <a:xfrm>
            <a:off x="4096078" y="10920167"/>
            <a:ext cx="107336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21" name="弧形 1520">
            <a:extLst>
              <a:ext uri="{FF2B5EF4-FFF2-40B4-BE49-F238E27FC236}">
                <a16:creationId xmlns:a16="http://schemas.microsoft.com/office/drawing/2014/main" id="{D632A73F-15ED-4E83-11FD-FAC52E35D04F}"/>
              </a:ext>
            </a:extLst>
          </p:cNvPr>
          <p:cNvSpPr/>
          <p:nvPr/>
        </p:nvSpPr>
        <p:spPr>
          <a:xfrm rot="16200000">
            <a:off x="4245612" y="11329261"/>
            <a:ext cx="264031" cy="234805"/>
          </a:xfrm>
          <a:prstGeom prst="arc">
            <a:avLst>
              <a:gd name="adj1" fmla="val 17452250"/>
              <a:gd name="adj2" fmla="val 404532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522" name="文字方塊 1521">
            <a:extLst>
              <a:ext uri="{FF2B5EF4-FFF2-40B4-BE49-F238E27FC236}">
                <a16:creationId xmlns:a16="http://schemas.microsoft.com/office/drawing/2014/main" id="{96DD4846-D7B7-1136-9A12-13CFC5CC4242}"/>
              </a:ext>
            </a:extLst>
          </p:cNvPr>
          <p:cNvSpPr txBox="1"/>
          <p:nvPr/>
        </p:nvSpPr>
        <p:spPr>
          <a:xfrm>
            <a:off x="663289" y="2858015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412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3" name="文字方塊 1522">
            <a:extLst>
              <a:ext uri="{FF2B5EF4-FFF2-40B4-BE49-F238E27FC236}">
                <a16:creationId xmlns:a16="http://schemas.microsoft.com/office/drawing/2014/main" id="{36147C7D-8909-39C8-F922-C9C94C6BDE40}"/>
              </a:ext>
            </a:extLst>
          </p:cNvPr>
          <p:cNvSpPr txBox="1"/>
          <p:nvPr/>
        </p:nvSpPr>
        <p:spPr>
          <a:xfrm>
            <a:off x="5347878" y="2820212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413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4" name="文字方塊 1523">
            <a:extLst>
              <a:ext uri="{FF2B5EF4-FFF2-40B4-BE49-F238E27FC236}">
                <a16:creationId xmlns:a16="http://schemas.microsoft.com/office/drawing/2014/main" id="{E68D6786-AF27-9111-39E8-D8CF0E9BABA2}"/>
              </a:ext>
            </a:extLst>
          </p:cNvPr>
          <p:cNvSpPr txBox="1"/>
          <p:nvPr/>
        </p:nvSpPr>
        <p:spPr>
          <a:xfrm>
            <a:off x="5344969" y="3603034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414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28" name="文字方塊 1527">
            <a:extLst>
              <a:ext uri="{FF2B5EF4-FFF2-40B4-BE49-F238E27FC236}">
                <a16:creationId xmlns:a16="http://schemas.microsoft.com/office/drawing/2014/main" id="{1C8BE54F-AEA0-9290-4627-9B086372C9B9}"/>
              </a:ext>
            </a:extLst>
          </p:cNvPr>
          <p:cNvSpPr txBox="1"/>
          <p:nvPr/>
        </p:nvSpPr>
        <p:spPr>
          <a:xfrm>
            <a:off x="5372771" y="5781653"/>
            <a:ext cx="1300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走道電燈</a:t>
            </a:r>
          </a:p>
        </p:txBody>
      </p:sp>
      <p:sp>
        <p:nvSpPr>
          <p:cNvPr id="1530" name="文字方塊 1529">
            <a:extLst>
              <a:ext uri="{FF2B5EF4-FFF2-40B4-BE49-F238E27FC236}">
                <a16:creationId xmlns:a16="http://schemas.microsoft.com/office/drawing/2014/main" id="{9F0260BB-5D47-3C60-8853-D74952A6C466}"/>
              </a:ext>
            </a:extLst>
          </p:cNvPr>
          <p:cNvSpPr txBox="1"/>
          <p:nvPr/>
        </p:nvSpPr>
        <p:spPr>
          <a:xfrm>
            <a:off x="5383232" y="8087855"/>
            <a:ext cx="921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飲水機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31" name="文字方塊 1530">
            <a:extLst>
              <a:ext uri="{FF2B5EF4-FFF2-40B4-BE49-F238E27FC236}">
                <a16:creationId xmlns:a16="http://schemas.microsoft.com/office/drawing/2014/main" id="{FF1BF295-7115-A959-E668-FF97CC0CBAAB}"/>
              </a:ext>
            </a:extLst>
          </p:cNvPr>
          <p:cNvSpPr txBox="1"/>
          <p:nvPr/>
        </p:nvSpPr>
        <p:spPr>
          <a:xfrm>
            <a:off x="5358408" y="8883254"/>
            <a:ext cx="57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烘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32" name="文字方塊 1531">
            <a:extLst>
              <a:ext uri="{FF2B5EF4-FFF2-40B4-BE49-F238E27FC236}">
                <a16:creationId xmlns:a16="http://schemas.microsoft.com/office/drawing/2014/main" id="{BCEBCF88-8644-3F43-6D28-97E5203FEF15}"/>
              </a:ext>
            </a:extLst>
          </p:cNvPr>
          <p:cNvSpPr txBox="1"/>
          <p:nvPr/>
        </p:nvSpPr>
        <p:spPr>
          <a:xfrm>
            <a:off x="5345550" y="9681283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烘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33" name="文字方塊 1532">
            <a:extLst>
              <a:ext uri="{FF2B5EF4-FFF2-40B4-BE49-F238E27FC236}">
                <a16:creationId xmlns:a16="http://schemas.microsoft.com/office/drawing/2014/main" id="{062D7846-9727-BB07-1888-92A4319D6514}"/>
              </a:ext>
            </a:extLst>
          </p:cNvPr>
          <p:cNvSpPr txBox="1"/>
          <p:nvPr/>
        </p:nvSpPr>
        <p:spPr>
          <a:xfrm>
            <a:off x="650288" y="3587190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411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5" name="文字方塊 1534">
            <a:extLst>
              <a:ext uri="{FF2B5EF4-FFF2-40B4-BE49-F238E27FC236}">
                <a16:creationId xmlns:a16="http://schemas.microsoft.com/office/drawing/2014/main" id="{BC29BD54-DE3E-100C-3D38-C34EF80CACD8}"/>
              </a:ext>
            </a:extLst>
          </p:cNvPr>
          <p:cNvSpPr txBox="1"/>
          <p:nvPr/>
        </p:nvSpPr>
        <p:spPr>
          <a:xfrm>
            <a:off x="5359742" y="4303392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415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6" name="文字方塊 1535">
            <a:extLst>
              <a:ext uri="{FF2B5EF4-FFF2-40B4-BE49-F238E27FC236}">
                <a16:creationId xmlns:a16="http://schemas.microsoft.com/office/drawing/2014/main" id="{38CF0F13-6E87-3B01-BFB1-43053D635000}"/>
              </a:ext>
            </a:extLst>
          </p:cNvPr>
          <p:cNvSpPr txBox="1"/>
          <p:nvPr/>
        </p:nvSpPr>
        <p:spPr>
          <a:xfrm>
            <a:off x="646867" y="4333802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410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7" name="文字方塊 1536">
            <a:extLst>
              <a:ext uri="{FF2B5EF4-FFF2-40B4-BE49-F238E27FC236}">
                <a16:creationId xmlns:a16="http://schemas.microsoft.com/office/drawing/2014/main" id="{2A781825-2552-4ADC-4872-437D83A93A0C}"/>
              </a:ext>
            </a:extLst>
          </p:cNvPr>
          <p:cNvSpPr txBox="1"/>
          <p:nvPr/>
        </p:nvSpPr>
        <p:spPr>
          <a:xfrm>
            <a:off x="597757" y="10541445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402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8" name="文字方塊 1537">
            <a:extLst>
              <a:ext uri="{FF2B5EF4-FFF2-40B4-BE49-F238E27FC236}">
                <a16:creationId xmlns:a16="http://schemas.microsoft.com/office/drawing/2014/main" id="{D2D0CF35-66EC-EA91-2846-D77E7F130A8E}"/>
              </a:ext>
            </a:extLst>
          </p:cNvPr>
          <p:cNvSpPr txBox="1"/>
          <p:nvPr/>
        </p:nvSpPr>
        <p:spPr>
          <a:xfrm>
            <a:off x="634616" y="5055108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409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39" name="文字方塊 1538">
            <a:extLst>
              <a:ext uri="{FF2B5EF4-FFF2-40B4-BE49-F238E27FC236}">
                <a16:creationId xmlns:a16="http://schemas.microsoft.com/office/drawing/2014/main" id="{E45FD3FC-FDB4-66A4-E952-336FB696E97B}"/>
              </a:ext>
            </a:extLst>
          </p:cNvPr>
          <p:cNvSpPr txBox="1"/>
          <p:nvPr/>
        </p:nvSpPr>
        <p:spPr>
          <a:xfrm>
            <a:off x="632275" y="5770052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408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0" name="文字方塊 1539">
            <a:extLst>
              <a:ext uri="{FF2B5EF4-FFF2-40B4-BE49-F238E27FC236}">
                <a16:creationId xmlns:a16="http://schemas.microsoft.com/office/drawing/2014/main" id="{37DFAB14-3793-E426-4D7E-E9C7D3DCF5AF}"/>
              </a:ext>
            </a:extLst>
          </p:cNvPr>
          <p:cNvSpPr txBox="1"/>
          <p:nvPr/>
        </p:nvSpPr>
        <p:spPr>
          <a:xfrm>
            <a:off x="643269" y="6510483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407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1" name="文字方塊 1540">
            <a:extLst>
              <a:ext uri="{FF2B5EF4-FFF2-40B4-BE49-F238E27FC236}">
                <a16:creationId xmlns:a16="http://schemas.microsoft.com/office/drawing/2014/main" id="{5E65E8DE-0054-E171-4751-73104C732ECD}"/>
              </a:ext>
            </a:extLst>
          </p:cNvPr>
          <p:cNvSpPr txBox="1"/>
          <p:nvPr/>
        </p:nvSpPr>
        <p:spPr>
          <a:xfrm>
            <a:off x="648523" y="7330650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406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2" name="文字方塊 1541">
            <a:extLst>
              <a:ext uri="{FF2B5EF4-FFF2-40B4-BE49-F238E27FC236}">
                <a16:creationId xmlns:a16="http://schemas.microsoft.com/office/drawing/2014/main" id="{A8D77C2C-6D65-1353-65AC-39EBBEBA77F5}"/>
              </a:ext>
            </a:extLst>
          </p:cNvPr>
          <p:cNvSpPr txBox="1"/>
          <p:nvPr/>
        </p:nvSpPr>
        <p:spPr>
          <a:xfrm>
            <a:off x="663121" y="8142094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405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3" name="文字方塊 1542">
            <a:extLst>
              <a:ext uri="{FF2B5EF4-FFF2-40B4-BE49-F238E27FC236}">
                <a16:creationId xmlns:a16="http://schemas.microsoft.com/office/drawing/2014/main" id="{D95FF064-0CC4-8B45-5194-CAA27FC184EE}"/>
              </a:ext>
            </a:extLst>
          </p:cNvPr>
          <p:cNvSpPr txBox="1"/>
          <p:nvPr/>
        </p:nvSpPr>
        <p:spPr>
          <a:xfrm>
            <a:off x="642821" y="8909077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404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4" name="文字方塊 1543">
            <a:extLst>
              <a:ext uri="{FF2B5EF4-FFF2-40B4-BE49-F238E27FC236}">
                <a16:creationId xmlns:a16="http://schemas.microsoft.com/office/drawing/2014/main" id="{31C08D8E-07B3-87BB-5EFE-545083CF4E81}"/>
              </a:ext>
            </a:extLst>
          </p:cNvPr>
          <p:cNvSpPr txBox="1"/>
          <p:nvPr/>
        </p:nvSpPr>
        <p:spPr>
          <a:xfrm>
            <a:off x="613865" y="9702794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403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5" name="文字方塊 1544">
            <a:extLst>
              <a:ext uri="{FF2B5EF4-FFF2-40B4-BE49-F238E27FC236}">
                <a16:creationId xmlns:a16="http://schemas.microsoft.com/office/drawing/2014/main" id="{0CBB0D77-6C23-D71B-4B54-C56896A77286}"/>
              </a:ext>
            </a:extLst>
          </p:cNvPr>
          <p:cNvSpPr txBox="1"/>
          <p:nvPr/>
        </p:nvSpPr>
        <p:spPr>
          <a:xfrm>
            <a:off x="615106" y="11298352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401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房</a:t>
            </a:r>
          </a:p>
        </p:txBody>
      </p:sp>
      <p:sp>
        <p:nvSpPr>
          <p:cNvPr id="1546" name="文字方塊 1545">
            <a:extLst>
              <a:ext uri="{FF2B5EF4-FFF2-40B4-BE49-F238E27FC236}">
                <a16:creationId xmlns:a16="http://schemas.microsoft.com/office/drawing/2014/main" id="{64406783-AF6E-2B64-3D5D-333A95214F2E}"/>
              </a:ext>
            </a:extLst>
          </p:cNvPr>
          <p:cNvSpPr txBox="1"/>
          <p:nvPr/>
        </p:nvSpPr>
        <p:spPr>
          <a:xfrm>
            <a:off x="5358197" y="6522184"/>
            <a:ext cx="1300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走道電燈</a:t>
            </a:r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800797D1-4E74-8EAB-E936-FBFA22DF5533}"/>
              </a:ext>
            </a:extLst>
          </p:cNvPr>
          <p:cNvCxnSpPr>
            <a:cxnSpLocks/>
          </p:cNvCxnSpPr>
          <p:nvPr/>
        </p:nvCxnSpPr>
        <p:spPr>
          <a:xfrm rot="5400000" flipH="1">
            <a:off x="4956450" y="6287093"/>
            <a:ext cx="5364" cy="8609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35571035-E01F-7228-7426-E9E9521893A6}"/>
              </a:ext>
            </a:extLst>
          </p:cNvPr>
          <p:cNvSpPr txBox="1"/>
          <p:nvPr/>
        </p:nvSpPr>
        <p:spPr>
          <a:xfrm>
            <a:off x="5368873" y="5036645"/>
            <a:ext cx="838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消防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C984ABA-AAAD-3CB4-87F6-332F408D2AB5}"/>
              </a:ext>
            </a:extLst>
          </p:cNvPr>
          <p:cNvSpPr txBox="1"/>
          <p:nvPr/>
        </p:nvSpPr>
        <p:spPr>
          <a:xfrm>
            <a:off x="5347007" y="7284572"/>
            <a:ext cx="1300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走道電燈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4D1D405-E475-4B77-6D63-5F5BD170BB1D}"/>
              </a:ext>
            </a:extLst>
          </p:cNvPr>
          <p:cNvSpPr txBox="1"/>
          <p:nvPr/>
        </p:nvSpPr>
        <p:spPr>
          <a:xfrm>
            <a:off x="2538746" y="854715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( 3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220V 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8E57E37-5E70-CA92-0446-E60D1A6B0E02}"/>
              </a:ext>
            </a:extLst>
          </p:cNvPr>
          <p:cNvSpPr txBox="1"/>
          <p:nvPr/>
        </p:nvSpPr>
        <p:spPr>
          <a:xfrm>
            <a:off x="800103" y="242407"/>
            <a:ext cx="5769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4F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JCA4F-D1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3F75C3E5-0791-68B6-8AE4-1D2FE517895E}"/>
              </a:ext>
            </a:extLst>
          </p:cNvPr>
          <p:cNvGrpSpPr/>
          <p:nvPr/>
        </p:nvGrpSpPr>
        <p:grpSpPr>
          <a:xfrm rot="5400000">
            <a:off x="5067210" y="928827"/>
            <a:ext cx="1018724" cy="2326217"/>
            <a:chOff x="1696190" y="79392"/>
            <a:chExt cx="1018724" cy="232621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B828B02-C92A-2521-35BD-DD54C1A28B71}"/>
                </a:ext>
              </a:extLst>
            </p:cNvPr>
            <p:cNvSpPr/>
            <p:nvPr/>
          </p:nvSpPr>
          <p:spPr>
            <a:xfrm rot="10800000">
              <a:off x="1696190" y="609005"/>
              <a:ext cx="225127" cy="17966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6" name="六邊形 15">
              <a:extLst>
                <a:ext uri="{FF2B5EF4-FFF2-40B4-BE49-F238E27FC236}">
                  <a16:creationId xmlns:a16="http://schemas.microsoft.com/office/drawing/2014/main" id="{E02A45FF-956A-06E8-ECB0-9449D4343EA4}"/>
                </a:ext>
              </a:extLst>
            </p:cNvPr>
            <p:cNvSpPr/>
            <p:nvPr/>
          </p:nvSpPr>
          <p:spPr>
            <a:xfrm rot="10800000">
              <a:off x="1748781" y="2191667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7" name="六邊形 16">
              <a:extLst>
                <a:ext uri="{FF2B5EF4-FFF2-40B4-BE49-F238E27FC236}">
                  <a16:creationId xmlns:a16="http://schemas.microsoft.com/office/drawing/2014/main" id="{EE437A57-D6EE-127C-0C31-E2DE31A6376D}"/>
                </a:ext>
              </a:extLst>
            </p:cNvPr>
            <p:cNvSpPr/>
            <p:nvPr/>
          </p:nvSpPr>
          <p:spPr>
            <a:xfrm rot="10800000">
              <a:off x="1749307" y="772475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8" name="六邊形 17">
              <a:extLst>
                <a:ext uri="{FF2B5EF4-FFF2-40B4-BE49-F238E27FC236}">
                  <a16:creationId xmlns:a16="http://schemas.microsoft.com/office/drawing/2014/main" id="{785C157E-8F93-3E0F-6238-42B4B0C5F430}"/>
                </a:ext>
              </a:extLst>
            </p:cNvPr>
            <p:cNvSpPr/>
            <p:nvPr/>
          </p:nvSpPr>
          <p:spPr>
            <a:xfrm rot="10800000">
              <a:off x="1749307" y="1950299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9" name="六邊形 18">
              <a:extLst>
                <a:ext uri="{FF2B5EF4-FFF2-40B4-BE49-F238E27FC236}">
                  <a16:creationId xmlns:a16="http://schemas.microsoft.com/office/drawing/2014/main" id="{A26761AD-E4EA-6924-4679-7CB326A53963}"/>
                </a:ext>
              </a:extLst>
            </p:cNvPr>
            <p:cNvSpPr/>
            <p:nvPr/>
          </p:nvSpPr>
          <p:spPr>
            <a:xfrm rot="10800000">
              <a:off x="1749308" y="1705863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0" name="六邊形 19">
              <a:extLst>
                <a:ext uri="{FF2B5EF4-FFF2-40B4-BE49-F238E27FC236}">
                  <a16:creationId xmlns:a16="http://schemas.microsoft.com/office/drawing/2014/main" id="{0A409DA2-8220-7C08-BB25-70F7BBCE2236}"/>
                </a:ext>
              </a:extLst>
            </p:cNvPr>
            <p:cNvSpPr/>
            <p:nvPr/>
          </p:nvSpPr>
          <p:spPr>
            <a:xfrm rot="10800000">
              <a:off x="1749309" y="1459579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1" name="六邊形 20">
              <a:extLst>
                <a:ext uri="{FF2B5EF4-FFF2-40B4-BE49-F238E27FC236}">
                  <a16:creationId xmlns:a16="http://schemas.microsoft.com/office/drawing/2014/main" id="{19F9D3B7-1137-7A38-744A-9A45AA3F61EC}"/>
                </a:ext>
              </a:extLst>
            </p:cNvPr>
            <p:cNvSpPr/>
            <p:nvPr/>
          </p:nvSpPr>
          <p:spPr>
            <a:xfrm rot="10800000">
              <a:off x="1749309" y="1221287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2" name="六邊形 21">
              <a:extLst>
                <a:ext uri="{FF2B5EF4-FFF2-40B4-BE49-F238E27FC236}">
                  <a16:creationId xmlns:a16="http://schemas.microsoft.com/office/drawing/2014/main" id="{33920620-3D23-F941-5BF5-11F4A324F175}"/>
                </a:ext>
              </a:extLst>
            </p:cNvPr>
            <p:cNvSpPr/>
            <p:nvPr/>
          </p:nvSpPr>
          <p:spPr>
            <a:xfrm rot="10800000">
              <a:off x="1749310" y="970874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3" name="六邊形 22">
              <a:extLst>
                <a:ext uri="{FF2B5EF4-FFF2-40B4-BE49-F238E27FC236}">
                  <a16:creationId xmlns:a16="http://schemas.microsoft.com/office/drawing/2014/main" id="{ACF65AAE-A232-EC95-EA53-41A27F6DBEB6}"/>
                </a:ext>
              </a:extLst>
            </p:cNvPr>
            <p:cNvSpPr/>
            <p:nvPr/>
          </p:nvSpPr>
          <p:spPr>
            <a:xfrm rot="10800000">
              <a:off x="1746379" y="733643"/>
              <a:ext cx="133946" cy="151854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24" name="六邊形 23">
              <a:extLst>
                <a:ext uri="{FF2B5EF4-FFF2-40B4-BE49-F238E27FC236}">
                  <a16:creationId xmlns:a16="http://schemas.microsoft.com/office/drawing/2014/main" id="{D78EA4C4-AFE8-130E-243B-CA3FA993344D}"/>
                </a:ext>
              </a:extLst>
            </p:cNvPr>
            <p:cNvSpPr/>
            <p:nvPr/>
          </p:nvSpPr>
          <p:spPr>
            <a:xfrm flipV="1">
              <a:off x="1712471" y="729890"/>
              <a:ext cx="197329" cy="186003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43B20E17-FAAC-E27A-77D0-149FF5EC44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04782" y="617010"/>
              <a:ext cx="8260" cy="4090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7C1F88A1-E008-CC56-03FC-F45E24960003}"/>
                </a:ext>
              </a:extLst>
            </p:cNvPr>
            <p:cNvSpPr txBox="1"/>
            <p:nvPr/>
          </p:nvSpPr>
          <p:spPr>
            <a:xfrm rot="16200000">
              <a:off x="1663563" y="484156"/>
              <a:ext cx="1456116" cy="646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GND</a:t>
              </a:r>
            </a:p>
            <a:p>
              <a:r>
                <a:rPr lang="en-US" altLang="zh-TW" sz="1801" dirty="0"/>
                <a:t>L-G:230V</a:t>
              </a:r>
              <a:endParaRPr lang="zh-TW" altLang="en-US" sz="1801" dirty="0"/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94CCE170-61CA-1F8E-2C17-5970B19F64DD}"/>
                </a:ext>
              </a:extLst>
            </p:cNvPr>
            <p:cNvCxnSpPr>
              <a:cxnSpLocks/>
            </p:cNvCxnSpPr>
            <p:nvPr/>
          </p:nvCxnSpPr>
          <p:spPr>
            <a:xfrm>
              <a:off x="2214947" y="700078"/>
              <a:ext cx="0" cy="2245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AB35ADA-BEFE-262C-EADD-8A69AFAC59F8}"/>
                </a:ext>
              </a:extLst>
            </p:cNvPr>
            <p:cNvCxnSpPr>
              <a:cxnSpLocks/>
            </p:cNvCxnSpPr>
            <p:nvPr/>
          </p:nvCxnSpPr>
          <p:spPr>
            <a:xfrm>
              <a:off x="2268414" y="720572"/>
              <a:ext cx="0" cy="1852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E9D0EC58-6AF2-C6EF-7C58-B829EA89C3DC}"/>
                </a:ext>
              </a:extLst>
            </p:cNvPr>
            <p:cNvCxnSpPr>
              <a:cxnSpLocks/>
            </p:cNvCxnSpPr>
            <p:nvPr/>
          </p:nvCxnSpPr>
          <p:spPr>
            <a:xfrm>
              <a:off x="2313673" y="755814"/>
              <a:ext cx="0" cy="1272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03F8C24F-1488-2DA6-54A3-8D413202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6102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116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D3953-236F-5A9D-55AE-8583F6B1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625963-3D58-05F2-3052-122E7BF2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15309" y="1061320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17</a:t>
            </a:fld>
            <a:endParaRPr lang="zh-TW" altLang="en-US" dirty="0"/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060FCDC6-A821-BD26-BED7-AC4694025055}"/>
              </a:ext>
            </a:extLst>
          </p:cNvPr>
          <p:cNvCxnSpPr>
            <a:cxnSpLocks/>
          </p:cNvCxnSpPr>
          <p:nvPr/>
        </p:nvCxnSpPr>
        <p:spPr>
          <a:xfrm rot="5400000" flipH="1">
            <a:off x="4818812" y="3521366"/>
            <a:ext cx="7313" cy="8860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E1F775FD-41B6-7BBE-0BC2-86CB79E407A3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>
            <a:off x="-133293" y="5937631"/>
            <a:ext cx="6882439" cy="201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42DC44EE-D211-C89D-8AEA-DDFDE8A14442}"/>
              </a:ext>
            </a:extLst>
          </p:cNvPr>
          <p:cNvSpPr/>
          <p:nvPr/>
        </p:nvSpPr>
        <p:spPr>
          <a:xfrm>
            <a:off x="3210238" y="2159487"/>
            <a:ext cx="272172" cy="292111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4F09CEDD-7297-A21A-CCB0-AECA7A45CC9C}"/>
              </a:ext>
            </a:extLst>
          </p:cNvPr>
          <p:cNvSpPr/>
          <p:nvPr/>
        </p:nvSpPr>
        <p:spPr>
          <a:xfrm rot="15992770">
            <a:off x="3239545" y="2402547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07205FD1-7358-5CE6-7683-3CB6DC86827E}"/>
              </a:ext>
            </a:extLst>
          </p:cNvPr>
          <p:cNvSpPr/>
          <p:nvPr/>
        </p:nvSpPr>
        <p:spPr>
          <a:xfrm rot="16200000">
            <a:off x="3239547" y="2101214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5D9FD808-38B7-41BB-E60B-86C7BBE4770B}"/>
              </a:ext>
            </a:extLst>
          </p:cNvPr>
          <p:cNvCxnSpPr>
            <a:cxnSpLocks/>
          </p:cNvCxnSpPr>
          <p:nvPr/>
        </p:nvCxnSpPr>
        <p:spPr>
          <a:xfrm rot="5400000" flipH="1">
            <a:off x="2970311" y="1789764"/>
            <a:ext cx="643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058833D3-A6DE-3886-BEF2-C41DB94186A0}"/>
              </a:ext>
            </a:extLst>
          </p:cNvPr>
          <p:cNvSpPr txBox="1"/>
          <p:nvPr/>
        </p:nvSpPr>
        <p:spPr>
          <a:xfrm>
            <a:off x="3459547" y="2103418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1AF0E64F-0974-41A9-F9A7-F19EBAB94D73}"/>
              </a:ext>
            </a:extLst>
          </p:cNvPr>
          <p:cNvSpPr/>
          <p:nvPr/>
        </p:nvSpPr>
        <p:spPr>
          <a:xfrm rot="5400000">
            <a:off x="1961996" y="3921625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0" name="直線接點 139">
            <a:extLst>
              <a:ext uri="{FF2B5EF4-FFF2-40B4-BE49-F238E27FC236}">
                <a16:creationId xmlns:a16="http://schemas.microsoft.com/office/drawing/2014/main" id="{68C843CD-F8AE-885D-F806-C914F90575FC}"/>
              </a:ext>
            </a:extLst>
          </p:cNvPr>
          <p:cNvCxnSpPr>
            <a:cxnSpLocks/>
          </p:cNvCxnSpPr>
          <p:nvPr/>
        </p:nvCxnSpPr>
        <p:spPr>
          <a:xfrm rot="5400000" flipH="1">
            <a:off x="3202644" y="2965776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70B13053-CB7F-489C-288F-73F7131F24E9}"/>
              </a:ext>
            </a:extLst>
          </p:cNvPr>
          <p:cNvCxnSpPr>
            <a:cxnSpLocks/>
          </p:cNvCxnSpPr>
          <p:nvPr/>
        </p:nvCxnSpPr>
        <p:spPr>
          <a:xfrm rot="5400000" flipH="1">
            <a:off x="3195150" y="3110289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3D002242-470A-81AE-28D7-4FC75EC3F833}"/>
              </a:ext>
            </a:extLst>
          </p:cNvPr>
          <p:cNvCxnSpPr>
            <a:cxnSpLocks/>
          </p:cNvCxnSpPr>
          <p:nvPr/>
        </p:nvCxnSpPr>
        <p:spPr>
          <a:xfrm rot="5400000" flipH="1">
            <a:off x="3186469" y="3251057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CDDEE88F-69BE-3666-75F0-6AE327447038}"/>
              </a:ext>
            </a:extLst>
          </p:cNvPr>
          <p:cNvCxnSpPr>
            <a:cxnSpLocks/>
          </p:cNvCxnSpPr>
          <p:nvPr/>
        </p:nvCxnSpPr>
        <p:spPr>
          <a:xfrm rot="5400000">
            <a:off x="2799178" y="3481233"/>
            <a:ext cx="2763" cy="9590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B8436C9F-450F-7A46-E3F5-102C34859D29}"/>
              </a:ext>
            </a:extLst>
          </p:cNvPr>
          <p:cNvSpPr/>
          <p:nvPr/>
        </p:nvSpPr>
        <p:spPr>
          <a:xfrm rot="5134159">
            <a:off x="2216907" y="3916964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1CDEDCFF-863A-02C8-DA19-66E91FDFF640}"/>
              </a:ext>
            </a:extLst>
          </p:cNvPr>
          <p:cNvCxnSpPr>
            <a:cxnSpLocks/>
          </p:cNvCxnSpPr>
          <p:nvPr/>
        </p:nvCxnSpPr>
        <p:spPr>
          <a:xfrm rot="5400000">
            <a:off x="1615360" y="3620041"/>
            <a:ext cx="14411" cy="7104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4F7590FA-9626-DFB3-74F7-967FCA51E5FD}"/>
              </a:ext>
            </a:extLst>
          </p:cNvPr>
          <p:cNvSpPr/>
          <p:nvPr/>
        </p:nvSpPr>
        <p:spPr>
          <a:xfrm rot="16200000">
            <a:off x="1999895" y="3804245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7F263852-F85D-B103-46E2-23071F7B24E1}"/>
              </a:ext>
            </a:extLst>
          </p:cNvPr>
          <p:cNvCxnSpPr/>
          <p:nvPr/>
        </p:nvCxnSpPr>
        <p:spPr>
          <a:xfrm rot="5400000" flipH="1">
            <a:off x="2664649" y="3843825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251E428E-540F-2685-FD80-6BCE42831313}"/>
              </a:ext>
            </a:extLst>
          </p:cNvPr>
          <p:cNvSpPr/>
          <p:nvPr/>
        </p:nvSpPr>
        <p:spPr>
          <a:xfrm rot="5400000">
            <a:off x="1961996" y="5151993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3B315D98-F6EA-2E4E-DDB3-B9298D6E1D80}"/>
              </a:ext>
            </a:extLst>
          </p:cNvPr>
          <p:cNvCxnSpPr>
            <a:cxnSpLocks/>
          </p:cNvCxnSpPr>
          <p:nvPr/>
        </p:nvCxnSpPr>
        <p:spPr>
          <a:xfrm rot="5400000">
            <a:off x="2799178" y="4711603"/>
            <a:ext cx="2763" cy="9590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B141BF3A-0194-9BE4-CE42-247DAD5E47DC}"/>
              </a:ext>
            </a:extLst>
          </p:cNvPr>
          <p:cNvSpPr/>
          <p:nvPr/>
        </p:nvSpPr>
        <p:spPr>
          <a:xfrm rot="5134159">
            <a:off x="2216907" y="5147333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105BD8CE-0FF0-23CB-761E-0620ADB09BAA}"/>
              </a:ext>
            </a:extLst>
          </p:cNvPr>
          <p:cNvCxnSpPr>
            <a:cxnSpLocks/>
            <a:stCxn id="1275" idx="4"/>
          </p:cNvCxnSpPr>
          <p:nvPr/>
        </p:nvCxnSpPr>
        <p:spPr>
          <a:xfrm rot="5400000">
            <a:off x="1601315" y="4837051"/>
            <a:ext cx="2622" cy="7306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AD33F669-899F-B28D-B5AD-719DA5EE665A}"/>
              </a:ext>
            </a:extLst>
          </p:cNvPr>
          <p:cNvSpPr/>
          <p:nvPr/>
        </p:nvSpPr>
        <p:spPr>
          <a:xfrm rot="16200000">
            <a:off x="1999895" y="5019968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AD574428-026F-9675-9C04-353E214B8ECE}"/>
              </a:ext>
            </a:extLst>
          </p:cNvPr>
          <p:cNvCxnSpPr/>
          <p:nvPr/>
        </p:nvCxnSpPr>
        <p:spPr>
          <a:xfrm rot="5400000" flipH="1">
            <a:off x="2664649" y="5074195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0BC55434-225A-7603-4D69-81F963B6F847}"/>
              </a:ext>
            </a:extLst>
          </p:cNvPr>
          <p:cNvSpPr txBox="1"/>
          <p:nvPr/>
        </p:nvSpPr>
        <p:spPr>
          <a:xfrm>
            <a:off x="1857174" y="5791505"/>
            <a:ext cx="113932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28B1E3B8-8BAA-F959-A051-14516EECC2C1}"/>
              </a:ext>
            </a:extLst>
          </p:cNvPr>
          <p:cNvSpPr/>
          <p:nvPr/>
        </p:nvSpPr>
        <p:spPr>
          <a:xfrm rot="5400000">
            <a:off x="4070055" y="3905358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9D4C03AC-7E71-7D57-1B83-6C160CECAA57}"/>
              </a:ext>
            </a:extLst>
          </p:cNvPr>
          <p:cNvSpPr/>
          <p:nvPr/>
        </p:nvSpPr>
        <p:spPr>
          <a:xfrm rot="5134159">
            <a:off x="4324966" y="3911793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BF5199EF-3E59-A14C-42FC-EB8C3E0E91AF}"/>
              </a:ext>
            </a:extLst>
          </p:cNvPr>
          <p:cNvCxnSpPr>
            <a:cxnSpLocks/>
          </p:cNvCxnSpPr>
          <p:nvPr/>
        </p:nvCxnSpPr>
        <p:spPr>
          <a:xfrm rot="5400000">
            <a:off x="3684885" y="3556077"/>
            <a:ext cx="5247" cy="796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2F51CC36-1883-213C-9C6F-B1670D2A0571}"/>
              </a:ext>
            </a:extLst>
          </p:cNvPr>
          <p:cNvSpPr/>
          <p:nvPr/>
        </p:nvSpPr>
        <p:spPr>
          <a:xfrm rot="16200000">
            <a:off x="4060120" y="3770110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A060810B-A8D9-2DCD-FD09-737FFB54FCFA}"/>
              </a:ext>
            </a:extLst>
          </p:cNvPr>
          <p:cNvCxnSpPr/>
          <p:nvPr/>
        </p:nvCxnSpPr>
        <p:spPr>
          <a:xfrm rot="5400000" flipH="1">
            <a:off x="3576581" y="3849747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E5233BD6-3819-693A-1CE3-ABE16A7C2E6E}"/>
              </a:ext>
            </a:extLst>
          </p:cNvPr>
          <p:cNvSpPr/>
          <p:nvPr/>
        </p:nvSpPr>
        <p:spPr>
          <a:xfrm rot="5400000">
            <a:off x="4070055" y="5146823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5901890D-C2D3-0B24-76F1-40F6194539C2}"/>
              </a:ext>
            </a:extLst>
          </p:cNvPr>
          <p:cNvCxnSpPr>
            <a:cxnSpLocks/>
          </p:cNvCxnSpPr>
          <p:nvPr/>
        </p:nvCxnSpPr>
        <p:spPr>
          <a:xfrm rot="5400000">
            <a:off x="4830976" y="4731781"/>
            <a:ext cx="3876" cy="9330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DCD5A71E-9D8B-24D8-C8EF-0668A8504044}"/>
              </a:ext>
            </a:extLst>
          </p:cNvPr>
          <p:cNvSpPr/>
          <p:nvPr/>
        </p:nvSpPr>
        <p:spPr>
          <a:xfrm rot="5134159">
            <a:off x="4324966" y="5155107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809B5308-94C9-94A1-0DBC-F21CEE11AF09}"/>
              </a:ext>
            </a:extLst>
          </p:cNvPr>
          <p:cNvCxnSpPr>
            <a:cxnSpLocks/>
          </p:cNvCxnSpPr>
          <p:nvPr/>
        </p:nvCxnSpPr>
        <p:spPr>
          <a:xfrm rot="5400000" flipH="1">
            <a:off x="3690909" y="4798319"/>
            <a:ext cx="7931" cy="7819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62E41DBF-10F7-165D-399F-FBA5A2CAC5DE}"/>
              </a:ext>
            </a:extLst>
          </p:cNvPr>
          <p:cNvSpPr/>
          <p:nvPr/>
        </p:nvSpPr>
        <p:spPr>
          <a:xfrm rot="16200000">
            <a:off x="4101918" y="5024223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9" name="直線接點 1388">
            <a:extLst>
              <a:ext uri="{FF2B5EF4-FFF2-40B4-BE49-F238E27FC236}">
                <a16:creationId xmlns:a16="http://schemas.microsoft.com/office/drawing/2014/main" id="{C52EE7ED-C24E-A83E-7FD2-D8D07EA387A2}"/>
              </a:ext>
            </a:extLst>
          </p:cNvPr>
          <p:cNvCxnSpPr/>
          <p:nvPr/>
        </p:nvCxnSpPr>
        <p:spPr>
          <a:xfrm rot="5400000" flipH="1">
            <a:off x="3670830" y="5093062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26E0C419-0242-2FF9-3086-EE2FC7D41402}"/>
              </a:ext>
            </a:extLst>
          </p:cNvPr>
          <p:cNvSpPr txBox="1"/>
          <p:nvPr/>
        </p:nvSpPr>
        <p:spPr>
          <a:xfrm>
            <a:off x="3975138" y="3288615"/>
            <a:ext cx="113932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BC6E9B3F-5232-FC63-647D-07536A49E114}"/>
              </a:ext>
            </a:extLst>
          </p:cNvPr>
          <p:cNvSpPr txBox="1"/>
          <p:nvPr/>
        </p:nvSpPr>
        <p:spPr>
          <a:xfrm>
            <a:off x="3954095" y="4576705"/>
            <a:ext cx="113932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478E79D7-C7FE-D13A-1EAC-15C23724E761}"/>
              </a:ext>
            </a:extLst>
          </p:cNvPr>
          <p:cNvSpPr txBox="1"/>
          <p:nvPr/>
        </p:nvSpPr>
        <p:spPr>
          <a:xfrm>
            <a:off x="1842187" y="3331975"/>
            <a:ext cx="113932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868554EA-2CF7-CD2F-60DB-E1BD9F713F0A}"/>
              </a:ext>
            </a:extLst>
          </p:cNvPr>
          <p:cNvSpPr txBox="1"/>
          <p:nvPr/>
        </p:nvSpPr>
        <p:spPr>
          <a:xfrm>
            <a:off x="1837190" y="4545666"/>
            <a:ext cx="113932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D9495B1-8CAF-539F-33F2-D1D34FB64D5B}"/>
              </a:ext>
            </a:extLst>
          </p:cNvPr>
          <p:cNvSpPr/>
          <p:nvPr/>
        </p:nvSpPr>
        <p:spPr>
          <a:xfrm rot="16200000">
            <a:off x="3075530" y="8572596"/>
            <a:ext cx="329500" cy="3399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6" name="六邊形 55">
            <a:extLst>
              <a:ext uri="{FF2B5EF4-FFF2-40B4-BE49-F238E27FC236}">
                <a16:creationId xmlns:a16="http://schemas.microsoft.com/office/drawing/2014/main" id="{147F0F9E-163D-4432-ED64-E092BC96AD70}"/>
              </a:ext>
            </a:extLst>
          </p:cNvPr>
          <p:cNvSpPr/>
          <p:nvPr/>
        </p:nvSpPr>
        <p:spPr>
          <a:xfrm rot="16200000">
            <a:off x="3287620" y="10179326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7" name="六邊形 56">
            <a:extLst>
              <a:ext uri="{FF2B5EF4-FFF2-40B4-BE49-F238E27FC236}">
                <a16:creationId xmlns:a16="http://schemas.microsoft.com/office/drawing/2014/main" id="{A3F11DB2-1B04-E366-6D41-B7BA121CA842}"/>
              </a:ext>
            </a:extLst>
          </p:cNvPr>
          <p:cNvSpPr/>
          <p:nvPr/>
        </p:nvSpPr>
        <p:spPr>
          <a:xfrm rot="16200000">
            <a:off x="4632879" y="10179957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8" name="六邊形 57">
            <a:extLst>
              <a:ext uri="{FF2B5EF4-FFF2-40B4-BE49-F238E27FC236}">
                <a16:creationId xmlns:a16="http://schemas.microsoft.com/office/drawing/2014/main" id="{37046A36-2EC0-2663-33E3-A0BC6AA8FF8C}"/>
              </a:ext>
            </a:extLst>
          </p:cNvPr>
          <p:cNvSpPr/>
          <p:nvPr/>
        </p:nvSpPr>
        <p:spPr>
          <a:xfrm rot="16200000">
            <a:off x="3516414" y="10179957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59" name="六邊形 58">
            <a:extLst>
              <a:ext uri="{FF2B5EF4-FFF2-40B4-BE49-F238E27FC236}">
                <a16:creationId xmlns:a16="http://schemas.microsoft.com/office/drawing/2014/main" id="{A4A33931-5986-1DF7-9AFE-C6EE79A11033}"/>
              </a:ext>
            </a:extLst>
          </p:cNvPr>
          <p:cNvSpPr/>
          <p:nvPr/>
        </p:nvSpPr>
        <p:spPr>
          <a:xfrm rot="16200000">
            <a:off x="3748116" y="10179958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0" name="六邊形 59">
            <a:extLst>
              <a:ext uri="{FF2B5EF4-FFF2-40B4-BE49-F238E27FC236}">
                <a16:creationId xmlns:a16="http://schemas.microsoft.com/office/drawing/2014/main" id="{E926FF36-D755-C809-B493-4C2C015E4ED0}"/>
              </a:ext>
            </a:extLst>
          </p:cNvPr>
          <p:cNvSpPr/>
          <p:nvPr/>
        </p:nvSpPr>
        <p:spPr>
          <a:xfrm rot="16200000">
            <a:off x="3981570" y="10179960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1" name="六邊形 60">
            <a:extLst>
              <a:ext uri="{FF2B5EF4-FFF2-40B4-BE49-F238E27FC236}">
                <a16:creationId xmlns:a16="http://schemas.microsoft.com/office/drawing/2014/main" id="{020A2140-859E-0F29-6856-4633B2200A4B}"/>
              </a:ext>
            </a:extLst>
          </p:cNvPr>
          <p:cNvSpPr/>
          <p:nvPr/>
        </p:nvSpPr>
        <p:spPr>
          <a:xfrm rot="16200000">
            <a:off x="4207448" y="10179960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2" name="六邊形 61">
            <a:extLst>
              <a:ext uri="{FF2B5EF4-FFF2-40B4-BE49-F238E27FC236}">
                <a16:creationId xmlns:a16="http://schemas.microsoft.com/office/drawing/2014/main" id="{819756F5-9E13-0E9C-104F-0EC9DC4B5276}"/>
              </a:ext>
            </a:extLst>
          </p:cNvPr>
          <p:cNvSpPr/>
          <p:nvPr/>
        </p:nvSpPr>
        <p:spPr>
          <a:xfrm rot="16200000">
            <a:off x="4444815" y="10179961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63" name="六邊形 62">
            <a:extLst>
              <a:ext uri="{FF2B5EF4-FFF2-40B4-BE49-F238E27FC236}">
                <a16:creationId xmlns:a16="http://schemas.microsoft.com/office/drawing/2014/main" id="{6D4C1A78-DC95-39CC-F2CF-608635D0EDAE}"/>
              </a:ext>
            </a:extLst>
          </p:cNvPr>
          <p:cNvSpPr/>
          <p:nvPr/>
        </p:nvSpPr>
        <p:spPr>
          <a:xfrm rot="16200000">
            <a:off x="4669689" y="10176442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46" name="六邊形 1345">
            <a:extLst>
              <a:ext uri="{FF2B5EF4-FFF2-40B4-BE49-F238E27FC236}">
                <a16:creationId xmlns:a16="http://schemas.microsoft.com/office/drawing/2014/main" id="{BF0427B6-9879-6CD7-6888-CD4C15DEB1EB}"/>
              </a:ext>
            </a:extLst>
          </p:cNvPr>
          <p:cNvSpPr/>
          <p:nvPr/>
        </p:nvSpPr>
        <p:spPr>
          <a:xfrm rot="5400000" flipV="1">
            <a:off x="4619018" y="10157597"/>
            <a:ext cx="236880" cy="176314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5" name="直線接點 1354">
            <a:extLst>
              <a:ext uri="{FF2B5EF4-FFF2-40B4-BE49-F238E27FC236}">
                <a16:creationId xmlns:a16="http://schemas.microsoft.com/office/drawing/2014/main" id="{91EC065C-EBA1-C5FD-A5C7-319415209B54}"/>
              </a:ext>
            </a:extLst>
          </p:cNvPr>
          <p:cNvCxnSpPr>
            <a:cxnSpLocks/>
          </p:cNvCxnSpPr>
          <p:nvPr/>
        </p:nvCxnSpPr>
        <p:spPr>
          <a:xfrm>
            <a:off x="4734836" y="10237660"/>
            <a:ext cx="7829" cy="491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4" name="流程圖: 合併 1363">
            <a:extLst>
              <a:ext uri="{FF2B5EF4-FFF2-40B4-BE49-F238E27FC236}">
                <a16:creationId xmlns:a16="http://schemas.microsoft.com/office/drawing/2014/main" id="{B0F7791F-7253-D283-0976-E90CE91664E7}"/>
              </a:ext>
            </a:extLst>
          </p:cNvPr>
          <p:cNvSpPr/>
          <p:nvPr/>
        </p:nvSpPr>
        <p:spPr>
          <a:xfrm rot="10800000" flipV="1">
            <a:off x="4631483" y="10695184"/>
            <a:ext cx="206704" cy="239232"/>
          </a:xfrm>
          <a:prstGeom prst="flowChartMerg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3" name="文字方塊 1372">
            <a:extLst>
              <a:ext uri="{FF2B5EF4-FFF2-40B4-BE49-F238E27FC236}">
                <a16:creationId xmlns:a16="http://schemas.microsoft.com/office/drawing/2014/main" id="{F75A3F36-8E17-B5DA-E113-C1F7B52D5E66}"/>
              </a:ext>
            </a:extLst>
          </p:cNvPr>
          <p:cNvSpPr txBox="1"/>
          <p:nvPr/>
        </p:nvSpPr>
        <p:spPr>
          <a:xfrm>
            <a:off x="437085" y="10147590"/>
            <a:ext cx="303133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L-N:110V</a:t>
            </a:r>
            <a:endParaRPr lang="zh-TW" altLang="en-US" sz="1801" dirty="0"/>
          </a:p>
        </p:txBody>
      </p:sp>
      <p:sp>
        <p:nvSpPr>
          <p:cNvPr id="1374" name="六邊形 1373">
            <a:extLst>
              <a:ext uri="{FF2B5EF4-FFF2-40B4-BE49-F238E27FC236}">
                <a16:creationId xmlns:a16="http://schemas.microsoft.com/office/drawing/2014/main" id="{528CE6E7-FFD1-2F3F-B7A1-242DA86C0079}"/>
              </a:ext>
            </a:extLst>
          </p:cNvPr>
          <p:cNvSpPr/>
          <p:nvPr/>
        </p:nvSpPr>
        <p:spPr>
          <a:xfrm rot="16200000">
            <a:off x="1869637" y="10189166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2" name="六邊形 1381">
            <a:extLst>
              <a:ext uri="{FF2B5EF4-FFF2-40B4-BE49-F238E27FC236}">
                <a16:creationId xmlns:a16="http://schemas.microsoft.com/office/drawing/2014/main" id="{E3A2F030-C02B-06CA-D6CF-F62650945D9E}"/>
              </a:ext>
            </a:extLst>
          </p:cNvPr>
          <p:cNvSpPr/>
          <p:nvPr/>
        </p:nvSpPr>
        <p:spPr>
          <a:xfrm rot="16200000">
            <a:off x="2098431" y="10189797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3" name="六邊形 1382">
            <a:extLst>
              <a:ext uri="{FF2B5EF4-FFF2-40B4-BE49-F238E27FC236}">
                <a16:creationId xmlns:a16="http://schemas.microsoft.com/office/drawing/2014/main" id="{8C9042CB-1BCC-A6B3-F55B-E2E6BDBE8526}"/>
              </a:ext>
            </a:extLst>
          </p:cNvPr>
          <p:cNvSpPr/>
          <p:nvPr/>
        </p:nvSpPr>
        <p:spPr>
          <a:xfrm rot="16200000">
            <a:off x="2330133" y="10189798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1" name="六邊形 1390">
            <a:extLst>
              <a:ext uri="{FF2B5EF4-FFF2-40B4-BE49-F238E27FC236}">
                <a16:creationId xmlns:a16="http://schemas.microsoft.com/office/drawing/2014/main" id="{9BD255A9-DDCE-DA4C-C84C-5DD4AB59B0A7}"/>
              </a:ext>
            </a:extLst>
          </p:cNvPr>
          <p:cNvSpPr/>
          <p:nvPr/>
        </p:nvSpPr>
        <p:spPr>
          <a:xfrm rot="16200000">
            <a:off x="2563588" y="10189800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00" name="六邊形 1399">
            <a:extLst>
              <a:ext uri="{FF2B5EF4-FFF2-40B4-BE49-F238E27FC236}">
                <a16:creationId xmlns:a16="http://schemas.microsoft.com/office/drawing/2014/main" id="{FD9F4508-523D-488E-53C2-4A8067A750BE}"/>
              </a:ext>
            </a:extLst>
          </p:cNvPr>
          <p:cNvSpPr/>
          <p:nvPr/>
        </p:nvSpPr>
        <p:spPr>
          <a:xfrm rot="16200000">
            <a:off x="2789465" y="10189800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09" name="六邊形 1408">
            <a:extLst>
              <a:ext uri="{FF2B5EF4-FFF2-40B4-BE49-F238E27FC236}">
                <a16:creationId xmlns:a16="http://schemas.microsoft.com/office/drawing/2014/main" id="{2CB2E620-9109-1690-7440-8C329C8A9A41}"/>
              </a:ext>
            </a:extLst>
          </p:cNvPr>
          <p:cNvSpPr/>
          <p:nvPr/>
        </p:nvSpPr>
        <p:spPr>
          <a:xfrm rot="16200000">
            <a:off x="3026834" y="10189801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17" name="矩形 1416">
            <a:extLst>
              <a:ext uri="{FF2B5EF4-FFF2-40B4-BE49-F238E27FC236}">
                <a16:creationId xmlns:a16="http://schemas.microsoft.com/office/drawing/2014/main" id="{10A729A6-A984-AF21-C096-8375A7B4951D}"/>
              </a:ext>
            </a:extLst>
          </p:cNvPr>
          <p:cNvSpPr/>
          <p:nvPr/>
        </p:nvSpPr>
        <p:spPr>
          <a:xfrm rot="16200000">
            <a:off x="3041231" y="9572980"/>
            <a:ext cx="329500" cy="3399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0" name="六邊形 1419">
            <a:extLst>
              <a:ext uri="{FF2B5EF4-FFF2-40B4-BE49-F238E27FC236}">
                <a16:creationId xmlns:a16="http://schemas.microsoft.com/office/drawing/2014/main" id="{3D0C1285-5987-1E5A-2A13-B6EFF95E2856}"/>
              </a:ext>
            </a:extLst>
          </p:cNvPr>
          <p:cNvSpPr/>
          <p:nvPr/>
        </p:nvSpPr>
        <p:spPr>
          <a:xfrm rot="16200000">
            <a:off x="3253321" y="11179710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26" name="六邊形 1425">
            <a:extLst>
              <a:ext uri="{FF2B5EF4-FFF2-40B4-BE49-F238E27FC236}">
                <a16:creationId xmlns:a16="http://schemas.microsoft.com/office/drawing/2014/main" id="{667CD7C5-9B4C-A197-9C6E-F4A537E2193B}"/>
              </a:ext>
            </a:extLst>
          </p:cNvPr>
          <p:cNvSpPr/>
          <p:nvPr/>
        </p:nvSpPr>
        <p:spPr>
          <a:xfrm rot="16200000">
            <a:off x="4598580" y="11180341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35" name="六邊形 1434">
            <a:extLst>
              <a:ext uri="{FF2B5EF4-FFF2-40B4-BE49-F238E27FC236}">
                <a16:creationId xmlns:a16="http://schemas.microsoft.com/office/drawing/2014/main" id="{C0D94657-2C4E-F126-B703-219938CF8931}"/>
              </a:ext>
            </a:extLst>
          </p:cNvPr>
          <p:cNvSpPr/>
          <p:nvPr/>
        </p:nvSpPr>
        <p:spPr>
          <a:xfrm rot="16200000">
            <a:off x="3482115" y="11180341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44" name="六邊形 1443">
            <a:extLst>
              <a:ext uri="{FF2B5EF4-FFF2-40B4-BE49-F238E27FC236}">
                <a16:creationId xmlns:a16="http://schemas.microsoft.com/office/drawing/2014/main" id="{270BAF48-0051-A4BA-BEAA-9A35B1808C97}"/>
              </a:ext>
            </a:extLst>
          </p:cNvPr>
          <p:cNvSpPr/>
          <p:nvPr/>
        </p:nvSpPr>
        <p:spPr>
          <a:xfrm rot="16200000">
            <a:off x="3713817" y="11180342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54" name="六邊形 1453">
            <a:extLst>
              <a:ext uri="{FF2B5EF4-FFF2-40B4-BE49-F238E27FC236}">
                <a16:creationId xmlns:a16="http://schemas.microsoft.com/office/drawing/2014/main" id="{DCB78EDD-01B3-2C11-2ADB-10FCF626D302}"/>
              </a:ext>
            </a:extLst>
          </p:cNvPr>
          <p:cNvSpPr/>
          <p:nvPr/>
        </p:nvSpPr>
        <p:spPr>
          <a:xfrm rot="16200000">
            <a:off x="3947271" y="11180344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63" name="六邊形 1462">
            <a:extLst>
              <a:ext uri="{FF2B5EF4-FFF2-40B4-BE49-F238E27FC236}">
                <a16:creationId xmlns:a16="http://schemas.microsoft.com/office/drawing/2014/main" id="{35E6CA28-2015-DA73-3D71-EDAA5B526D5E}"/>
              </a:ext>
            </a:extLst>
          </p:cNvPr>
          <p:cNvSpPr/>
          <p:nvPr/>
        </p:nvSpPr>
        <p:spPr>
          <a:xfrm rot="16200000">
            <a:off x="4173150" y="11180344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28" name="六邊形 127">
            <a:extLst>
              <a:ext uri="{FF2B5EF4-FFF2-40B4-BE49-F238E27FC236}">
                <a16:creationId xmlns:a16="http://schemas.microsoft.com/office/drawing/2014/main" id="{6050A82C-5396-537C-532F-3DCB6EC235C1}"/>
              </a:ext>
            </a:extLst>
          </p:cNvPr>
          <p:cNvSpPr/>
          <p:nvPr/>
        </p:nvSpPr>
        <p:spPr>
          <a:xfrm rot="16200000">
            <a:off x="4410517" y="11180346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29" name="六邊形 128">
            <a:extLst>
              <a:ext uri="{FF2B5EF4-FFF2-40B4-BE49-F238E27FC236}">
                <a16:creationId xmlns:a16="http://schemas.microsoft.com/office/drawing/2014/main" id="{023F6286-431F-33EE-63AC-1F04E2ED9469}"/>
              </a:ext>
            </a:extLst>
          </p:cNvPr>
          <p:cNvSpPr/>
          <p:nvPr/>
        </p:nvSpPr>
        <p:spPr>
          <a:xfrm rot="16200000">
            <a:off x="4635390" y="11176826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0" name="六邊形 129">
            <a:extLst>
              <a:ext uri="{FF2B5EF4-FFF2-40B4-BE49-F238E27FC236}">
                <a16:creationId xmlns:a16="http://schemas.microsoft.com/office/drawing/2014/main" id="{8F3DF6A0-7F47-869F-CC1C-1D7EB8544F93}"/>
              </a:ext>
            </a:extLst>
          </p:cNvPr>
          <p:cNvSpPr/>
          <p:nvPr/>
        </p:nvSpPr>
        <p:spPr>
          <a:xfrm rot="5400000" flipV="1">
            <a:off x="4584719" y="11157981"/>
            <a:ext cx="236880" cy="176314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C1DD6ADE-0F38-8D9D-19F2-1E1109455835}"/>
              </a:ext>
            </a:extLst>
          </p:cNvPr>
          <p:cNvCxnSpPr>
            <a:cxnSpLocks/>
          </p:cNvCxnSpPr>
          <p:nvPr/>
        </p:nvCxnSpPr>
        <p:spPr>
          <a:xfrm>
            <a:off x="4700537" y="11238044"/>
            <a:ext cx="7829" cy="4910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六邊形 131">
            <a:extLst>
              <a:ext uri="{FF2B5EF4-FFF2-40B4-BE49-F238E27FC236}">
                <a16:creationId xmlns:a16="http://schemas.microsoft.com/office/drawing/2014/main" id="{7F92AF31-CFC1-89B7-5403-31E5A83741B7}"/>
              </a:ext>
            </a:extLst>
          </p:cNvPr>
          <p:cNvSpPr/>
          <p:nvPr/>
        </p:nvSpPr>
        <p:spPr>
          <a:xfrm rot="16200000">
            <a:off x="1835338" y="11189551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3" name="六邊形 132">
            <a:extLst>
              <a:ext uri="{FF2B5EF4-FFF2-40B4-BE49-F238E27FC236}">
                <a16:creationId xmlns:a16="http://schemas.microsoft.com/office/drawing/2014/main" id="{35B6DE00-3B1C-97E7-76F5-B339F32DA357}"/>
              </a:ext>
            </a:extLst>
          </p:cNvPr>
          <p:cNvSpPr/>
          <p:nvPr/>
        </p:nvSpPr>
        <p:spPr>
          <a:xfrm rot="16200000">
            <a:off x="2064132" y="11190181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4" name="六邊形 133">
            <a:extLst>
              <a:ext uri="{FF2B5EF4-FFF2-40B4-BE49-F238E27FC236}">
                <a16:creationId xmlns:a16="http://schemas.microsoft.com/office/drawing/2014/main" id="{3B9D6225-8F17-5279-F74C-2C94E044B32C}"/>
              </a:ext>
            </a:extLst>
          </p:cNvPr>
          <p:cNvSpPr/>
          <p:nvPr/>
        </p:nvSpPr>
        <p:spPr>
          <a:xfrm rot="16200000">
            <a:off x="2295834" y="11190182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5" name="六邊形 134">
            <a:extLst>
              <a:ext uri="{FF2B5EF4-FFF2-40B4-BE49-F238E27FC236}">
                <a16:creationId xmlns:a16="http://schemas.microsoft.com/office/drawing/2014/main" id="{27358CE3-9BFD-8558-6C32-22DD8EA4653D}"/>
              </a:ext>
            </a:extLst>
          </p:cNvPr>
          <p:cNvSpPr/>
          <p:nvPr/>
        </p:nvSpPr>
        <p:spPr>
          <a:xfrm rot="16200000">
            <a:off x="2529289" y="11190185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3" name="六邊形 142">
            <a:extLst>
              <a:ext uri="{FF2B5EF4-FFF2-40B4-BE49-F238E27FC236}">
                <a16:creationId xmlns:a16="http://schemas.microsoft.com/office/drawing/2014/main" id="{C6C2908E-901C-172F-1B05-F023BA69362E}"/>
              </a:ext>
            </a:extLst>
          </p:cNvPr>
          <p:cNvSpPr/>
          <p:nvPr/>
        </p:nvSpPr>
        <p:spPr>
          <a:xfrm rot="16200000">
            <a:off x="2755166" y="11190185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5" name="六邊形 144">
            <a:extLst>
              <a:ext uri="{FF2B5EF4-FFF2-40B4-BE49-F238E27FC236}">
                <a16:creationId xmlns:a16="http://schemas.microsoft.com/office/drawing/2014/main" id="{22D456A1-7553-F81B-FF29-61CC9D3CA094}"/>
              </a:ext>
            </a:extLst>
          </p:cNvPr>
          <p:cNvSpPr/>
          <p:nvPr/>
        </p:nvSpPr>
        <p:spPr>
          <a:xfrm rot="16200000">
            <a:off x="2992535" y="11190186"/>
            <a:ext cx="160793" cy="143943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A1F97EDA-ACBD-5B7D-0DD3-1FEF700E8666}"/>
              </a:ext>
            </a:extLst>
          </p:cNvPr>
          <p:cNvCxnSpPr>
            <a:cxnSpLocks/>
          </p:cNvCxnSpPr>
          <p:nvPr/>
        </p:nvCxnSpPr>
        <p:spPr>
          <a:xfrm rot="5400000">
            <a:off x="4702833" y="11620795"/>
            <a:ext cx="0" cy="21129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8CEFF930-A28A-19A8-0E42-48122D0924A8}"/>
              </a:ext>
            </a:extLst>
          </p:cNvPr>
          <p:cNvCxnSpPr>
            <a:cxnSpLocks/>
          </p:cNvCxnSpPr>
          <p:nvPr/>
        </p:nvCxnSpPr>
        <p:spPr>
          <a:xfrm rot="5400000">
            <a:off x="4702013" y="11693743"/>
            <a:ext cx="0" cy="1743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0BCEE7F0-89C7-0F48-D093-2D0135D9CF18}"/>
              </a:ext>
            </a:extLst>
          </p:cNvPr>
          <p:cNvCxnSpPr>
            <a:cxnSpLocks/>
          </p:cNvCxnSpPr>
          <p:nvPr/>
        </p:nvCxnSpPr>
        <p:spPr>
          <a:xfrm rot="5400000">
            <a:off x="4696170" y="11767179"/>
            <a:ext cx="0" cy="1197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071BE76B-F1B8-B0B1-CE2B-285F8AAF05D2}"/>
              </a:ext>
            </a:extLst>
          </p:cNvPr>
          <p:cNvSpPr txBox="1"/>
          <p:nvPr/>
        </p:nvSpPr>
        <p:spPr>
          <a:xfrm>
            <a:off x="5052648" y="10072465"/>
            <a:ext cx="1103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Nature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1AA0235F-E85B-F2AE-D7C9-45A4BDF9E57D}"/>
              </a:ext>
            </a:extLst>
          </p:cNvPr>
          <p:cNvSpPr txBox="1"/>
          <p:nvPr/>
        </p:nvSpPr>
        <p:spPr>
          <a:xfrm>
            <a:off x="5040018" y="10966314"/>
            <a:ext cx="933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0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Gnd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E67C217-8F65-05E1-7007-2FC8E2985500}"/>
              </a:ext>
            </a:extLst>
          </p:cNvPr>
          <p:cNvCxnSpPr>
            <a:cxnSpLocks/>
          </p:cNvCxnSpPr>
          <p:nvPr/>
        </p:nvCxnSpPr>
        <p:spPr>
          <a:xfrm rot="5400000" flipH="1">
            <a:off x="4884818" y="6004202"/>
            <a:ext cx="7313" cy="8860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橢圓 3">
            <a:extLst>
              <a:ext uri="{FF2B5EF4-FFF2-40B4-BE49-F238E27FC236}">
                <a16:creationId xmlns:a16="http://schemas.microsoft.com/office/drawing/2014/main" id="{A7EB0A41-0F9A-5443-835C-3F844AEB10B6}"/>
              </a:ext>
            </a:extLst>
          </p:cNvPr>
          <p:cNvSpPr/>
          <p:nvPr/>
        </p:nvSpPr>
        <p:spPr>
          <a:xfrm rot="5400000">
            <a:off x="2028003" y="6404461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0CDC3AA-1D3F-B392-1C79-65A3329AB53E}"/>
              </a:ext>
            </a:extLst>
          </p:cNvPr>
          <p:cNvCxnSpPr>
            <a:cxnSpLocks/>
          </p:cNvCxnSpPr>
          <p:nvPr/>
        </p:nvCxnSpPr>
        <p:spPr>
          <a:xfrm rot="5400000">
            <a:off x="2865185" y="5964070"/>
            <a:ext cx="2763" cy="9590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6E377E1E-7CF4-7C1A-CF4F-0BE70BA8BF85}"/>
              </a:ext>
            </a:extLst>
          </p:cNvPr>
          <p:cNvSpPr/>
          <p:nvPr/>
        </p:nvSpPr>
        <p:spPr>
          <a:xfrm rot="5134159">
            <a:off x="2282914" y="6399801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B3142351-C6FB-4045-2D7B-E4E9D997B348}"/>
              </a:ext>
            </a:extLst>
          </p:cNvPr>
          <p:cNvCxnSpPr>
            <a:cxnSpLocks/>
          </p:cNvCxnSpPr>
          <p:nvPr/>
        </p:nvCxnSpPr>
        <p:spPr>
          <a:xfrm rot="5400000">
            <a:off x="1642833" y="6055179"/>
            <a:ext cx="5247" cy="796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2456ABE8-6669-83FE-4F43-B89AAF184BEC}"/>
              </a:ext>
            </a:extLst>
          </p:cNvPr>
          <p:cNvSpPr/>
          <p:nvPr/>
        </p:nvSpPr>
        <p:spPr>
          <a:xfrm rot="16200000">
            <a:off x="2065901" y="6287081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F2557EB2-DB97-3335-D3DA-D82E93C7E8FE}"/>
              </a:ext>
            </a:extLst>
          </p:cNvPr>
          <p:cNvCxnSpPr/>
          <p:nvPr/>
        </p:nvCxnSpPr>
        <p:spPr>
          <a:xfrm rot="5400000" flipH="1">
            <a:off x="2730656" y="6326662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025AB203-CDDE-D5DB-4418-4DD7F92D86A1}"/>
              </a:ext>
            </a:extLst>
          </p:cNvPr>
          <p:cNvSpPr/>
          <p:nvPr/>
        </p:nvSpPr>
        <p:spPr>
          <a:xfrm rot="5400000">
            <a:off x="2028003" y="7634830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0801D46B-9CB6-B589-6367-90190D7AFD60}"/>
              </a:ext>
            </a:extLst>
          </p:cNvPr>
          <p:cNvCxnSpPr>
            <a:cxnSpLocks/>
          </p:cNvCxnSpPr>
          <p:nvPr/>
        </p:nvCxnSpPr>
        <p:spPr>
          <a:xfrm rot="5400000">
            <a:off x="2865185" y="7194440"/>
            <a:ext cx="2763" cy="9590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9F497778-86FE-B30E-859B-A0502CFFF335}"/>
              </a:ext>
            </a:extLst>
          </p:cNvPr>
          <p:cNvSpPr/>
          <p:nvPr/>
        </p:nvSpPr>
        <p:spPr>
          <a:xfrm rot="5134159">
            <a:off x="2282914" y="7630169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B368B9B-D10C-2B94-DE46-9D266D63FD96}"/>
              </a:ext>
            </a:extLst>
          </p:cNvPr>
          <p:cNvCxnSpPr>
            <a:cxnSpLocks/>
          </p:cNvCxnSpPr>
          <p:nvPr/>
        </p:nvCxnSpPr>
        <p:spPr>
          <a:xfrm rot="5400000">
            <a:off x="1642833" y="7285549"/>
            <a:ext cx="5247" cy="796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CDFECB91-05C2-55BC-C316-A0F063B44802}"/>
              </a:ext>
            </a:extLst>
          </p:cNvPr>
          <p:cNvSpPr/>
          <p:nvPr/>
        </p:nvSpPr>
        <p:spPr>
          <a:xfrm rot="16200000">
            <a:off x="2065901" y="7502805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F5EC4EA-D43D-C640-9DED-5233D0313DFD}"/>
              </a:ext>
            </a:extLst>
          </p:cNvPr>
          <p:cNvCxnSpPr/>
          <p:nvPr/>
        </p:nvCxnSpPr>
        <p:spPr>
          <a:xfrm rot="5400000" flipH="1">
            <a:off x="2730656" y="7557030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C51A033A-E309-9CFC-221B-1A9D6732D421}"/>
              </a:ext>
            </a:extLst>
          </p:cNvPr>
          <p:cNvSpPr/>
          <p:nvPr/>
        </p:nvSpPr>
        <p:spPr>
          <a:xfrm rot="5400000">
            <a:off x="4136061" y="6388195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8CD39FF-1AAE-9E8E-2D63-9C653D47C0E0}"/>
              </a:ext>
            </a:extLst>
          </p:cNvPr>
          <p:cNvSpPr/>
          <p:nvPr/>
        </p:nvSpPr>
        <p:spPr>
          <a:xfrm rot="5134159">
            <a:off x="4390973" y="6394628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6B9FD539-E4C3-42BD-BD14-64D1FD0FFEE8}"/>
              </a:ext>
            </a:extLst>
          </p:cNvPr>
          <p:cNvCxnSpPr>
            <a:cxnSpLocks/>
          </p:cNvCxnSpPr>
          <p:nvPr/>
        </p:nvCxnSpPr>
        <p:spPr>
          <a:xfrm rot="5400000">
            <a:off x="3750892" y="6038913"/>
            <a:ext cx="5247" cy="796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弧形 26">
            <a:extLst>
              <a:ext uri="{FF2B5EF4-FFF2-40B4-BE49-F238E27FC236}">
                <a16:creationId xmlns:a16="http://schemas.microsoft.com/office/drawing/2014/main" id="{63420DE3-90F6-96CC-7B14-CF77012D4B6E}"/>
              </a:ext>
            </a:extLst>
          </p:cNvPr>
          <p:cNvSpPr/>
          <p:nvPr/>
        </p:nvSpPr>
        <p:spPr>
          <a:xfrm rot="16200000">
            <a:off x="4126127" y="6252945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AD31544E-FC4F-2759-719C-B9D1CDDF4588}"/>
              </a:ext>
            </a:extLst>
          </p:cNvPr>
          <p:cNvCxnSpPr/>
          <p:nvPr/>
        </p:nvCxnSpPr>
        <p:spPr>
          <a:xfrm rot="5400000" flipH="1">
            <a:off x="3642589" y="6332583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>
            <a:extLst>
              <a:ext uri="{FF2B5EF4-FFF2-40B4-BE49-F238E27FC236}">
                <a16:creationId xmlns:a16="http://schemas.microsoft.com/office/drawing/2014/main" id="{9F909EC9-D045-D4C7-473E-2CB65028A529}"/>
              </a:ext>
            </a:extLst>
          </p:cNvPr>
          <p:cNvSpPr/>
          <p:nvPr/>
        </p:nvSpPr>
        <p:spPr>
          <a:xfrm rot="5400000">
            <a:off x="4102339" y="7629657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5CF9502B-3F0A-D4FB-2F5F-E00AFF3B2CF4}"/>
              </a:ext>
            </a:extLst>
          </p:cNvPr>
          <p:cNvCxnSpPr>
            <a:cxnSpLocks/>
          </p:cNvCxnSpPr>
          <p:nvPr/>
        </p:nvCxnSpPr>
        <p:spPr>
          <a:xfrm rot="5400000">
            <a:off x="4863260" y="7214618"/>
            <a:ext cx="3876" cy="9330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橢圓 31">
            <a:extLst>
              <a:ext uri="{FF2B5EF4-FFF2-40B4-BE49-F238E27FC236}">
                <a16:creationId xmlns:a16="http://schemas.microsoft.com/office/drawing/2014/main" id="{97B719EA-6F74-6E65-AFC3-B068C894E7DB}"/>
              </a:ext>
            </a:extLst>
          </p:cNvPr>
          <p:cNvSpPr/>
          <p:nvPr/>
        </p:nvSpPr>
        <p:spPr>
          <a:xfrm rot="5134159">
            <a:off x="4357250" y="7637941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757D7E1B-D3EB-C934-F732-1D9D8CC1D561}"/>
              </a:ext>
            </a:extLst>
          </p:cNvPr>
          <p:cNvCxnSpPr>
            <a:cxnSpLocks/>
          </p:cNvCxnSpPr>
          <p:nvPr/>
        </p:nvCxnSpPr>
        <p:spPr>
          <a:xfrm rot="5400000" flipH="1">
            <a:off x="3723193" y="7281155"/>
            <a:ext cx="7931" cy="7819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弧形 33">
            <a:extLst>
              <a:ext uri="{FF2B5EF4-FFF2-40B4-BE49-F238E27FC236}">
                <a16:creationId xmlns:a16="http://schemas.microsoft.com/office/drawing/2014/main" id="{56E6B863-C4F5-CC29-EDB5-5D5E088EF761}"/>
              </a:ext>
            </a:extLst>
          </p:cNvPr>
          <p:cNvSpPr/>
          <p:nvPr/>
        </p:nvSpPr>
        <p:spPr>
          <a:xfrm rot="16200000">
            <a:off x="4134204" y="7507059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9DAA3320-EB66-9798-F126-D39E214AC85A}"/>
              </a:ext>
            </a:extLst>
          </p:cNvPr>
          <p:cNvCxnSpPr/>
          <p:nvPr/>
        </p:nvCxnSpPr>
        <p:spPr>
          <a:xfrm rot="5400000" flipH="1">
            <a:off x="3703116" y="7575899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CE61702-F37E-6B81-75BA-A78B63C07C97}"/>
              </a:ext>
            </a:extLst>
          </p:cNvPr>
          <p:cNvSpPr txBox="1"/>
          <p:nvPr/>
        </p:nvSpPr>
        <p:spPr>
          <a:xfrm>
            <a:off x="3982908" y="5770954"/>
            <a:ext cx="113932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A3E9CE2-71A1-04C5-B855-5C990C07946F}"/>
              </a:ext>
            </a:extLst>
          </p:cNvPr>
          <p:cNvSpPr txBox="1"/>
          <p:nvPr/>
        </p:nvSpPr>
        <p:spPr>
          <a:xfrm>
            <a:off x="3975138" y="7059542"/>
            <a:ext cx="113932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A9C162A-4F16-3A30-AF02-227BADDBB0E5}"/>
              </a:ext>
            </a:extLst>
          </p:cNvPr>
          <p:cNvSpPr txBox="1"/>
          <p:nvPr/>
        </p:nvSpPr>
        <p:spPr>
          <a:xfrm>
            <a:off x="1870977" y="7046471"/>
            <a:ext cx="113932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093A4D9-A384-75A5-08DB-52944197C00C}"/>
              </a:ext>
            </a:extLst>
          </p:cNvPr>
          <p:cNvSpPr txBox="1"/>
          <p:nvPr/>
        </p:nvSpPr>
        <p:spPr>
          <a:xfrm>
            <a:off x="5382699" y="7429489"/>
            <a:ext cx="1088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洗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5EC0869-4040-E87E-0854-E2F75CD39A59}"/>
              </a:ext>
            </a:extLst>
          </p:cNvPr>
          <p:cNvSpPr/>
          <p:nvPr/>
        </p:nvSpPr>
        <p:spPr>
          <a:xfrm rot="5400000">
            <a:off x="2026004" y="8813598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C4C876F0-9580-382A-9093-0C875302588C}"/>
              </a:ext>
            </a:extLst>
          </p:cNvPr>
          <p:cNvCxnSpPr>
            <a:cxnSpLocks/>
          </p:cNvCxnSpPr>
          <p:nvPr/>
        </p:nvCxnSpPr>
        <p:spPr>
          <a:xfrm rot="5400000">
            <a:off x="2863188" y="8373208"/>
            <a:ext cx="2763" cy="9590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F8666C7E-8DC9-28AB-7506-1DC33DCD1C1C}"/>
              </a:ext>
            </a:extLst>
          </p:cNvPr>
          <p:cNvSpPr/>
          <p:nvPr/>
        </p:nvSpPr>
        <p:spPr>
          <a:xfrm rot="5134159">
            <a:off x="2280915" y="8808937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3AE01E4-465B-F92D-4FC1-2B0A17C2DDC8}"/>
              </a:ext>
            </a:extLst>
          </p:cNvPr>
          <p:cNvCxnSpPr>
            <a:cxnSpLocks/>
          </p:cNvCxnSpPr>
          <p:nvPr/>
        </p:nvCxnSpPr>
        <p:spPr>
          <a:xfrm rot="5400000">
            <a:off x="1640836" y="8464317"/>
            <a:ext cx="5247" cy="796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弧形 38">
            <a:extLst>
              <a:ext uri="{FF2B5EF4-FFF2-40B4-BE49-F238E27FC236}">
                <a16:creationId xmlns:a16="http://schemas.microsoft.com/office/drawing/2014/main" id="{C8BE60D6-A147-3D18-A724-2EF8EE24A478}"/>
              </a:ext>
            </a:extLst>
          </p:cNvPr>
          <p:cNvSpPr/>
          <p:nvPr/>
        </p:nvSpPr>
        <p:spPr>
          <a:xfrm rot="16200000">
            <a:off x="2063902" y="8681573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235370B2-F16A-06A2-B892-7AF612D552AA}"/>
              </a:ext>
            </a:extLst>
          </p:cNvPr>
          <p:cNvCxnSpPr/>
          <p:nvPr/>
        </p:nvCxnSpPr>
        <p:spPr>
          <a:xfrm rot="5400000" flipH="1">
            <a:off x="2728659" y="8735798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43">
            <a:extLst>
              <a:ext uri="{FF2B5EF4-FFF2-40B4-BE49-F238E27FC236}">
                <a16:creationId xmlns:a16="http://schemas.microsoft.com/office/drawing/2014/main" id="{AC58F406-207E-2222-1407-6957DEB7B98E}"/>
              </a:ext>
            </a:extLst>
          </p:cNvPr>
          <p:cNvSpPr/>
          <p:nvPr/>
        </p:nvSpPr>
        <p:spPr>
          <a:xfrm rot="5400000">
            <a:off x="4100340" y="8808425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7E202DEA-4972-CD01-6A4B-B73E1A010010}"/>
              </a:ext>
            </a:extLst>
          </p:cNvPr>
          <p:cNvCxnSpPr>
            <a:cxnSpLocks/>
          </p:cNvCxnSpPr>
          <p:nvPr/>
        </p:nvCxnSpPr>
        <p:spPr>
          <a:xfrm rot="5400000">
            <a:off x="4861263" y="8393386"/>
            <a:ext cx="3876" cy="9330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>
            <a:extLst>
              <a:ext uri="{FF2B5EF4-FFF2-40B4-BE49-F238E27FC236}">
                <a16:creationId xmlns:a16="http://schemas.microsoft.com/office/drawing/2014/main" id="{53397BF4-EEF6-F7D7-7D4B-65698272D6B1}"/>
              </a:ext>
            </a:extLst>
          </p:cNvPr>
          <p:cNvSpPr/>
          <p:nvPr/>
        </p:nvSpPr>
        <p:spPr>
          <a:xfrm rot="5134159">
            <a:off x="4355251" y="8816709"/>
            <a:ext cx="109979" cy="9810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088B854D-9EF3-236E-30E6-7CE2CBFA01AB}"/>
              </a:ext>
            </a:extLst>
          </p:cNvPr>
          <p:cNvCxnSpPr>
            <a:cxnSpLocks/>
          </p:cNvCxnSpPr>
          <p:nvPr/>
        </p:nvCxnSpPr>
        <p:spPr>
          <a:xfrm rot="5400000" flipH="1">
            <a:off x="3721196" y="8459923"/>
            <a:ext cx="7931" cy="7819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弧形 48">
            <a:extLst>
              <a:ext uri="{FF2B5EF4-FFF2-40B4-BE49-F238E27FC236}">
                <a16:creationId xmlns:a16="http://schemas.microsoft.com/office/drawing/2014/main" id="{BAD8021E-CED1-98C3-C8A7-441C2ECBD78C}"/>
              </a:ext>
            </a:extLst>
          </p:cNvPr>
          <p:cNvSpPr/>
          <p:nvPr/>
        </p:nvSpPr>
        <p:spPr>
          <a:xfrm rot="16200000">
            <a:off x="4132204" y="8685827"/>
            <a:ext cx="318996" cy="249233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33828729-A2D2-28B0-32FB-9419DB88EA75}"/>
              </a:ext>
            </a:extLst>
          </p:cNvPr>
          <p:cNvCxnSpPr/>
          <p:nvPr/>
        </p:nvCxnSpPr>
        <p:spPr>
          <a:xfrm rot="5400000" flipH="1">
            <a:off x="3701118" y="8754667"/>
            <a:ext cx="199961" cy="2061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5" name="文字方塊 1344">
            <a:extLst>
              <a:ext uri="{FF2B5EF4-FFF2-40B4-BE49-F238E27FC236}">
                <a16:creationId xmlns:a16="http://schemas.microsoft.com/office/drawing/2014/main" id="{2C334CB9-338C-5AD3-C1D4-9AC5EF95F287}"/>
              </a:ext>
            </a:extLst>
          </p:cNvPr>
          <p:cNvSpPr txBox="1"/>
          <p:nvPr/>
        </p:nvSpPr>
        <p:spPr>
          <a:xfrm>
            <a:off x="5265498" y="3769363"/>
            <a:ext cx="1088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洗</a:t>
            </a:r>
          </a:p>
        </p:txBody>
      </p: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C748FE3B-D24F-C386-1C37-158218E09686}"/>
              </a:ext>
            </a:extLst>
          </p:cNvPr>
          <p:cNvSpPr txBox="1"/>
          <p:nvPr/>
        </p:nvSpPr>
        <p:spPr>
          <a:xfrm>
            <a:off x="5202468" y="4946654"/>
            <a:ext cx="1414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後段廁所</a:t>
            </a:r>
          </a:p>
        </p:txBody>
      </p:sp>
      <p:sp>
        <p:nvSpPr>
          <p:cNvPr id="1348" name="文字方塊 1347">
            <a:extLst>
              <a:ext uri="{FF2B5EF4-FFF2-40B4-BE49-F238E27FC236}">
                <a16:creationId xmlns:a16="http://schemas.microsoft.com/office/drawing/2014/main" id="{3A267291-5E32-5810-4BEA-49652E2AA2E9}"/>
              </a:ext>
            </a:extLst>
          </p:cNvPr>
          <p:cNvSpPr txBox="1"/>
          <p:nvPr/>
        </p:nvSpPr>
        <p:spPr>
          <a:xfrm>
            <a:off x="4995200" y="6214784"/>
            <a:ext cx="1414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  後陽台</a:t>
            </a:r>
          </a:p>
        </p:txBody>
      </p:sp>
      <p:sp>
        <p:nvSpPr>
          <p:cNvPr id="1349" name="文字方塊 1348">
            <a:extLst>
              <a:ext uri="{FF2B5EF4-FFF2-40B4-BE49-F238E27FC236}">
                <a16:creationId xmlns:a16="http://schemas.microsoft.com/office/drawing/2014/main" id="{18EA9BF6-E729-AB49-AB4B-3D49DF612068}"/>
              </a:ext>
            </a:extLst>
          </p:cNvPr>
          <p:cNvSpPr txBox="1"/>
          <p:nvPr/>
        </p:nvSpPr>
        <p:spPr>
          <a:xfrm>
            <a:off x="5435476" y="8608257"/>
            <a:ext cx="1088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洗</a:t>
            </a:r>
          </a:p>
        </p:txBody>
      </p:sp>
      <p:sp>
        <p:nvSpPr>
          <p:cNvPr id="1353" name="文字方塊 1352">
            <a:extLst>
              <a:ext uri="{FF2B5EF4-FFF2-40B4-BE49-F238E27FC236}">
                <a16:creationId xmlns:a16="http://schemas.microsoft.com/office/drawing/2014/main" id="{3B619DE5-E48F-0FDC-1103-E14C8B443BEF}"/>
              </a:ext>
            </a:extLst>
          </p:cNvPr>
          <p:cNvSpPr txBox="1"/>
          <p:nvPr/>
        </p:nvSpPr>
        <p:spPr>
          <a:xfrm>
            <a:off x="258843" y="5020275"/>
            <a:ext cx="1088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浴室</a:t>
            </a:r>
          </a:p>
        </p:txBody>
      </p:sp>
      <p:sp>
        <p:nvSpPr>
          <p:cNvPr id="1354" name="文字方塊 1353">
            <a:extLst>
              <a:ext uri="{FF2B5EF4-FFF2-40B4-BE49-F238E27FC236}">
                <a16:creationId xmlns:a16="http://schemas.microsoft.com/office/drawing/2014/main" id="{7B383261-A68F-C20A-0284-A4195C2DFE9F}"/>
              </a:ext>
            </a:extLst>
          </p:cNvPr>
          <p:cNvSpPr txBox="1"/>
          <p:nvPr/>
        </p:nvSpPr>
        <p:spPr>
          <a:xfrm>
            <a:off x="258842" y="7488321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浴室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A05A90-B101-E98E-78DB-2F2AE7730EF4}"/>
              </a:ext>
            </a:extLst>
          </p:cNvPr>
          <p:cNvSpPr txBox="1"/>
          <p:nvPr/>
        </p:nvSpPr>
        <p:spPr>
          <a:xfrm>
            <a:off x="2500331" y="890975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F2A723-4059-AE07-798B-07E2D3798FA0}"/>
              </a:ext>
            </a:extLst>
          </p:cNvPr>
          <p:cNvSpPr txBox="1"/>
          <p:nvPr/>
        </p:nvSpPr>
        <p:spPr>
          <a:xfrm>
            <a:off x="299080" y="242410"/>
            <a:ext cx="6715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4F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JCA4F-D2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前廳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09556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8763-CD4F-3172-2014-7159E7461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E66476-6A4C-C882-E1C4-7C355BC7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6958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18</a:t>
            </a:fld>
            <a:endParaRPr lang="zh-TW" altLang="en-US" dirty="0"/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89A8327C-1C5E-7125-934D-77AC7E2F1D93}"/>
              </a:ext>
            </a:extLst>
          </p:cNvPr>
          <p:cNvCxnSpPr>
            <a:cxnSpLocks/>
          </p:cNvCxnSpPr>
          <p:nvPr/>
        </p:nvCxnSpPr>
        <p:spPr>
          <a:xfrm rot="5400000" flipH="1">
            <a:off x="5002855" y="3752057"/>
            <a:ext cx="6868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ADF2671A-36E6-F253-8E17-A90FFC0E2790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>
            <a:off x="411077" y="5816181"/>
            <a:ext cx="6095770" cy="64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73AA9F15-C251-ACEC-0BB9-421EA71FDFE8}"/>
              </a:ext>
            </a:extLst>
          </p:cNvPr>
          <p:cNvSpPr/>
          <p:nvPr/>
        </p:nvSpPr>
        <p:spPr>
          <a:xfrm>
            <a:off x="3366925" y="2445623"/>
            <a:ext cx="276753" cy="274332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EE1C2B1A-8174-8CF9-4448-30973CF258DC}"/>
              </a:ext>
            </a:extLst>
          </p:cNvPr>
          <p:cNvSpPr/>
          <p:nvPr/>
        </p:nvSpPr>
        <p:spPr>
          <a:xfrm rot="15992770">
            <a:off x="3400999" y="2670078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F02C3A6-379A-C93A-AD54-57808DD41722}"/>
              </a:ext>
            </a:extLst>
          </p:cNvPr>
          <p:cNvSpPr/>
          <p:nvPr/>
        </p:nvSpPr>
        <p:spPr>
          <a:xfrm rot="16200000">
            <a:off x="3401001" y="2387085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811A4B2D-073D-8D3D-DDEB-62AC3FA5FB5A}"/>
              </a:ext>
            </a:extLst>
          </p:cNvPr>
          <p:cNvCxnSpPr>
            <a:cxnSpLocks/>
          </p:cNvCxnSpPr>
          <p:nvPr/>
        </p:nvCxnSpPr>
        <p:spPr>
          <a:xfrm rot="5400000" flipH="1">
            <a:off x="3008352" y="1958788"/>
            <a:ext cx="871508" cy="123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7FF4740A-5B0A-5DAF-F6BE-CB9B470A4259}"/>
              </a:ext>
            </a:extLst>
          </p:cNvPr>
          <p:cNvSpPr txBox="1"/>
          <p:nvPr/>
        </p:nvSpPr>
        <p:spPr>
          <a:xfrm>
            <a:off x="3620431" y="2392966"/>
            <a:ext cx="71045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50A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DA24172A-4534-1BFE-1F09-C29B12A63EC0}"/>
              </a:ext>
            </a:extLst>
          </p:cNvPr>
          <p:cNvSpPr/>
          <p:nvPr/>
        </p:nvSpPr>
        <p:spPr>
          <a:xfrm rot="5400000">
            <a:off x="2101947" y="4158564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4753E00E-8547-876C-1A63-8033E0135CD5}"/>
              </a:ext>
            </a:extLst>
          </p:cNvPr>
          <p:cNvGrpSpPr/>
          <p:nvPr/>
        </p:nvGrpSpPr>
        <p:grpSpPr>
          <a:xfrm rot="5400000">
            <a:off x="3224787" y="3456666"/>
            <a:ext cx="455710" cy="226020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885D91A7-DA86-BED8-DE88-0A72B7CC0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AB483AE2-9DC2-F771-A39A-679E9D60B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9B119760-4209-B91D-B0BE-AA3D5D736F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181FEFB8-02F6-6280-30EE-5F1A6280D355}"/>
              </a:ext>
            </a:extLst>
          </p:cNvPr>
          <p:cNvCxnSpPr>
            <a:cxnSpLocks/>
          </p:cNvCxnSpPr>
          <p:nvPr/>
        </p:nvCxnSpPr>
        <p:spPr>
          <a:xfrm rot="5400000">
            <a:off x="2949054" y="3711533"/>
            <a:ext cx="2594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3871F450-0DBA-1314-C3C6-681A57A51D85}"/>
              </a:ext>
            </a:extLst>
          </p:cNvPr>
          <p:cNvSpPr/>
          <p:nvPr/>
        </p:nvSpPr>
        <p:spPr>
          <a:xfrm rot="5134159">
            <a:off x="2361148" y="4154187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481E6957-7EBB-325A-D4B4-14C0F4A54384}"/>
              </a:ext>
            </a:extLst>
          </p:cNvPr>
          <p:cNvCxnSpPr>
            <a:cxnSpLocks/>
          </p:cNvCxnSpPr>
          <p:nvPr/>
        </p:nvCxnSpPr>
        <p:spPr>
          <a:xfrm rot="5400000" flipH="1">
            <a:off x="1728544" y="3820795"/>
            <a:ext cx="18345" cy="7520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100E879C-99A9-91B3-B25A-B1EC9A260AC9}"/>
              </a:ext>
            </a:extLst>
          </p:cNvPr>
          <p:cNvSpPr/>
          <p:nvPr/>
        </p:nvSpPr>
        <p:spPr>
          <a:xfrm rot="16200000">
            <a:off x="2148601" y="4042456"/>
            <a:ext cx="2995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E936E1A0-0FCC-AFC1-4584-2ACB6DE58C17}"/>
              </a:ext>
            </a:extLst>
          </p:cNvPr>
          <p:cNvCxnSpPr/>
          <p:nvPr/>
        </p:nvCxnSpPr>
        <p:spPr>
          <a:xfrm rot="5400000" flipH="1">
            <a:off x="2819922" y="4081303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EABBF513-DD66-1F8B-675A-F589A3DA44A0}"/>
              </a:ext>
            </a:extLst>
          </p:cNvPr>
          <p:cNvSpPr/>
          <p:nvPr/>
        </p:nvSpPr>
        <p:spPr>
          <a:xfrm rot="5400000">
            <a:off x="2101947" y="5314048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B0D8562C-E43C-9401-1BE5-66340422D747}"/>
              </a:ext>
            </a:extLst>
          </p:cNvPr>
          <p:cNvCxnSpPr>
            <a:cxnSpLocks/>
          </p:cNvCxnSpPr>
          <p:nvPr/>
        </p:nvCxnSpPr>
        <p:spPr>
          <a:xfrm rot="5400000">
            <a:off x="2949054" y="4867019"/>
            <a:ext cx="2594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5C45E3F2-DC44-1EEB-23BE-4AB00D4E5AAB}"/>
              </a:ext>
            </a:extLst>
          </p:cNvPr>
          <p:cNvSpPr/>
          <p:nvPr/>
        </p:nvSpPr>
        <p:spPr>
          <a:xfrm rot="5134159">
            <a:off x="2361148" y="5309673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C43A437A-8A84-AFC3-6EDC-936766163BA0}"/>
              </a:ext>
            </a:extLst>
          </p:cNvPr>
          <p:cNvCxnSpPr>
            <a:cxnSpLocks/>
            <a:endCxn id="1349" idx="3"/>
          </p:cNvCxnSpPr>
          <p:nvPr/>
        </p:nvCxnSpPr>
        <p:spPr>
          <a:xfrm flipH="1" flipV="1">
            <a:off x="1361705" y="5332657"/>
            <a:ext cx="752022" cy="288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0C189D7E-7474-25EA-F7E3-1656DB414AC9}"/>
              </a:ext>
            </a:extLst>
          </p:cNvPr>
          <p:cNvSpPr/>
          <p:nvPr/>
        </p:nvSpPr>
        <p:spPr>
          <a:xfrm rot="16200000">
            <a:off x="2148601" y="5184187"/>
            <a:ext cx="2995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11A30973-43BB-6790-5DFF-F61355E4A632}"/>
              </a:ext>
            </a:extLst>
          </p:cNvPr>
          <p:cNvCxnSpPr/>
          <p:nvPr/>
        </p:nvCxnSpPr>
        <p:spPr>
          <a:xfrm rot="5400000" flipH="1">
            <a:off x="2819922" y="5236788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16BDBB5F-80F3-637C-211E-DF60F600CAF6}"/>
              </a:ext>
            </a:extLst>
          </p:cNvPr>
          <p:cNvSpPr txBox="1"/>
          <p:nvPr/>
        </p:nvSpPr>
        <p:spPr>
          <a:xfrm>
            <a:off x="1991088" y="5918448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F169C410-4283-BEF4-0C3A-FEE7D02C0D01}"/>
              </a:ext>
            </a:extLst>
          </p:cNvPr>
          <p:cNvSpPr/>
          <p:nvPr/>
        </p:nvSpPr>
        <p:spPr>
          <a:xfrm rot="5400000">
            <a:off x="4245487" y="4143288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7597114F-80DC-AAD0-F1DB-961622D33FDE}"/>
              </a:ext>
            </a:extLst>
          </p:cNvPr>
          <p:cNvSpPr/>
          <p:nvPr/>
        </p:nvSpPr>
        <p:spPr>
          <a:xfrm rot="5134159">
            <a:off x="4504687" y="4149331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C1BB6654-D779-F342-2C85-36C1CB6FCDBB}"/>
              </a:ext>
            </a:extLst>
          </p:cNvPr>
          <p:cNvCxnSpPr>
            <a:cxnSpLocks/>
          </p:cNvCxnSpPr>
          <p:nvPr/>
        </p:nvCxnSpPr>
        <p:spPr>
          <a:xfrm rot="5400000">
            <a:off x="3849764" y="3788127"/>
            <a:ext cx="4927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27F0C509-719E-CE56-A31B-9CF3F224B2EB}"/>
              </a:ext>
            </a:extLst>
          </p:cNvPr>
          <p:cNvSpPr/>
          <p:nvPr/>
        </p:nvSpPr>
        <p:spPr>
          <a:xfrm rot="16200000">
            <a:off x="4243502" y="4010399"/>
            <a:ext cx="2995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C3BB5E7B-BCA2-C33A-7B4E-DBB4F8F2B2C1}"/>
              </a:ext>
            </a:extLst>
          </p:cNvPr>
          <p:cNvCxnSpPr/>
          <p:nvPr/>
        </p:nvCxnSpPr>
        <p:spPr>
          <a:xfrm rot="5400000" flipH="1">
            <a:off x="3747202" y="4086864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78BC4F74-800A-3107-27FA-D869F2DF6012}"/>
              </a:ext>
            </a:extLst>
          </p:cNvPr>
          <p:cNvSpPr/>
          <p:nvPr/>
        </p:nvSpPr>
        <p:spPr>
          <a:xfrm rot="5400000">
            <a:off x="4245487" y="5309192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9934ADEC-48DC-5B37-95C4-2DEEA92EFD1A}"/>
              </a:ext>
            </a:extLst>
          </p:cNvPr>
          <p:cNvCxnSpPr>
            <a:cxnSpLocks/>
          </p:cNvCxnSpPr>
          <p:nvPr/>
        </p:nvCxnSpPr>
        <p:spPr>
          <a:xfrm rot="5400000">
            <a:off x="5015091" y="4886975"/>
            <a:ext cx="3641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14220DE2-0953-C00E-1940-CE81573957AE}"/>
              </a:ext>
            </a:extLst>
          </p:cNvPr>
          <p:cNvSpPr/>
          <p:nvPr/>
        </p:nvSpPr>
        <p:spPr>
          <a:xfrm rot="5134159">
            <a:off x="4504687" y="5316971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A397566D-EEB5-CE8A-4AFA-F1902C4A401E}"/>
              </a:ext>
            </a:extLst>
          </p:cNvPr>
          <p:cNvCxnSpPr>
            <a:cxnSpLocks/>
          </p:cNvCxnSpPr>
          <p:nvPr/>
        </p:nvCxnSpPr>
        <p:spPr>
          <a:xfrm rot="5400000" flipH="1">
            <a:off x="3855993" y="4955335"/>
            <a:ext cx="7449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4256898E-4D16-2233-283E-A544EBC5E5BE}"/>
              </a:ext>
            </a:extLst>
          </p:cNvPr>
          <p:cNvSpPr/>
          <p:nvPr/>
        </p:nvSpPr>
        <p:spPr>
          <a:xfrm rot="16200000">
            <a:off x="4286004" y="5188182"/>
            <a:ext cx="2995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8D1743E0-8D2E-BA53-2D78-104B6F135C79}"/>
              </a:ext>
            </a:extLst>
          </p:cNvPr>
          <p:cNvCxnSpPr/>
          <p:nvPr/>
        </p:nvCxnSpPr>
        <p:spPr>
          <a:xfrm rot="5400000" flipH="1">
            <a:off x="3721804" y="5254505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1EE01DA6-1B00-5228-1CBE-E8796EA6CBDB}"/>
              </a:ext>
            </a:extLst>
          </p:cNvPr>
          <p:cNvSpPr txBox="1"/>
          <p:nvPr/>
        </p:nvSpPr>
        <p:spPr>
          <a:xfrm>
            <a:off x="4144697" y="3567893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3D986581-6C09-E1C3-E9CA-171A5EDDFB81}"/>
              </a:ext>
            </a:extLst>
          </p:cNvPr>
          <p:cNvSpPr txBox="1"/>
          <p:nvPr/>
        </p:nvSpPr>
        <p:spPr>
          <a:xfrm>
            <a:off x="4123301" y="4777585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8A870CFF-8404-0405-CE6C-8233ED03D429}"/>
              </a:ext>
            </a:extLst>
          </p:cNvPr>
          <p:cNvSpPr txBox="1"/>
          <p:nvPr/>
        </p:nvSpPr>
        <p:spPr>
          <a:xfrm>
            <a:off x="1975847" y="3608613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E5894673-89EE-6008-F4C1-839BBBEDA572}"/>
              </a:ext>
            </a:extLst>
          </p:cNvPr>
          <p:cNvSpPr txBox="1"/>
          <p:nvPr/>
        </p:nvSpPr>
        <p:spPr>
          <a:xfrm>
            <a:off x="1970768" y="4748434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811C023-0586-1E69-894C-932E4CECD3FF}"/>
              </a:ext>
            </a:extLst>
          </p:cNvPr>
          <p:cNvCxnSpPr/>
          <p:nvPr/>
        </p:nvCxnSpPr>
        <p:spPr>
          <a:xfrm rot="5400000" flipH="1">
            <a:off x="3628224" y="4092814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18E8779E-121D-1850-59D7-414738033C86}"/>
              </a:ext>
            </a:extLst>
          </p:cNvPr>
          <p:cNvGrpSpPr/>
          <p:nvPr/>
        </p:nvGrpSpPr>
        <p:grpSpPr>
          <a:xfrm rot="5400000">
            <a:off x="2418690" y="7889188"/>
            <a:ext cx="2019488" cy="5639656"/>
            <a:chOff x="10133659" y="1030064"/>
            <a:chExt cx="1865605" cy="5639655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4FECC36-2F6C-3152-417F-0A103066E3B4}"/>
                </a:ext>
              </a:extLst>
            </p:cNvPr>
            <p:cNvSpPr/>
            <p:nvPr/>
          </p:nvSpPr>
          <p:spPr>
            <a:xfrm rot="10800000">
              <a:off x="10507664" y="2090812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6" name="六邊形 55">
              <a:extLst>
                <a:ext uri="{FF2B5EF4-FFF2-40B4-BE49-F238E27FC236}">
                  <a16:creationId xmlns:a16="http://schemas.microsoft.com/office/drawing/2014/main" id="{439C5FFF-00F8-B11E-D9A2-423F71847780}"/>
                </a:ext>
              </a:extLst>
            </p:cNvPr>
            <p:cNvSpPr/>
            <p:nvPr/>
          </p:nvSpPr>
          <p:spPr>
            <a:xfrm rot="10800000">
              <a:off x="10562436" y="361627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7" name="六邊形 56">
              <a:extLst>
                <a:ext uri="{FF2B5EF4-FFF2-40B4-BE49-F238E27FC236}">
                  <a16:creationId xmlns:a16="http://schemas.microsoft.com/office/drawing/2014/main" id="{C4F4D819-00DD-5BC0-55F6-C30037222D04}"/>
                </a:ext>
              </a:extLst>
            </p:cNvPr>
            <p:cNvSpPr/>
            <p:nvPr/>
          </p:nvSpPr>
          <p:spPr>
            <a:xfrm rot="10800000">
              <a:off x="10562984" y="224837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8" name="六邊形 57">
              <a:extLst>
                <a:ext uri="{FF2B5EF4-FFF2-40B4-BE49-F238E27FC236}">
                  <a16:creationId xmlns:a16="http://schemas.microsoft.com/office/drawing/2014/main" id="{F6759CB9-610F-53F3-FA64-83B30209B948}"/>
                </a:ext>
              </a:extLst>
            </p:cNvPr>
            <p:cNvSpPr/>
            <p:nvPr/>
          </p:nvSpPr>
          <p:spPr>
            <a:xfrm rot="10800000">
              <a:off x="10562984" y="338363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9" name="六邊形 58">
              <a:extLst>
                <a:ext uri="{FF2B5EF4-FFF2-40B4-BE49-F238E27FC236}">
                  <a16:creationId xmlns:a16="http://schemas.microsoft.com/office/drawing/2014/main" id="{DF5B7156-FF1B-9476-1438-02AC4BE6CC36}"/>
                </a:ext>
              </a:extLst>
            </p:cNvPr>
            <p:cNvSpPr/>
            <p:nvPr/>
          </p:nvSpPr>
          <p:spPr>
            <a:xfrm rot="10800000">
              <a:off x="10562985" y="314802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0" name="六邊形 59">
              <a:extLst>
                <a:ext uri="{FF2B5EF4-FFF2-40B4-BE49-F238E27FC236}">
                  <a16:creationId xmlns:a16="http://schemas.microsoft.com/office/drawing/2014/main" id="{1AC0F391-D90A-85DD-FF14-6015474F8736}"/>
                </a:ext>
              </a:extLst>
            </p:cNvPr>
            <p:cNvSpPr/>
            <p:nvPr/>
          </p:nvSpPr>
          <p:spPr>
            <a:xfrm rot="10800000">
              <a:off x="10562986" y="29106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1" name="六邊形 60">
              <a:extLst>
                <a:ext uri="{FF2B5EF4-FFF2-40B4-BE49-F238E27FC236}">
                  <a16:creationId xmlns:a16="http://schemas.microsoft.com/office/drawing/2014/main" id="{3BBBE655-838B-F373-15EB-9BB7D5E7D939}"/>
                </a:ext>
              </a:extLst>
            </p:cNvPr>
            <p:cNvSpPr/>
            <p:nvPr/>
          </p:nvSpPr>
          <p:spPr>
            <a:xfrm rot="10800000">
              <a:off x="10562986" y="268096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2" name="六邊形 61">
              <a:extLst>
                <a:ext uri="{FF2B5EF4-FFF2-40B4-BE49-F238E27FC236}">
                  <a16:creationId xmlns:a16="http://schemas.microsoft.com/office/drawing/2014/main" id="{F9305958-3D4C-BB89-7561-AEF7001D52FB}"/>
                </a:ext>
              </a:extLst>
            </p:cNvPr>
            <p:cNvSpPr/>
            <p:nvPr/>
          </p:nvSpPr>
          <p:spPr>
            <a:xfrm rot="10800000">
              <a:off x="10562987" y="243960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3" name="六邊形 62">
              <a:extLst>
                <a:ext uri="{FF2B5EF4-FFF2-40B4-BE49-F238E27FC236}">
                  <a16:creationId xmlns:a16="http://schemas.microsoft.com/office/drawing/2014/main" id="{E94C9F77-23E5-B879-6149-B02396A4E066}"/>
                </a:ext>
              </a:extLst>
            </p:cNvPr>
            <p:cNvSpPr/>
            <p:nvPr/>
          </p:nvSpPr>
          <p:spPr>
            <a:xfrm rot="10800000">
              <a:off x="10559934" y="22109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6" name="六邊形 1345">
              <a:extLst>
                <a:ext uri="{FF2B5EF4-FFF2-40B4-BE49-F238E27FC236}">
                  <a16:creationId xmlns:a16="http://schemas.microsoft.com/office/drawing/2014/main" id="{98A7CFFA-8129-F47B-98E1-8B3EFFBEF1A9}"/>
                </a:ext>
              </a:extLst>
            </p:cNvPr>
            <p:cNvSpPr/>
            <p:nvPr/>
          </p:nvSpPr>
          <p:spPr>
            <a:xfrm flipV="1">
              <a:off x="10524621" y="2207328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5" name="直線接點 1354">
              <a:extLst>
                <a:ext uri="{FF2B5EF4-FFF2-40B4-BE49-F238E27FC236}">
                  <a16:creationId xmlns:a16="http://schemas.microsoft.com/office/drawing/2014/main" id="{146C499E-7D48-D782-0AF0-663CEC0CB7A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29372" y="2082657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4" name="流程圖: 合併 1363">
              <a:extLst>
                <a:ext uri="{FF2B5EF4-FFF2-40B4-BE49-F238E27FC236}">
                  <a16:creationId xmlns:a16="http://schemas.microsoft.com/office/drawing/2014/main" id="{6A16E4C0-FD6B-E620-8C52-F738DBEECA4F}"/>
                </a:ext>
              </a:extLst>
            </p:cNvPr>
            <p:cNvSpPr/>
            <p:nvPr/>
          </p:nvSpPr>
          <p:spPr>
            <a:xfrm rot="5400000" flipV="1">
              <a:off x="11015976" y="2195860"/>
              <a:ext cx="210183" cy="207552"/>
            </a:xfrm>
            <a:prstGeom prst="flowChartMerg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73" name="文字方塊 1372">
              <a:extLst>
                <a:ext uri="{FF2B5EF4-FFF2-40B4-BE49-F238E27FC236}">
                  <a16:creationId xmlns:a16="http://schemas.microsoft.com/office/drawing/2014/main" id="{DE2D65E8-C898-8E3B-DF17-5DEC31123346}"/>
                </a:ext>
              </a:extLst>
            </p:cNvPr>
            <p:cNvSpPr txBox="1"/>
            <p:nvPr/>
          </p:nvSpPr>
          <p:spPr>
            <a:xfrm rot="16200000">
              <a:off x="9161305" y="4957886"/>
              <a:ext cx="3082358" cy="341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L-N:110V</a:t>
              </a:r>
              <a:endParaRPr lang="zh-TW" altLang="en-US" sz="1801" dirty="0"/>
            </a:p>
          </p:txBody>
        </p:sp>
        <p:sp>
          <p:nvSpPr>
            <p:cNvPr id="1374" name="六邊形 1373">
              <a:extLst>
                <a:ext uri="{FF2B5EF4-FFF2-40B4-BE49-F238E27FC236}">
                  <a16:creationId xmlns:a16="http://schemas.microsoft.com/office/drawing/2014/main" id="{2DBC7DC3-9213-B4B5-41A7-DD5832A440AC}"/>
                </a:ext>
              </a:extLst>
            </p:cNvPr>
            <p:cNvSpPr/>
            <p:nvPr/>
          </p:nvSpPr>
          <p:spPr>
            <a:xfrm rot="10800000">
              <a:off x="10570973" y="505812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2" name="六邊形 1381">
              <a:extLst>
                <a:ext uri="{FF2B5EF4-FFF2-40B4-BE49-F238E27FC236}">
                  <a16:creationId xmlns:a16="http://schemas.microsoft.com/office/drawing/2014/main" id="{09C369EB-EEB4-E564-84CA-43D67E4F85DE}"/>
                </a:ext>
              </a:extLst>
            </p:cNvPr>
            <p:cNvSpPr/>
            <p:nvPr/>
          </p:nvSpPr>
          <p:spPr>
            <a:xfrm rot="10800000">
              <a:off x="10571521" y="4825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3" name="六邊形 1382">
              <a:extLst>
                <a:ext uri="{FF2B5EF4-FFF2-40B4-BE49-F238E27FC236}">
                  <a16:creationId xmlns:a16="http://schemas.microsoft.com/office/drawing/2014/main" id="{4C9CAF85-D14D-5DE9-0837-8BB8C1EDFA1F}"/>
                </a:ext>
              </a:extLst>
            </p:cNvPr>
            <p:cNvSpPr/>
            <p:nvPr/>
          </p:nvSpPr>
          <p:spPr>
            <a:xfrm rot="10800000">
              <a:off x="10571522" y="458987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91" name="六邊形 1390">
              <a:extLst>
                <a:ext uri="{FF2B5EF4-FFF2-40B4-BE49-F238E27FC236}">
                  <a16:creationId xmlns:a16="http://schemas.microsoft.com/office/drawing/2014/main" id="{ED48229B-02B3-7F52-C0B4-B12455096180}"/>
                </a:ext>
              </a:extLst>
            </p:cNvPr>
            <p:cNvSpPr/>
            <p:nvPr/>
          </p:nvSpPr>
          <p:spPr>
            <a:xfrm rot="10800000">
              <a:off x="10571523" y="435249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0" name="六邊形 1399">
              <a:extLst>
                <a:ext uri="{FF2B5EF4-FFF2-40B4-BE49-F238E27FC236}">
                  <a16:creationId xmlns:a16="http://schemas.microsoft.com/office/drawing/2014/main" id="{90AD0613-D078-7375-DCCD-B886B9D112BD}"/>
                </a:ext>
              </a:extLst>
            </p:cNvPr>
            <p:cNvSpPr/>
            <p:nvPr/>
          </p:nvSpPr>
          <p:spPr>
            <a:xfrm rot="10800000">
              <a:off x="10571523" y="412281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9" name="六邊形 1408">
              <a:extLst>
                <a:ext uri="{FF2B5EF4-FFF2-40B4-BE49-F238E27FC236}">
                  <a16:creationId xmlns:a16="http://schemas.microsoft.com/office/drawing/2014/main" id="{D42B30BC-4ADC-5A29-95CC-6F64713A62E2}"/>
                </a:ext>
              </a:extLst>
            </p:cNvPr>
            <p:cNvSpPr/>
            <p:nvPr/>
          </p:nvSpPr>
          <p:spPr>
            <a:xfrm rot="10800000">
              <a:off x="10571524" y="388145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17" name="矩形 1416">
              <a:extLst>
                <a:ext uri="{FF2B5EF4-FFF2-40B4-BE49-F238E27FC236}">
                  <a16:creationId xmlns:a16="http://schemas.microsoft.com/office/drawing/2014/main" id="{B95D6BB4-1F61-B73F-03C5-844F6059B55E}"/>
                </a:ext>
              </a:extLst>
            </p:cNvPr>
            <p:cNvSpPr/>
            <p:nvPr/>
          </p:nvSpPr>
          <p:spPr>
            <a:xfrm rot="10800000">
              <a:off x="11375573" y="2125688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0" name="六邊形 1419">
              <a:extLst>
                <a:ext uri="{FF2B5EF4-FFF2-40B4-BE49-F238E27FC236}">
                  <a16:creationId xmlns:a16="http://schemas.microsoft.com/office/drawing/2014/main" id="{EC18F37A-3085-DA15-1A27-2D5325FDB560}"/>
                </a:ext>
              </a:extLst>
            </p:cNvPr>
            <p:cNvSpPr/>
            <p:nvPr/>
          </p:nvSpPr>
          <p:spPr>
            <a:xfrm rot="10800000">
              <a:off x="11430345" y="365115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6" name="六邊形 1425">
              <a:extLst>
                <a:ext uri="{FF2B5EF4-FFF2-40B4-BE49-F238E27FC236}">
                  <a16:creationId xmlns:a16="http://schemas.microsoft.com/office/drawing/2014/main" id="{E7967808-CA39-24D6-223F-A46FC19B5624}"/>
                </a:ext>
              </a:extLst>
            </p:cNvPr>
            <p:cNvSpPr/>
            <p:nvPr/>
          </p:nvSpPr>
          <p:spPr>
            <a:xfrm rot="10800000">
              <a:off x="11430893" y="228325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5" name="六邊形 1434">
              <a:extLst>
                <a:ext uri="{FF2B5EF4-FFF2-40B4-BE49-F238E27FC236}">
                  <a16:creationId xmlns:a16="http://schemas.microsoft.com/office/drawing/2014/main" id="{E4F9948D-D040-15D3-9506-96CBE0BEA764}"/>
                </a:ext>
              </a:extLst>
            </p:cNvPr>
            <p:cNvSpPr/>
            <p:nvPr/>
          </p:nvSpPr>
          <p:spPr>
            <a:xfrm rot="10800000">
              <a:off x="11430893" y="341850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44" name="六邊形 1443">
              <a:extLst>
                <a:ext uri="{FF2B5EF4-FFF2-40B4-BE49-F238E27FC236}">
                  <a16:creationId xmlns:a16="http://schemas.microsoft.com/office/drawing/2014/main" id="{293E3864-BB71-08D5-3552-1EA466529C4C}"/>
                </a:ext>
              </a:extLst>
            </p:cNvPr>
            <p:cNvSpPr/>
            <p:nvPr/>
          </p:nvSpPr>
          <p:spPr>
            <a:xfrm rot="10800000">
              <a:off x="11430894" y="318290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4" name="六邊形 1453">
              <a:extLst>
                <a:ext uri="{FF2B5EF4-FFF2-40B4-BE49-F238E27FC236}">
                  <a16:creationId xmlns:a16="http://schemas.microsoft.com/office/drawing/2014/main" id="{F1A8D276-0DDF-FF7A-E075-A2DCFCB911FD}"/>
                </a:ext>
              </a:extLst>
            </p:cNvPr>
            <p:cNvSpPr/>
            <p:nvPr/>
          </p:nvSpPr>
          <p:spPr>
            <a:xfrm rot="10800000">
              <a:off x="11430895" y="29455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63" name="六邊形 1462">
              <a:extLst>
                <a:ext uri="{FF2B5EF4-FFF2-40B4-BE49-F238E27FC236}">
                  <a16:creationId xmlns:a16="http://schemas.microsoft.com/office/drawing/2014/main" id="{FF4B00C8-38C9-46E4-6B16-91CB99B31C07}"/>
                </a:ext>
              </a:extLst>
            </p:cNvPr>
            <p:cNvSpPr/>
            <p:nvPr/>
          </p:nvSpPr>
          <p:spPr>
            <a:xfrm rot="10800000">
              <a:off x="11430895" y="271584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8" name="六邊形 127">
              <a:extLst>
                <a:ext uri="{FF2B5EF4-FFF2-40B4-BE49-F238E27FC236}">
                  <a16:creationId xmlns:a16="http://schemas.microsoft.com/office/drawing/2014/main" id="{020E4B93-D4AC-287F-6A65-5B3CE44F109B}"/>
                </a:ext>
              </a:extLst>
            </p:cNvPr>
            <p:cNvSpPr/>
            <p:nvPr/>
          </p:nvSpPr>
          <p:spPr>
            <a:xfrm rot="10800000">
              <a:off x="11430896" y="2474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9" name="六邊形 128">
              <a:extLst>
                <a:ext uri="{FF2B5EF4-FFF2-40B4-BE49-F238E27FC236}">
                  <a16:creationId xmlns:a16="http://schemas.microsoft.com/office/drawing/2014/main" id="{16D2ECBA-550B-79F6-543B-CDE641B08D64}"/>
                </a:ext>
              </a:extLst>
            </p:cNvPr>
            <p:cNvSpPr/>
            <p:nvPr/>
          </p:nvSpPr>
          <p:spPr>
            <a:xfrm rot="10800000">
              <a:off x="11427843" y="22458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0" name="六邊形 129">
              <a:extLst>
                <a:ext uri="{FF2B5EF4-FFF2-40B4-BE49-F238E27FC236}">
                  <a16:creationId xmlns:a16="http://schemas.microsoft.com/office/drawing/2014/main" id="{3EE7276D-9E36-8840-38D5-534A3D3872DA}"/>
                </a:ext>
              </a:extLst>
            </p:cNvPr>
            <p:cNvSpPr/>
            <p:nvPr/>
          </p:nvSpPr>
          <p:spPr>
            <a:xfrm flipV="1">
              <a:off x="11392530" y="2242204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9F410904-8AE8-36DE-5801-A4BE7AD65A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697281" y="2117533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六邊形 131">
              <a:extLst>
                <a:ext uri="{FF2B5EF4-FFF2-40B4-BE49-F238E27FC236}">
                  <a16:creationId xmlns:a16="http://schemas.microsoft.com/office/drawing/2014/main" id="{98BC636C-8A58-F537-C8E8-A8C4A1F1F850}"/>
                </a:ext>
              </a:extLst>
            </p:cNvPr>
            <p:cNvSpPr/>
            <p:nvPr/>
          </p:nvSpPr>
          <p:spPr>
            <a:xfrm rot="10800000">
              <a:off x="11438882" y="509300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3" name="六邊形 132">
              <a:extLst>
                <a:ext uri="{FF2B5EF4-FFF2-40B4-BE49-F238E27FC236}">
                  <a16:creationId xmlns:a16="http://schemas.microsoft.com/office/drawing/2014/main" id="{D48DE0CB-1744-4F9C-F6C4-F90A812E2C77}"/>
                </a:ext>
              </a:extLst>
            </p:cNvPr>
            <p:cNvSpPr/>
            <p:nvPr/>
          </p:nvSpPr>
          <p:spPr>
            <a:xfrm rot="10800000">
              <a:off x="11439430" y="486035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" name="六邊形 133">
              <a:extLst>
                <a:ext uri="{FF2B5EF4-FFF2-40B4-BE49-F238E27FC236}">
                  <a16:creationId xmlns:a16="http://schemas.microsoft.com/office/drawing/2014/main" id="{B577031E-2D66-B322-8F3A-1E069DE4B087}"/>
                </a:ext>
              </a:extLst>
            </p:cNvPr>
            <p:cNvSpPr/>
            <p:nvPr/>
          </p:nvSpPr>
          <p:spPr>
            <a:xfrm rot="10800000">
              <a:off x="11439431" y="462475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5" name="六邊形 134">
              <a:extLst>
                <a:ext uri="{FF2B5EF4-FFF2-40B4-BE49-F238E27FC236}">
                  <a16:creationId xmlns:a16="http://schemas.microsoft.com/office/drawing/2014/main" id="{7B1419F2-B664-6F67-D241-12D652807D20}"/>
                </a:ext>
              </a:extLst>
            </p:cNvPr>
            <p:cNvSpPr/>
            <p:nvPr/>
          </p:nvSpPr>
          <p:spPr>
            <a:xfrm rot="10800000">
              <a:off x="11439432" y="438737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" name="六邊形 142">
              <a:extLst>
                <a:ext uri="{FF2B5EF4-FFF2-40B4-BE49-F238E27FC236}">
                  <a16:creationId xmlns:a16="http://schemas.microsoft.com/office/drawing/2014/main" id="{8C0AA83F-068A-B23B-7130-1C4A8411E7F1}"/>
                </a:ext>
              </a:extLst>
            </p:cNvPr>
            <p:cNvSpPr/>
            <p:nvPr/>
          </p:nvSpPr>
          <p:spPr>
            <a:xfrm rot="10800000">
              <a:off x="11439432" y="415769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" name="六邊形 144">
              <a:extLst>
                <a:ext uri="{FF2B5EF4-FFF2-40B4-BE49-F238E27FC236}">
                  <a16:creationId xmlns:a16="http://schemas.microsoft.com/office/drawing/2014/main" id="{B7C81E96-5A18-983A-BA5A-3BF6021A751C}"/>
                </a:ext>
              </a:extLst>
            </p:cNvPr>
            <p:cNvSpPr/>
            <p:nvPr/>
          </p:nvSpPr>
          <p:spPr>
            <a:xfrm rot="10800000">
              <a:off x="11439433" y="391632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FDDC7637-1D44-45D6-F430-3E7B8AC5ADC5}"/>
                </a:ext>
              </a:extLst>
            </p:cNvPr>
            <p:cNvCxnSpPr>
              <a:cxnSpLocks/>
            </p:cNvCxnSpPr>
            <p:nvPr/>
          </p:nvCxnSpPr>
          <p:spPr>
            <a:xfrm>
              <a:off x="11911988" y="2224749"/>
              <a:ext cx="0" cy="2148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A3E40FF6-E92D-C98B-990E-D78E09428FAE}"/>
                </a:ext>
              </a:extLst>
            </p:cNvPr>
            <p:cNvCxnSpPr>
              <a:cxnSpLocks/>
            </p:cNvCxnSpPr>
            <p:nvPr/>
          </p:nvCxnSpPr>
          <p:spPr>
            <a:xfrm>
              <a:off x="11959254" y="2244359"/>
              <a:ext cx="0" cy="177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98D782E5-643F-CAA8-3A9A-7B0557B237A3}"/>
                </a:ext>
              </a:extLst>
            </p:cNvPr>
            <p:cNvCxnSpPr>
              <a:cxnSpLocks/>
            </p:cNvCxnSpPr>
            <p:nvPr/>
          </p:nvCxnSpPr>
          <p:spPr>
            <a:xfrm>
              <a:off x="11999264" y="2278080"/>
              <a:ext cx="0" cy="121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317AB90C-1057-8D1C-FB40-11CEAD59E133}"/>
                </a:ext>
              </a:extLst>
            </p:cNvPr>
            <p:cNvSpPr txBox="1"/>
            <p:nvPr/>
          </p:nvSpPr>
          <p:spPr>
            <a:xfrm rot="16200000">
              <a:off x="9986237" y="1177486"/>
              <a:ext cx="948790" cy="653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Nature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0A5F17D9-972E-EA85-0CDE-15DB23C464D9}"/>
                </a:ext>
              </a:extLst>
            </p:cNvPr>
            <p:cNvSpPr txBox="1"/>
            <p:nvPr/>
          </p:nvSpPr>
          <p:spPr>
            <a:xfrm rot="16200000">
              <a:off x="10962934" y="1330108"/>
              <a:ext cx="948790" cy="369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sz="2000" b="1" dirty="0" err="1">
                  <a:latin typeface="標楷體" panose="03000509000000000000" pitchFamily="65" charset="-120"/>
                  <a:ea typeface="標楷體" panose="03000509000000000000" pitchFamily="65" charset="-120"/>
                </a:rPr>
                <a:t>Gnd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4" name="橢圓 3">
            <a:extLst>
              <a:ext uri="{FF2B5EF4-FFF2-40B4-BE49-F238E27FC236}">
                <a16:creationId xmlns:a16="http://schemas.microsoft.com/office/drawing/2014/main" id="{15853750-8D73-CF1A-50FF-3F9C0D9C88F2}"/>
              </a:ext>
            </a:extLst>
          </p:cNvPr>
          <p:cNvSpPr/>
          <p:nvPr/>
        </p:nvSpPr>
        <p:spPr>
          <a:xfrm rot="5400000">
            <a:off x="2169065" y="6490286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B0A3C04F-31C4-CA29-9CB5-B1C73F5F41EA}"/>
              </a:ext>
            </a:extLst>
          </p:cNvPr>
          <p:cNvCxnSpPr>
            <a:cxnSpLocks/>
          </p:cNvCxnSpPr>
          <p:nvPr/>
        </p:nvCxnSpPr>
        <p:spPr>
          <a:xfrm rot="5400000">
            <a:off x="3016172" y="6043255"/>
            <a:ext cx="2594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0D3F22A8-DBBF-2DE1-14FA-D5C8D3323D1F}"/>
              </a:ext>
            </a:extLst>
          </p:cNvPr>
          <p:cNvSpPr/>
          <p:nvPr/>
        </p:nvSpPr>
        <p:spPr>
          <a:xfrm rot="5134159">
            <a:off x="2428266" y="6485909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79B4A9FE-72B8-7B60-812C-BE8782285E1F}"/>
              </a:ext>
            </a:extLst>
          </p:cNvPr>
          <p:cNvCxnSpPr>
            <a:cxnSpLocks/>
          </p:cNvCxnSpPr>
          <p:nvPr/>
        </p:nvCxnSpPr>
        <p:spPr>
          <a:xfrm rot="5400000">
            <a:off x="1742570" y="6099427"/>
            <a:ext cx="0" cy="8765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C4BB78FA-4646-036A-4B9D-3D89C82ADFC0}"/>
              </a:ext>
            </a:extLst>
          </p:cNvPr>
          <p:cNvSpPr/>
          <p:nvPr/>
        </p:nvSpPr>
        <p:spPr>
          <a:xfrm rot="16200000">
            <a:off x="2215719" y="6374178"/>
            <a:ext cx="2995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89B86DF0-DF8A-B068-4870-15475AFBEEDF}"/>
              </a:ext>
            </a:extLst>
          </p:cNvPr>
          <p:cNvCxnSpPr/>
          <p:nvPr/>
        </p:nvCxnSpPr>
        <p:spPr>
          <a:xfrm rot="5400000" flipH="1">
            <a:off x="2887040" y="6413024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C876A510-DDE9-A45D-C7E4-B6AB70645A7B}"/>
              </a:ext>
            </a:extLst>
          </p:cNvPr>
          <p:cNvSpPr/>
          <p:nvPr/>
        </p:nvSpPr>
        <p:spPr>
          <a:xfrm rot="5400000">
            <a:off x="2169065" y="7645770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D58DEAC8-9F5B-A554-D69D-5EFBC03DA062}"/>
              </a:ext>
            </a:extLst>
          </p:cNvPr>
          <p:cNvCxnSpPr>
            <a:cxnSpLocks/>
          </p:cNvCxnSpPr>
          <p:nvPr/>
        </p:nvCxnSpPr>
        <p:spPr>
          <a:xfrm rot="5400000" flipH="1">
            <a:off x="2993245" y="7224262"/>
            <a:ext cx="5572" cy="9322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70781EF5-6636-2291-DEED-91F2F1C699DF}"/>
              </a:ext>
            </a:extLst>
          </p:cNvPr>
          <p:cNvSpPr/>
          <p:nvPr/>
        </p:nvSpPr>
        <p:spPr>
          <a:xfrm rot="5134159">
            <a:off x="2428266" y="7641395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098E90C0-F05C-3235-0355-4D22216617E0}"/>
              </a:ext>
            </a:extLst>
          </p:cNvPr>
          <p:cNvCxnSpPr>
            <a:cxnSpLocks/>
          </p:cNvCxnSpPr>
          <p:nvPr/>
        </p:nvCxnSpPr>
        <p:spPr>
          <a:xfrm rot="5400000">
            <a:off x="1773343" y="7290609"/>
            <a:ext cx="4927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007D0E4E-8801-BC00-A434-D8C0D29595A1}"/>
              </a:ext>
            </a:extLst>
          </p:cNvPr>
          <p:cNvSpPr/>
          <p:nvPr/>
        </p:nvSpPr>
        <p:spPr>
          <a:xfrm rot="16200000">
            <a:off x="2215719" y="7515909"/>
            <a:ext cx="2995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1316BE7-2392-AFD2-6A45-3E31051565C4}"/>
              </a:ext>
            </a:extLst>
          </p:cNvPr>
          <p:cNvCxnSpPr/>
          <p:nvPr/>
        </p:nvCxnSpPr>
        <p:spPr>
          <a:xfrm rot="5400000" flipH="1">
            <a:off x="2887040" y="7568510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1794E22-9954-F501-DD04-A6911DD4FC37}"/>
              </a:ext>
            </a:extLst>
          </p:cNvPr>
          <p:cNvSpPr txBox="1"/>
          <p:nvPr/>
        </p:nvSpPr>
        <p:spPr>
          <a:xfrm>
            <a:off x="2005122" y="7097033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30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9B83D7E-B004-EC45-5CA6-A3B8E62B88C5}"/>
              </a:ext>
            </a:extLst>
          </p:cNvPr>
          <p:cNvSpPr txBox="1"/>
          <p:nvPr/>
        </p:nvSpPr>
        <p:spPr>
          <a:xfrm>
            <a:off x="5491903" y="6263889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洗</a:t>
            </a:r>
          </a:p>
        </p:txBody>
      </p: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7517EFFB-937B-9793-13E1-C332205806D2}"/>
              </a:ext>
            </a:extLst>
          </p:cNvPr>
          <p:cNvSpPr txBox="1"/>
          <p:nvPr/>
        </p:nvSpPr>
        <p:spPr>
          <a:xfrm>
            <a:off x="5539612" y="5152032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洗</a:t>
            </a:r>
          </a:p>
        </p:txBody>
      </p:sp>
      <p:sp>
        <p:nvSpPr>
          <p:cNvPr id="1348" name="文字方塊 1347">
            <a:extLst>
              <a:ext uri="{FF2B5EF4-FFF2-40B4-BE49-F238E27FC236}">
                <a16:creationId xmlns:a16="http://schemas.microsoft.com/office/drawing/2014/main" id="{537C447A-5452-3709-5A6E-A07E274E7D00}"/>
              </a:ext>
            </a:extLst>
          </p:cNvPr>
          <p:cNvSpPr txBox="1"/>
          <p:nvPr/>
        </p:nvSpPr>
        <p:spPr>
          <a:xfrm>
            <a:off x="551627" y="3931850"/>
            <a:ext cx="951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左烘</a:t>
            </a:r>
          </a:p>
        </p:txBody>
      </p:sp>
      <p:sp>
        <p:nvSpPr>
          <p:cNvPr id="1349" name="文字方塊 1348">
            <a:extLst>
              <a:ext uri="{FF2B5EF4-FFF2-40B4-BE49-F238E27FC236}">
                <a16:creationId xmlns:a16="http://schemas.microsoft.com/office/drawing/2014/main" id="{C283DC74-11BA-3F03-49B2-79CA386D0789}"/>
              </a:ext>
            </a:extLst>
          </p:cNvPr>
          <p:cNvSpPr txBox="1"/>
          <p:nvPr/>
        </p:nvSpPr>
        <p:spPr>
          <a:xfrm>
            <a:off x="551627" y="5132602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右烘</a:t>
            </a:r>
          </a:p>
        </p:txBody>
      </p:sp>
      <p:sp>
        <p:nvSpPr>
          <p:cNvPr id="1350" name="文字方塊 1349">
            <a:extLst>
              <a:ext uri="{FF2B5EF4-FFF2-40B4-BE49-F238E27FC236}">
                <a16:creationId xmlns:a16="http://schemas.microsoft.com/office/drawing/2014/main" id="{A38923F7-8525-56F5-C738-8532A9483ADA}"/>
              </a:ext>
            </a:extLst>
          </p:cNvPr>
          <p:cNvSpPr txBox="1"/>
          <p:nvPr/>
        </p:nvSpPr>
        <p:spPr>
          <a:xfrm>
            <a:off x="745227" y="7479091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右</a:t>
            </a:r>
          </a:p>
        </p:txBody>
      </p:sp>
      <p:sp>
        <p:nvSpPr>
          <p:cNvPr id="1351" name="文字方塊 1350">
            <a:extLst>
              <a:ext uri="{FF2B5EF4-FFF2-40B4-BE49-F238E27FC236}">
                <a16:creationId xmlns:a16="http://schemas.microsoft.com/office/drawing/2014/main" id="{44E585C0-C031-1600-8318-9F658FF504C6}"/>
              </a:ext>
            </a:extLst>
          </p:cNvPr>
          <p:cNvSpPr txBox="1"/>
          <p:nvPr/>
        </p:nvSpPr>
        <p:spPr>
          <a:xfrm>
            <a:off x="756288" y="6341412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左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08A8BFB-24DE-5BF5-9C92-95DA44F4C8C5}"/>
              </a:ext>
            </a:extLst>
          </p:cNvPr>
          <p:cNvSpPr/>
          <p:nvPr/>
        </p:nvSpPr>
        <p:spPr>
          <a:xfrm rot="5400000">
            <a:off x="4221590" y="6485496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525A791F-2FEF-D4ED-77E7-16017E01797A}"/>
              </a:ext>
            </a:extLst>
          </p:cNvPr>
          <p:cNvCxnSpPr>
            <a:cxnSpLocks/>
          </p:cNvCxnSpPr>
          <p:nvPr/>
        </p:nvCxnSpPr>
        <p:spPr>
          <a:xfrm rot="5400000">
            <a:off x="4991194" y="6063279"/>
            <a:ext cx="3641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A5206C09-2E6B-C5AB-5B91-49FF78E11092}"/>
              </a:ext>
            </a:extLst>
          </p:cNvPr>
          <p:cNvSpPr/>
          <p:nvPr/>
        </p:nvSpPr>
        <p:spPr>
          <a:xfrm rot="5134159">
            <a:off x="4480791" y="6493275"/>
            <a:ext cx="103285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6E8BC86E-02F7-167E-DB35-2B0E72E79DE1}"/>
              </a:ext>
            </a:extLst>
          </p:cNvPr>
          <p:cNvCxnSpPr>
            <a:cxnSpLocks/>
          </p:cNvCxnSpPr>
          <p:nvPr/>
        </p:nvCxnSpPr>
        <p:spPr>
          <a:xfrm rot="5400000" flipH="1">
            <a:off x="3832098" y="6131639"/>
            <a:ext cx="7449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弧形 23">
            <a:extLst>
              <a:ext uri="{FF2B5EF4-FFF2-40B4-BE49-F238E27FC236}">
                <a16:creationId xmlns:a16="http://schemas.microsoft.com/office/drawing/2014/main" id="{C5D50368-B795-A5C8-E126-8C6D7DB36D89}"/>
              </a:ext>
            </a:extLst>
          </p:cNvPr>
          <p:cNvSpPr/>
          <p:nvPr/>
        </p:nvSpPr>
        <p:spPr>
          <a:xfrm rot="16200000">
            <a:off x="4262107" y="6364487"/>
            <a:ext cx="2995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DA39B2A0-6FB1-7400-FD52-CB999DB4FAE4}"/>
              </a:ext>
            </a:extLst>
          </p:cNvPr>
          <p:cNvCxnSpPr>
            <a:cxnSpLocks/>
          </p:cNvCxnSpPr>
          <p:nvPr/>
        </p:nvCxnSpPr>
        <p:spPr>
          <a:xfrm rot="5400000" flipH="1">
            <a:off x="3697907" y="6430810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18B8096-0FF2-7D3E-0DC1-899B7FE49078}"/>
              </a:ext>
            </a:extLst>
          </p:cNvPr>
          <p:cNvSpPr txBox="1"/>
          <p:nvPr/>
        </p:nvSpPr>
        <p:spPr>
          <a:xfrm>
            <a:off x="4099404" y="5953889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52" name="文字方塊 1351">
            <a:extLst>
              <a:ext uri="{FF2B5EF4-FFF2-40B4-BE49-F238E27FC236}">
                <a16:creationId xmlns:a16="http://schemas.microsoft.com/office/drawing/2014/main" id="{1B3D63A0-771A-8AEC-3466-A2BA46C52594}"/>
              </a:ext>
            </a:extLst>
          </p:cNvPr>
          <p:cNvSpPr txBox="1"/>
          <p:nvPr/>
        </p:nvSpPr>
        <p:spPr>
          <a:xfrm>
            <a:off x="5514727" y="3952613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右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353" name="直線接點 1352">
            <a:extLst>
              <a:ext uri="{FF2B5EF4-FFF2-40B4-BE49-F238E27FC236}">
                <a16:creationId xmlns:a16="http://schemas.microsoft.com/office/drawing/2014/main" id="{ACD24CA9-04A4-1FEB-FA95-2097F12F7379}"/>
              </a:ext>
            </a:extLst>
          </p:cNvPr>
          <p:cNvCxnSpPr/>
          <p:nvPr/>
        </p:nvCxnSpPr>
        <p:spPr>
          <a:xfrm rot="5400000" flipH="1">
            <a:off x="2952885" y="5240861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直線接點 1353">
            <a:extLst>
              <a:ext uri="{FF2B5EF4-FFF2-40B4-BE49-F238E27FC236}">
                <a16:creationId xmlns:a16="http://schemas.microsoft.com/office/drawing/2014/main" id="{794ED197-302E-0CCC-9421-FC2F053D7D54}"/>
              </a:ext>
            </a:extLst>
          </p:cNvPr>
          <p:cNvCxnSpPr/>
          <p:nvPr/>
        </p:nvCxnSpPr>
        <p:spPr>
          <a:xfrm rot="5400000" flipH="1">
            <a:off x="2942081" y="4066258"/>
            <a:ext cx="18779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39991D-F3DF-C72D-1745-B07FBB507EAF}"/>
              </a:ext>
            </a:extLst>
          </p:cNvPr>
          <p:cNvSpPr txBox="1"/>
          <p:nvPr/>
        </p:nvSpPr>
        <p:spPr>
          <a:xfrm>
            <a:off x="2589239" y="914106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1BBCE47-F34F-B7C6-A2C5-036CC59119F9}"/>
              </a:ext>
            </a:extLst>
          </p:cNvPr>
          <p:cNvSpPr txBox="1"/>
          <p:nvPr/>
        </p:nvSpPr>
        <p:spPr>
          <a:xfrm>
            <a:off x="125730" y="242407"/>
            <a:ext cx="6828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4F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JCA4F-D3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洗衣間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7071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B2EB-859C-CC2A-D7AD-FD5DFB1C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6549D1BB-442C-E535-A8F2-CA9381F2196D}"/>
              </a:ext>
            </a:extLst>
          </p:cNvPr>
          <p:cNvCxnSpPr>
            <a:cxnSpLocks/>
          </p:cNvCxnSpPr>
          <p:nvPr/>
        </p:nvCxnSpPr>
        <p:spPr>
          <a:xfrm rot="5400000" flipH="1">
            <a:off x="3049777" y="1929815"/>
            <a:ext cx="647822" cy="109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98F67A8B-3571-B414-6695-F3527BA70FE5}"/>
              </a:ext>
            </a:extLst>
          </p:cNvPr>
          <p:cNvGrpSpPr/>
          <p:nvPr/>
        </p:nvGrpSpPr>
        <p:grpSpPr>
          <a:xfrm rot="5400000">
            <a:off x="2411230" y="8149177"/>
            <a:ext cx="1840863" cy="5639656"/>
            <a:chOff x="10133657" y="1030063"/>
            <a:chExt cx="1865607" cy="5639656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7F55B82-7D65-F28A-CD65-B5A9B59C101C}"/>
                </a:ext>
              </a:extLst>
            </p:cNvPr>
            <p:cNvSpPr/>
            <p:nvPr/>
          </p:nvSpPr>
          <p:spPr>
            <a:xfrm rot="10800000">
              <a:off x="10507664" y="2090812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6" name="六邊形 55">
              <a:extLst>
                <a:ext uri="{FF2B5EF4-FFF2-40B4-BE49-F238E27FC236}">
                  <a16:creationId xmlns:a16="http://schemas.microsoft.com/office/drawing/2014/main" id="{9E503E17-A5AF-4B53-4D2E-98F7985C0FC6}"/>
                </a:ext>
              </a:extLst>
            </p:cNvPr>
            <p:cNvSpPr/>
            <p:nvPr/>
          </p:nvSpPr>
          <p:spPr>
            <a:xfrm rot="10800000">
              <a:off x="10562436" y="361627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7" name="六邊形 56">
              <a:extLst>
                <a:ext uri="{FF2B5EF4-FFF2-40B4-BE49-F238E27FC236}">
                  <a16:creationId xmlns:a16="http://schemas.microsoft.com/office/drawing/2014/main" id="{62413334-DEC4-B523-E49D-26903576F683}"/>
                </a:ext>
              </a:extLst>
            </p:cNvPr>
            <p:cNvSpPr/>
            <p:nvPr/>
          </p:nvSpPr>
          <p:spPr>
            <a:xfrm rot="10800000">
              <a:off x="10562984" y="224837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8" name="六邊形 57">
              <a:extLst>
                <a:ext uri="{FF2B5EF4-FFF2-40B4-BE49-F238E27FC236}">
                  <a16:creationId xmlns:a16="http://schemas.microsoft.com/office/drawing/2014/main" id="{7EFF24E5-8BF4-6F6B-D5A1-EEB55BAE3DFE}"/>
                </a:ext>
              </a:extLst>
            </p:cNvPr>
            <p:cNvSpPr/>
            <p:nvPr/>
          </p:nvSpPr>
          <p:spPr>
            <a:xfrm rot="10800000">
              <a:off x="10562984" y="338363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59" name="六邊形 58">
              <a:extLst>
                <a:ext uri="{FF2B5EF4-FFF2-40B4-BE49-F238E27FC236}">
                  <a16:creationId xmlns:a16="http://schemas.microsoft.com/office/drawing/2014/main" id="{B950923B-8111-AFF7-4E22-A68C82675BD8}"/>
                </a:ext>
              </a:extLst>
            </p:cNvPr>
            <p:cNvSpPr/>
            <p:nvPr/>
          </p:nvSpPr>
          <p:spPr>
            <a:xfrm rot="10800000">
              <a:off x="10562985" y="314802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0" name="六邊形 59">
              <a:extLst>
                <a:ext uri="{FF2B5EF4-FFF2-40B4-BE49-F238E27FC236}">
                  <a16:creationId xmlns:a16="http://schemas.microsoft.com/office/drawing/2014/main" id="{071A0B15-0894-9C31-1FED-85B209626C3C}"/>
                </a:ext>
              </a:extLst>
            </p:cNvPr>
            <p:cNvSpPr/>
            <p:nvPr/>
          </p:nvSpPr>
          <p:spPr>
            <a:xfrm rot="10800000">
              <a:off x="10562986" y="29106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1" name="六邊形 60">
              <a:extLst>
                <a:ext uri="{FF2B5EF4-FFF2-40B4-BE49-F238E27FC236}">
                  <a16:creationId xmlns:a16="http://schemas.microsoft.com/office/drawing/2014/main" id="{CD330567-8B4B-1E67-2274-6C28B833E852}"/>
                </a:ext>
              </a:extLst>
            </p:cNvPr>
            <p:cNvSpPr/>
            <p:nvPr/>
          </p:nvSpPr>
          <p:spPr>
            <a:xfrm rot="10800000">
              <a:off x="10562986" y="268096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2" name="六邊形 61">
              <a:extLst>
                <a:ext uri="{FF2B5EF4-FFF2-40B4-BE49-F238E27FC236}">
                  <a16:creationId xmlns:a16="http://schemas.microsoft.com/office/drawing/2014/main" id="{61AECB22-4491-8459-0410-F963A562EAA6}"/>
                </a:ext>
              </a:extLst>
            </p:cNvPr>
            <p:cNvSpPr/>
            <p:nvPr/>
          </p:nvSpPr>
          <p:spPr>
            <a:xfrm rot="10800000">
              <a:off x="10562987" y="243960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63" name="六邊形 62">
              <a:extLst>
                <a:ext uri="{FF2B5EF4-FFF2-40B4-BE49-F238E27FC236}">
                  <a16:creationId xmlns:a16="http://schemas.microsoft.com/office/drawing/2014/main" id="{4B5636C6-D78A-9EBF-1565-D0924B5A8D5E}"/>
                </a:ext>
              </a:extLst>
            </p:cNvPr>
            <p:cNvSpPr/>
            <p:nvPr/>
          </p:nvSpPr>
          <p:spPr>
            <a:xfrm rot="10800000">
              <a:off x="10559934" y="2210946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6" name="六邊形 1345">
              <a:extLst>
                <a:ext uri="{FF2B5EF4-FFF2-40B4-BE49-F238E27FC236}">
                  <a16:creationId xmlns:a16="http://schemas.microsoft.com/office/drawing/2014/main" id="{EDF78B69-3235-7F38-C704-CA985EAA9EA4}"/>
                </a:ext>
              </a:extLst>
            </p:cNvPr>
            <p:cNvSpPr/>
            <p:nvPr/>
          </p:nvSpPr>
          <p:spPr>
            <a:xfrm flipV="1">
              <a:off x="10524621" y="2207328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5" name="直線接點 1354">
              <a:extLst>
                <a:ext uri="{FF2B5EF4-FFF2-40B4-BE49-F238E27FC236}">
                  <a16:creationId xmlns:a16="http://schemas.microsoft.com/office/drawing/2014/main" id="{4FBE34DF-53A3-FEAA-A3D2-D228009E3C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829372" y="2082657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4" name="流程圖: 合併 1363">
              <a:extLst>
                <a:ext uri="{FF2B5EF4-FFF2-40B4-BE49-F238E27FC236}">
                  <a16:creationId xmlns:a16="http://schemas.microsoft.com/office/drawing/2014/main" id="{3D92902E-8323-3320-EDD5-62F86B1B8ED6}"/>
                </a:ext>
              </a:extLst>
            </p:cNvPr>
            <p:cNvSpPr/>
            <p:nvPr/>
          </p:nvSpPr>
          <p:spPr>
            <a:xfrm rot="5400000" flipV="1">
              <a:off x="11015976" y="2195860"/>
              <a:ext cx="210183" cy="207552"/>
            </a:xfrm>
            <a:prstGeom prst="flowChartMerg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73" name="文字方塊 1372">
              <a:extLst>
                <a:ext uri="{FF2B5EF4-FFF2-40B4-BE49-F238E27FC236}">
                  <a16:creationId xmlns:a16="http://schemas.microsoft.com/office/drawing/2014/main" id="{303C2A23-7859-A989-0312-D82AAB3CB42D}"/>
                </a:ext>
              </a:extLst>
            </p:cNvPr>
            <p:cNvSpPr txBox="1"/>
            <p:nvPr/>
          </p:nvSpPr>
          <p:spPr>
            <a:xfrm rot="16200000">
              <a:off x="9161374" y="4800901"/>
              <a:ext cx="3082358" cy="655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sz="1801" dirty="0"/>
            </a:p>
            <a:p>
              <a:endParaRPr lang="zh-TW" altLang="en-US" sz="1801" dirty="0"/>
            </a:p>
          </p:txBody>
        </p:sp>
        <p:sp>
          <p:nvSpPr>
            <p:cNvPr id="1374" name="六邊形 1373">
              <a:extLst>
                <a:ext uri="{FF2B5EF4-FFF2-40B4-BE49-F238E27FC236}">
                  <a16:creationId xmlns:a16="http://schemas.microsoft.com/office/drawing/2014/main" id="{15A97E2A-D377-87C1-2C05-3DA58268ECD1}"/>
                </a:ext>
              </a:extLst>
            </p:cNvPr>
            <p:cNvSpPr/>
            <p:nvPr/>
          </p:nvSpPr>
          <p:spPr>
            <a:xfrm rot="10800000">
              <a:off x="10570973" y="505812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2" name="六邊形 1381">
              <a:extLst>
                <a:ext uri="{FF2B5EF4-FFF2-40B4-BE49-F238E27FC236}">
                  <a16:creationId xmlns:a16="http://schemas.microsoft.com/office/drawing/2014/main" id="{B252E081-97F8-E68C-F9C3-E1AAC6A34F7E}"/>
                </a:ext>
              </a:extLst>
            </p:cNvPr>
            <p:cNvSpPr/>
            <p:nvPr/>
          </p:nvSpPr>
          <p:spPr>
            <a:xfrm rot="10800000">
              <a:off x="10571521" y="4825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3" name="六邊形 1382">
              <a:extLst>
                <a:ext uri="{FF2B5EF4-FFF2-40B4-BE49-F238E27FC236}">
                  <a16:creationId xmlns:a16="http://schemas.microsoft.com/office/drawing/2014/main" id="{71A3D8BF-C5F1-859D-F684-5E3DE5D69BE0}"/>
                </a:ext>
              </a:extLst>
            </p:cNvPr>
            <p:cNvSpPr/>
            <p:nvPr/>
          </p:nvSpPr>
          <p:spPr>
            <a:xfrm rot="10800000">
              <a:off x="10571522" y="458987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91" name="六邊形 1390">
              <a:extLst>
                <a:ext uri="{FF2B5EF4-FFF2-40B4-BE49-F238E27FC236}">
                  <a16:creationId xmlns:a16="http://schemas.microsoft.com/office/drawing/2014/main" id="{89B9B4E2-19DF-D875-44BB-DC7B09A643FD}"/>
                </a:ext>
              </a:extLst>
            </p:cNvPr>
            <p:cNvSpPr/>
            <p:nvPr/>
          </p:nvSpPr>
          <p:spPr>
            <a:xfrm rot="10800000">
              <a:off x="10571523" y="435249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0" name="六邊形 1399">
              <a:extLst>
                <a:ext uri="{FF2B5EF4-FFF2-40B4-BE49-F238E27FC236}">
                  <a16:creationId xmlns:a16="http://schemas.microsoft.com/office/drawing/2014/main" id="{D29A2CB2-34B0-F57C-F67C-7AFB52C36BD3}"/>
                </a:ext>
              </a:extLst>
            </p:cNvPr>
            <p:cNvSpPr/>
            <p:nvPr/>
          </p:nvSpPr>
          <p:spPr>
            <a:xfrm rot="10800000">
              <a:off x="10571523" y="4122814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09" name="六邊形 1408">
              <a:extLst>
                <a:ext uri="{FF2B5EF4-FFF2-40B4-BE49-F238E27FC236}">
                  <a16:creationId xmlns:a16="http://schemas.microsoft.com/office/drawing/2014/main" id="{648AE416-A14C-112B-05D3-6F22463AD9CF}"/>
                </a:ext>
              </a:extLst>
            </p:cNvPr>
            <p:cNvSpPr/>
            <p:nvPr/>
          </p:nvSpPr>
          <p:spPr>
            <a:xfrm rot="10800000">
              <a:off x="10571524" y="3881451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17" name="矩形 1416">
              <a:extLst>
                <a:ext uri="{FF2B5EF4-FFF2-40B4-BE49-F238E27FC236}">
                  <a16:creationId xmlns:a16="http://schemas.microsoft.com/office/drawing/2014/main" id="{FA421E49-BBD2-358F-F7C4-DB9D39E799E4}"/>
                </a:ext>
              </a:extLst>
            </p:cNvPr>
            <p:cNvSpPr/>
            <p:nvPr/>
          </p:nvSpPr>
          <p:spPr>
            <a:xfrm rot="10800000">
              <a:off x="11375573" y="2125688"/>
              <a:ext cx="285866" cy="345706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0" name="六邊形 1419">
              <a:extLst>
                <a:ext uri="{FF2B5EF4-FFF2-40B4-BE49-F238E27FC236}">
                  <a16:creationId xmlns:a16="http://schemas.microsoft.com/office/drawing/2014/main" id="{8318FFE1-5E50-A009-4694-1AE59BFDEC5C}"/>
                </a:ext>
              </a:extLst>
            </p:cNvPr>
            <p:cNvSpPr/>
            <p:nvPr/>
          </p:nvSpPr>
          <p:spPr>
            <a:xfrm rot="10800000">
              <a:off x="11430345" y="365115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26" name="六邊形 1425">
              <a:extLst>
                <a:ext uri="{FF2B5EF4-FFF2-40B4-BE49-F238E27FC236}">
                  <a16:creationId xmlns:a16="http://schemas.microsoft.com/office/drawing/2014/main" id="{25F65E34-A129-0595-2011-6AF28572807B}"/>
                </a:ext>
              </a:extLst>
            </p:cNvPr>
            <p:cNvSpPr/>
            <p:nvPr/>
          </p:nvSpPr>
          <p:spPr>
            <a:xfrm rot="10800000">
              <a:off x="11430893" y="228325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5" name="六邊形 1434">
              <a:extLst>
                <a:ext uri="{FF2B5EF4-FFF2-40B4-BE49-F238E27FC236}">
                  <a16:creationId xmlns:a16="http://schemas.microsoft.com/office/drawing/2014/main" id="{BC4952B5-C250-8EEF-58FB-01EA254EB566}"/>
                </a:ext>
              </a:extLst>
            </p:cNvPr>
            <p:cNvSpPr/>
            <p:nvPr/>
          </p:nvSpPr>
          <p:spPr>
            <a:xfrm rot="10800000">
              <a:off x="11430893" y="341850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44" name="六邊形 1443">
              <a:extLst>
                <a:ext uri="{FF2B5EF4-FFF2-40B4-BE49-F238E27FC236}">
                  <a16:creationId xmlns:a16="http://schemas.microsoft.com/office/drawing/2014/main" id="{146E9A24-5C39-818A-5C2B-C1C6DD73C9E8}"/>
                </a:ext>
              </a:extLst>
            </p:cNvPr>
            <p:cNvSpPr/>
            <p:nvPr/>
          </p:nvSpPr>
          <p:spPr>
            <a:xfrm rot="10800000">
              <a:off x="11430894" y="318290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4" name="六邊形 1453">
              <a:extLst>
                <a:ext uri="{FF2B5EF4-FFF2-40B4-BE49-F238E27FC236}">
                  <a16:creationId xmlns:a16="http://schemas.microsoft.com/office/drawing/2014/main" id="{0E135835-6F7E-5367-FFDD-6DE8F4CDE942}"/>
                </a:ext>
              </a:extLst>
            </p:cNvPr>
            <p:cNvSpPr/>
            <p:nvPr/>
          </p:nvSpPr>
          <p:spPr>
            <a:xfrm rot="10800000">
              <a:off x="11430895" y="29455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63" name="六邊形 1462">
              <a:extLst>
                <a:ext uri="{FF2B5EF4-FFF2-40B4-BE49-F238E27FC236}">
                  <a16:creationId xmlns:a16="http://schemas.microsoft.com/office/drawing/2014/main" id="{F30BE773-8BB6-579A-0CB6-33CA91B1281B}"/>
                </a:ext>
              </a:extLst>
            </p:cNvPr>
            <p:cNvSpPr/>
            <p:nvPr/>
          </p:nvSpPr>
          <p:spPr>
            <a:xfrm rot="10800000">
              <a:off x="11430895" y="271584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8" name="六邊形 127">
              <a:extLst>
                <a:ext uri="{FF2B5EF4-FFF2-40B4-BE49-F238E27FC236}">
                  <a16:creationId xmlns:a16="http://schemas.microsoft.com/office/drawing/2014/main" id="{D0275911-BA48-AAD1-EC98-6E0BB5D8D69A}"/>
                </a:ext>
              </a:extLst>
            </p:cNvPr>
            <p:cNvSpPr/>
            <p:nvPr/>
          </p:nvSpPr>
          <p:spPr>
            <a:xfrm rot="10800000">
              <a:off x="11430896" y="2474479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29" name="六邊形 128">
              <a:extLst>
                <a:ext uri="{FF2B5EF4-FFF2-40B4-BE49-F238E27FC236}">
                  <a16:creationId xmlns:a16="http://schemas.microsoft.com/office/drawing/2014/main" id="{74508CBA-3ACF-2FB4-730F-5DA10D734F05}"/>
                </a:ext>
              </a:extLst>
            </p:cNvPr>
            <p:cNvSpPr/>
            <p:nvPr/>
          </p:nvSpPr>
          <p:spPr>
            <a:xfrm rot="10800000">
              <a:off x="11427843" y="2245822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0" name="六邊形 129">
              <a:extLst>
                <a:ext uri="{FF2B5EF4-FFF2-40B4-BE49-F238E27FC236}">
                  <a16:creationId xmlns:a16="http://schemas.microsoft.com/office/drawing/2014/main" id="{DA7CBDCC-06E3-B806-8C99-7A46383332F6}"/>
                </a:ext>
              </a:extLst>
            </p:cNvPr>
            <p:cNvSpPr/>
            <p:nvPr/>
          </p:nvSpPr>
          <p:spPr>
            <a:xfrm flipV="1">
              <a:off x="11392530" y="2242204"/>
              <a:ext cx="205511" cy="179281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7D2E415D-0082-9339-E8B5-44A33DA7657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697281" y="2117533"/>
              <a:ext cx="7961" cy="4259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六邊形 131">
              <a:extLst>
                <a:ext uri="{FF2B5EF4-FFF2-40B4-BE49-F238E27FC236}">
                  <a16:creationId xmlns:a16="http://schemas.microsoft.com/office/drawing/2014/main" id="{4A900168-9A84-A588-FAB6-5113B4AEBFF0}"/>
                </a:ext>
              </a:extLst>
            </p:cNvPr>
            <p:cNvSpPr/>
            <p:nvPr/>
          </p:nvSpPr>
          <p:spPr>
            <a:xfrm rot="10800000">
              <a:off x="11438882" y="509300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3" name="六邊形 132">
              <a:extLst>
                <a:ext uri="{FF2B5EF4-FFF2-40B4-BE49-F238E27FC236}">
                  <a16:creationId xmlns:a16="http://schemas.microsoft.com/office/drawing/2014/main" id="{2C6ED362-3C15-80BA-BF58-F866BEB69573}"/>
                </a:ext>
              </a:extLst>
            </p:cNvPr>
            <p:cNvSpPr/>
            <p:nvPr/>
          </p:nvSpPr>
          <p:spPr>
            <a:xfrm rot="10800000">
              <a:off x="11439430" y="4860355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4" name="六邊形 133">
              <a:extLst>
                <a:ext uri="{FF2B5EF4-FFF2-40B4-BE49-F238E27FC236}">
                  <a16:creationId xmlns:a16="http://schemas.microsoft.com/office/drawing/2014/main" id="{0C379ED3-33D4-DF5F-7D49-D73ACE282521}"/>
                </a:ext>
              </a:extLst>
            </p:cNvPr>
            <p:cNvSpPr/>
            <p:nvPr/>
          </p:nvSpPr>
          <p:spPr>
            <a:xfrm rot="10800000">
              <a:off x="11439431" y="4624753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5" name="六邊形 134">
              <a:extLst>
                <a:ext uri="{FF2B5EF4-FFF2-40B4-BE49-F238E27FC236}">
                  <a16:creationId xmlns:a16="http://schemas.microsoft.com/office/drawing/2014/main" id="{496D831A-EFC1-8048-E1F7-FD87B6045D96}"/>
                </a:ext>
              </a:extLst>
            </p:cNvPr>
            <p:cNvSpPr/>
            <p:nvPr/>
          </p:nvSpPr>
          <p:spPr>
            <a:xfrm rot="10800000">
              <a:off x="11439432" y="438737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3" name="六邊形 142">
              <a:extLst>
                <a:ext uri="{FF2B5EF4-FFF2-40B4-BE49-F238E27FC236}">
                  <a16:creationId xmlns:a16="http://schemas.microsoft.com/office/drawing/2014/main" id="{710C59D2-D8CF-2F57-90FB-A2EE06FB1FFB}"/>
                </a:ext>
              </a:extLst>
            </p:cNvPr>
            <p:cNvSpPr/>
            <p:nvPr/>
          </p:nvSpPr>
          <p:spPr>
            <a:xfrm rot="10800000">
              <a:off x="11439432" y="4157690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45" name="六邊形 144">
              <a:extLst>
                <a:ext uri="{FF2B5EF4-FFF2-40B4-BE49-F238E27FC236}">
                  <a16:creationId xmlns:a16="http://schemas.microsoft.com/office/drawing/2014/main" id="{AA43C3A4-7308-83DB-A9E5-0B186D13408A}"/>
                </a:ext>
              </a:extLst>
            </p:cNvPr>
            <p:cNvSpPr/>
            <p:nvPr/>
          </p:nvSpPr>
          <p:spPr>
            <a:xfrm rot="10800000">
              <a:off x="11439433" y="3916327"/>
              <a:ext cx="139500" cy="146366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5C937B7F-B12B-910C-A2BC-7D90B34A1F9A}"/>
                </a:ext>
              </a:extLst>
            </p:cNvPr>
            <p:cNvCxnSpPr>
              <a:cxnSpLocks/>
            </p:cNvCxnSpPr>
            <p:nvPr/>
          </p:nvCxnSpPr>
          <p:spPr>
            <a:xfrm>
              <a:off x="11911988" y="2224749"/>
              <a:ext cx="0" cy="2148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7A56B9DB-5A47-A2F4-94ED-0EBC986156F8}"/>
                </a:ext>
              </a:extLst>
            </p:cNvPr>
            <p:cNvCxnSpPr>
              <a:cxnSpLocks/>
            </p:cNvCxnSpPr>
            <p:nvPr/>
          </p:nvCxnSpPr>
          <p:spPr>
            <a:xfrm>
              <a:off x="11959254" y="2244359"/>
              <a:ext cx="0" cy="1773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D0644666-E13C-B2C5-8C00-007FABC681A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9264" y="2278080"/>
              <a:ext cx="0" cy="121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093EE450-93F9-34D0-5A73-E6B13EECCDBE}"/>
                </a:ext>
              </a:extLst>
            </p:cNvPr>
            <p:cNvSpPr txBox="1"/>
            <p:nvPr/>
          </p:nvSpPr>
          <p:spPr>
            <a:xfrm rot="16200000">
              <a:off x="10017963" y="1145757"/>
              <a:ext cx="948790" cy="717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Nature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5DBFB277-B4B2-4191-DB0A-45BD21F51C43}"/>
                </a:ext>
              </a:extLst>
            </p:cNvPr>
            <p:cNvSpPr txBox="1"/>
            <p:nvPr/>
          </p:nvSpPr>
          <p:spPr>
            <a:xfrm rot="16200000">
              <a:off x="10980866" y="1312175"/>
              <a:ext cx="948790" cy="405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 </a:t>
              </a:r>
              <a:r>
                <a:rPr lang="en-US" altLang="zh-TW" sz="2000" b="1" dirty="0" err="1">
                  <a:latin typeface="標楷體" panose="03000509000000000000" pitchFamily="65" charset="-120"/>
                  <a:ea typeface="標楷體" panose="03000509000000000000" pitchFamily="65" charset="-120"/>
                </a:rPr>
                <a:t>Gnd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1348" name="文字方塊 1347">
            <a:extLst>
              <a:ext uri="{FF2B5EF4-FFF2-40B4-BE49-F238E27FC236}">
                <a16:creationId xmlns:a16="http://schemas.microsoft.com/office/drawing/2014/main" id="{E9CE215D-C97B-D41F-9226-9BF2AEA75D7F}"/>
              </a:ext>
            </a:extLst>
          </p:cNvPr>
          <p:cNvSpPr txBox="1"/>
          <p:nvPr/>
        </p:nvSpPr>
        <p:spPr>
          <a:xfrm>
            <a:off x="480525" y="5335401"/>
            <a:ext cx="951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501B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49" name="文字方塊 1348">
            <a:extLst>
              <a:ext uri="{FF2B5EF4-FFF2-40B4-BE49-F238E27FC236}">
                <a16:creationId xmlns:a16="http://schemas.microsoft.com/office/drawing/2014/main" id="{376E242A-1F99-435A-B334-5ABC0CB901FF}"/>
              </a:ext>
            </a:extLst>
          </p:cNvPr>
          <p:cNvSpPr txBox="1"/>
          <p:nvPr/>
        </p:nvSpPr>
        <p:spPr>
          <a:xfrm>
            <a:off x="480525" y="6429943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504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50" name="文字方塊 1349">
            <a:extLst>
              <a:ext uri="{FF2B5EF4-FFF2-40B4-BE49-F238E27FC236}">
                <a16:creationId xmlns:a16="http://schemas.microsoft.com/office/drawing/2014/main" id="{70EAE16F-27B9-F330-C247-0F545F1A58C6}"/>
              </a:ext>
            </a:extLst>
          </p:cNvPr>
          <p:cNvSpPr txBox="1"/>
          <p:nvPr/>
        </p:nvSpPr>
        <p:spPr>
          <a:xfrm>
            <a:off x="398714" y="8590752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501A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51" name="文字方塊 1350">
            <a:extLst>
              <a:ext uri="{FF2B5EF4-FFF2-40B4-BE49-F238E27FC236}">
                <a16:creationId xmlns:a16="http://schemas.microsoft.com/office/drawing/2014/main" id="{8AF50CCF-C59A-AD89-B480-D4475CB0876A}"/>
              </a:ext>
            </a:extLst>
          </p:cNvPr>
          <p:cNvSpPr txBox="1"/>
          <p:nvPr/>
        </p:nvSpPr>
        <p:spPr>
          <a:xfrm>
            <a:off x="463680" y="7494569"/>
            <a:ext cx="81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503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376" name="直線接點 1375">
            <a:extLst>
              <a:ext uri="{FF2B5EF4-FFF2-40B4-BE49-F238E27FC236}">
                <a16:creationId xmlns:a16="http://schemas.microsoft.com/office/drawing/2014/main" id="{009DF71E-B409-C38E-06F5-AF0FC8BB2910}"/>
              </a:ext>
            </a:extLst>
          </p:cNvPr>
          <p:cNvCxnSpPr>
            <a:cxnSpLocks/>
          </p:cNvCxnSpPr>
          <p:nvPr/>
        </p:nvCxnSpPr>
        <p:spPr>
          <a:xfrm rot="5400000" flipH="1">
            <a:off x="4932057" y="5131666"/>
            <a:ext cx="6261" cy="9009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10892955-EF63-F26E-E045-87B4FC0E6CAA}"/>
              </a:ext>
            </a:extLst>
          </p:cNvPr>
          <p:cNvCxnSpPr>
            <a:cxnSpLocks/>
            <a:endCxn id="138" idx="2"/>
          </p:cNvCxnSpPr>
          <p:nvPr/>
        </p:nvCxnSpPr>
        <p:spPr>
          <a:xfrm rot="5400000" flipH="1">
            <a:off x="-56747" y="6038371"/>
            <a:ext cx="6886530" cy="42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弧形 136">
            <a:extLst>
              <a:ext uri="{FF2B5EF4-FFF2-40B4-BE49-F238E27FC236}">
                <a16:creationId xmlns:a16="http://schemas.microsoft.com/office/drawing/2014/main" id="{26C1AF85-B686-5C59-AFF8-316F6B96BDF2}"/>
              </a:ext>
            </a:extLst>
          </p:cNvPr>
          <p:cNvSpPr/>
          <p:nvPr/>
        </p:nvSpPr>
        <p:spPr>
          <a:xfrm>
            <a:off x="3342569" y="2286546"/>
            <a:ext cx="276753" cy="250066"/>
          </a:xfrm>
          <a:prstGeom prst="arc">
            <a:avLst>
              <a:gd name="adj1" fmla="val 17452250"/>
              <a:gd name="adj2" fmla="val 430784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710AEFF0-0F79-5037-6D83-4327A3477930}"/>
              </a:ext>
            </a:extLst>
          </p:cNvPr>
          <p:cNvSpPr/>
          <p:nvPr/>
        </p:nvSpPr>
        <p:spPr>
          <a:xfrm rot="15992770">
            <a:off x="3334463" y="2500343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3E8C52AA-8A0B-34C4-7F9C-ECDC0B5C4B68}"/>
              </a:ext>
            </a:extLst>
          </p:cNvPr>
          <p:cNvSpPr/>
          <p:nvPr/>
        </p:nvSpPr>
        <p:spPr>
          <a:xfrm rot="16200000">
            <a:off x="3334465" y="2242382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D9ABEFF0-160C-1637-763A-0B34998BB233}"/>
              </a:ext>
            </a:extLst>
          </p:cNvPr>
          <p:cNvSpPr txBox="1"/>
          <p:nvPr/>
        </p:nvSpPr>
        <p:spPr>
          <a:xfrm>
            <a:off x="3516533" y="2212001"/>
            <a:ext cx="82747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801" dirty="0"/>
              <a:t>˙˙</a:t>
            </a:r>
            <a:r>
              <a:rPr lang="en-US" altLang="zh-TW" sz="1801" dirty="0"/>
              <a:t>100A </a:t>
            </a:r>
            <a:endParaRPr lang="zh-TW" altLang="en-US" sz="1801" dirty="0"/>
          </a:p>
        </p:txBody>
      </p:sp>
      <p:sp>
        <p:nvSpPr>
          <p:cNvPr id="1266" name="橢圓 1265">
            <a:extLst>
              <a:ext uri="{FF2B5EF4-FFF2-40B4-BE49-F238E27FC236}">
                <a16:creationId xmlns:a16="http://schemas.microsoft.com/office/drawing/2014/main" id="{9B783CC0-8B2D-8B6C-9FDD-D043B24AA3E2}"/>
              </a:ext>
            </a:extLst>
          </p:cNvPr>
          <p:cNvSpPr/>
          <p:nvPr/>
        </p:nvSpPr>
        <p:spPr>
          <a:xfrm rot="5400000">
            <a:off x="2035411" y="5537650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grpSp>
        <p:nvGrpSpPr>
          <p:cNvPr id="1519" name="群組 1518">
            <a:extLst>
              <a:ext uri="{FF2B5EF4-FFF2-40B4-BE49-F238E27FC236}">
                <a16:creationId xmlns:a16="http://schemas.microsoft.com/office/drawing/2014/main" id="{C929A98C-7B64-CBB3-2360-2987DE716CE7}"/>
              </a:ext>
            </a:extLst>
          </p:cNvPr>
          <p:cNvGrpSpPr/>
          <p:nvPr/>
        </p:nvGrpSpPr>
        <p:grpSpPr>
          <a:xfrm rot="5400000">
            <a:off x="3183367" y="2989428"/>
            <a:ext cx="415401" cy="226020"/>
            <a:chOff x="1116430" y="3657838"/>
            <a:chExt cx="420985" cy="226020"/>
          </a:xfrm>
        </p:grpSpPr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2203E1F0-2E23-ECCC-A503-C7313FBB0F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30" y="365783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AD2FB6EF-FAC0-2DAB-784E-8B314C329B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1807" y="366545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3CB3BA34-BE17-25D4-57A1-3CC48AD78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3934" y="367428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7" name="直線接點 1266">
            <a:extLst>
              <a:ext uri="{FF2B5EF4-FFF2-40B4-BE49-F238E27FC236}">
                <a16:creationId xmlns:a16="http://schemas.microsoft.com/office/drawing/2014/main" id="{7C6EF1FC-51DD-31AF-05C2-B93702FD9766}"/>
              </a:ext>
            </a:extLst>
          </p:cNvPr>
          <p:cNvCxnSpPr>
            <a:cxnSpLocks/>
          </p:cNvCxnSpPr>
          <p:nvPr/>
        </p:nvCxnSpPr>
        <p:spPr>
          <a:xfrm rot="5400000">
            <a:off x="2878066" y="5091445"/>
            <a:ext cx="2366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橢圓 1267">
            <a:extLst>
              <a:ext uri="{FF2B5EF4-FFF2-40B4-BE49-F238E27FC236}">
                <a16:creationId xmlns:a16="http://schemas.microsoft.com/office/drawing/2014/main" id="{E19F02EA-574B-10EF-32C9-FA1B5D4299D8}"/>
              </a:ext>
            </a:extLst>
          </p:cNvPr>
          <p:cNvSpPr/>
          <p:nvPr/>
        </p:nvSpPr>
        <p:spPr>
          <a:xfrm rot="5134159">
            <a:off x="2294612" y="5533661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69" name="直線接點 1268">
            <a:extLst>
              <a:ext uri="{FF2B5EF4-FFF2-40B4-BE49-F238E27FC236}">
                <a16:creationId xmlns:a16="http://schemas.microsoft.com/office/drawing/2014/main" id="{AD5EE592-7A49-F9A7-31E7-526D93FCBBD7}"/>
              </a:ext>
            </a:extLst>
          </p:cNvPr>
          <p:cNvCxnSpPr>
            <a:cxnSpLocks/>
          </p:cNvCxnSpPr>
          <p:nvPr/>
        </p:nvCxnSpPr>
        <p:spPr>
          <a:xfrm rot="5400000" flipH="1">
            <a:off x="1658253" y="5200911"/>
            <a:ext cx="16722" cy="7520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弧形 1269">
            <a:extLst>
              <a:ext uri="{FF2B5EF4-FFF2-40B4-BE49-F238E27FC236}">
                <a16:creationId xmlns:a16="http://schemas.microsoft.com/office/drawing/2014/main" id="{B0FEA44F-F420-42A0-6F3A-5E85568A63B1}"/>
              </a:ext>
            </a:extLst>
          </p:cNvPr>
          <p:cNvSpPr/>
          <p:nvPr/>
        </p:nvSpPr>
        <p:spPr>
          <a:xfrm rot="16200000">
            <a:off x="2090748" y="5425016"/>
            <a:ext cx="2730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2" name="直線接點 1271">
            <a:extLst>
              <a:ext uri="{FF2B5EF4-FFF2-40B4-BE49-F238E27FC236}">
                <a16:creationId xmlns:a16="http://schemas.microsoft.com/office/drawing/2014/main" id="{E01E3B6C-20F2-7D12-B4F9-06E7E3C51998}"/>
              </a:ext>
            </a:extLst>
          </p:cNvPr>
          <p:cNvCxnSpPr/>
          <p:nvPr/>
        </p:nvCxnSpPr>
        <p:spPr>
          <a:xfrm rot="5400000" flipH="1">
            <a:off x="2757123" y="5462367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橢圓 1274">
            <a:extLst>
              <a:ext uri="{FF2B5EF4-FFF2-40B4-BE49-F238E27FC236}">
                <a16:creationId xmlns:a16="http://schemas.microsoft.com/office/drawing/2014/main" id="{D6CC36B1-2F03-0DB5-922C-5EC93C9A1BC6}"/>
              </a:ext>
            </a:extLst>
          </p:cNvPr>
          <p:cNvSpPr/>
          <p:nvPr/>
        </p:nvSpPr>
        <p:spPr>
          <a:xfrm rot="5400000">
            <a:off x="2035411" y="6590928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6" name="直線接點 1275">
            <a:extLst>
              <a:ext uri="{FF2B5EF4-FFF2-40B4-BE49-F238E27FC236}">
                <a16:creationId xmlns:a16="http://schemas.microsoft.com/office/drawing/2014/main" id="{DDBE1ABE-55D9-0E6F-EB06-79F66931B3BC}"/>
              </a:ext>
            </a:extLst>
          </p:cNvPr>
          <p:cNvCxnSpPr>
            <a:cxnSpLocks/>
          </p:cNvCxnSpPr>
          <p:nvPr/>
        </p:nvCxnSpPr>
        <p:spPr>
          <a:xfrm rot="5400000">
            <a:off x="2878066" y="6144725"/>
            <a:ext cx="2366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7" name="橢圓 1276">
            <a:extLst>
              <a:ext uri="{FF2B5EF4-FFF2-40B4-BE49-F238E27FC236}">
                <a16:creationId xmlns:a16="http://schemas.microsoft.com/office/drawing/2014/main" id="{BF990BE8-B5F0-76BD-C7BE-D535F6381818}"/>
              </a:ext>
            </a:extLst>
          </p:cNvPr>
          <p:cNvSpPr/>
          <p:nvPr/>
        </p:nvSpPr>
        <p:spPr>
          <a:xfrm rot="5134159">
            <a:off x="2294612" y="6586939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78" name="直線接點 1277">
            <a:extLst>
              <a:ext uri="{FF2B5EF4-FFF2-40B4-BE49-F238E27FC236}">
                <a16:creationId xmlns:a16="http://schemas.microsoft.com/office/drawing/2014/main" id="{6F23E414-9468-A701-BD9A-76118C6EC4B9}"/>
              </a:ext>
            </a:extLst>
          </p:cNvPr>
          <p:cNvCxnSpPr>
            <a:cxnSpLocks/>
            <a:endCxn id="1349" idx="3"/>
          </p:cNvCxnSpPr>
          <p:nvPr/>
        </p:nvCxnSpPr>
        <p:spPr>
          <a:xfrm flipH="1" flipV="1">
            <a:off x="1290603" y="6629998"/>
            <a:ext cx="752021" cy="85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弧形 1278">
            <a:extLst>
              <a:ext uri="{FF2B5EF4-FFF2-40B4-BE49-F238E27FC236}">
                <a16:creationId xmlns:a16="http://schemas.microsoft.com/office/drawing/2014/main" id="{51D04836-16DB-F764-E75A-194272E16D2F}"/>
              </a:ext>
            </a:extLst>
          </p:cNvPr>
          <p:cNvSpPr/>
          <p:nvPr/>
        </p:nvSpPr>
        <p:spPr>
          <a:xfrm rot="16200000">
            <a:off x="2090748" y="6465759"/>
            <a:ext cx="2730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281" name="直線接點 1280">
            <a:extLst>
              <a:ext uri="{FF2B5EF4-FFF2-40B4-BE49-F238E27FC236}">
                <a16:creationId xmlns:a16="http://schemas.microsoft.com/office/drawing/2014/main" id="{48033976-27BB-12F6-C9B9-CD2A431C26E0}"/>
              </a:ext>
            </a:extLst>
          </p:cNvPr>
          <p:cNvCxnSpPr/>
          <p:nvPr/>
        </p:nvCxnSpPr>
        <p:spPr>
          <a:xfrm rot="5400000" flipH="1">
            <a:off x="2757123" y="6515646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2" name="文字方塊 1291">
            <a:extLst>
              <a:ext uri="{FF2B5EF4-FFF2-40B4-BE49-F238E27FC236}">
                <a16:creationId xmlns:a16="http://schemas.microsoft.com/office/drawing/2014/main" id="{010393C9-5EC7-0FA3-A2A0-795053A295E6}"/>
              </a:ext>
            </a:extLst>
          </p:cNvPr>
          <p:cNvSpPr txBox="1"/>
          <p:nvPr/>
        </p:nvSpPr>
        <p:spPr>
          <a:xfrm>
            <a:off x="1919984" y="7146279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5" name="橢圓 1374">
            <a:extLst>
              <a:ext uri="{FF2B5EF4-FFF2-40B4-BE49-F238E27FC236}">
                <a16:creationId xmlns:a16="http://schemas.microsoft.com/office/drawing/2014/main" id="{D21A4175-E153-B6AC-25A6-F961DDE47039}"/>
              </a:ext>
            </a:extLst>
          </p:cNvPr>
          <p:cNvSpPr/>
          <p:nvPr/>
        </p:nvSpPr>
        <p:spPr>
          <a:xfrm rot="5400000">
            <a:off x="4178951" y="5523725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sp>
        <p:nvSpPr>
          <p:cNvPr id="1377" name="橢圓 1376">
            <a:extLst>
              <a:ext uri="{FF2B5EF4-FFF2-40B4-BE49-F238E27FC236}">
                <a16:creationId xmlns:a16="http://schemas.microsoft.com/office/drawing/2014/main" id="{35F656DB-3991-327A-C4E8-233835DFFA7E}"/>
              </a:ext>
            </a:extLst>
          </p:cNvPr>
          <p:cNvSpPr/>
          <p:nvPr/>
        </p:nvSpPr>
        <p:spPr>
          <a:xfrm rot="5134159">
            <a:off x="4438152" y="5529232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78" name="直線接點 1377">
            <a:extLst>
              <a:ext uri="{FF2B5EF4-FFF2-40B4-BE49-F238E27FC236}">
                <a16:creationId xmlns:a16="http://schemas.microsoft.com/office/drawing/2014/main" id="{53CE713C-9A1D-CD6F-C268-D63CD6D1C7B1}"/>
              </a:ext>
            </a:extLst>
          </p:cNvPr>
          <p:cNvCxnSpPr>
            <a:cxnSpLocks/>
          </p:cNvCxnSpPr>
          <p:nvPr/>
        </p:nvCxnSpPr>
        <p:spPr>
          <a:xfrm rot="5400000">
            <a:off x="3778877" y="5168563"/>
            <a:ext cx="449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弧形 1378">
            <a:extLst>
              <a:ext uri="{FF2B5EF4-FFF2-40B4-BE49-F238E27FC236}">
                <a16:creationId xmlns:a16="http://schemas.microsoft.com/office/drawing/2014/main" id="{7D2A1EDB-E59E-EDBC-F088-E16AE8D42C6D}"/>
              </a:ext>
            </a:extLst>
          </p:cNvPr>
          <p:cNvSpPr/>
          <p:nvPr/>
        </p:nvSpPr>
        <p:spPr>
          <a:xfrm rot="16200000">
            <a:off x="4185649" y="5395794"/>
            <a:ext cx="2730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1" name="直線接點 1380">
            <a:extLst>
              <a:ext uri="{FF2B5EF4-FFF2-40B4-BE49-F238E27FC236}">
                <a16:creationId xmlns:a16="http://schemas.microsoft.com/office/drawing/2014/main" id="{CFBE7C79-282E-6402-55B5-3A85B111C348}"/>
              </a:ext>
            </a:extLst>
          </p:cNvPr>
          <p:cNvCxnSpPr/>
          <p:nvPr/>
        </p:nvCxnSpPr>
        <p:spPr>
          <a:xfrm rot="5400000" flipH="1">
            <a:off x="3718692" y="5467436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" name="橢圓 1383">
            <a:extLst>
              <a:ext uri="{FF2B5EF4-FFF2-40B4-BE49-F238E27FC236}">
                <a16:creationId xmlns:a16="http://schemas.microsoft.com/office/drawing/2014/main" id="{2E718ED3-A3D8-8134-49D9-0032648E1935}"/>
              </a:ext>
            </a:extLst>
          </p:cNvPr>
          <p:cNvSpPr/>
          <p:nvPr/>
        </p:nvSpPr>
        <p:spPr>
          <a:xfrm rot="5400000">
            <a:off x="4178951" y="6586501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AE3E702E-C58B-2AD8-EEC3-44EBE0E39019}"/>
              </a:ext>
            </a:extLst>
          </p:cNvPr>
          <p:cNvCxnSpPr>
            <a:cxnSpLocks/>
          </p:cNvCxnSpPr>
          <p:nvPr/>
        </p:nvCxnSpPr>
        <p:spPr>
          <a:xfrm rot="5400000">
            <a:off x="4944150" y="6164081"/>
            <a:ext cx="3318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橢圓 1385">
            <a:extLst>
              <a:ext uri="{FF2B5EF4-FFF2-40B4-BE49-F238E27FC236}">
                <a16:creationId xmlns:a16="http://schemas.microsoft.com/office/drawing/2014/main" id="{C8B586C0-4588-FAFD-7C8F-61C33DBDB26B}"/>
              </a:ext>
            </a:extLst>
          </p:cNvPr>
          <p:cNvSpPr/>
          <p:nvPr/>
        </p:nvSpPr>
        <p:spPr>
          <a:xfrm rot="5134159">
            <a:off x="4438152" y="6593594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87" name="直線接點 1386">
            <a:extLst>
              <a:ext uri="{FF2B5EF4-FFF2-40B4-BE49-F238E27FC236}">
                <a16:creationId xmlns:a16="http://schemas.microsoft.com/office/drawing/2014/main" id="{F884D88E-5E57-7591-9D78-7E8663C6E70A}"/>
              </a:ext>
            </a:extLst>
          </p:cNvPr>
          <p:cNvCxnSpPr>
            <a:cxnSpLocks/>
          </p:cNvCxnSpPr>
          <p:nvPr/>
        </p:nvCxnSpPr>
        <p:spPr>
          <a:xfrm rot="5400000" flipH="1">
            <a:off x="3785220" y="6233192"/>
            <a:ext cx="6790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弧形 1387">
            <a:extLst>
              <a:ext uri="{FF2B5EF4-FFF2-40B4-BE49-F238E27FC236}">
                <a16:creationId xmlns:a16="http://schemas.microsoft.com/office/drawing/2014/main" id="{61BEFE0F-6983-E3D0-E104-FD9CF694DABE}"/>
              </a:ext>
            </a:extLst>
          </p:cNvPr>
          <p:cNvSpPr/>
          <p:nvPr/>
        </p:nvSpPr>
        <p:spPr>
          <a:xfrm rot="16200000">
            <a:off x="4228151" y="6469400"/>
            <a:ext cx="2730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90" name="直線接點 1389">
            <a:extLst>
              <a:ext uri="{FF2B5EF4-FFF2-40B4-BE49-F238E27FC236}">
                <a16:creationId xmlns:a16="http://schemas.microsoft.com/office/drawing/2014/main" id="{5E549052-FF0E-FAF1-781C-AACF8E54508D}"/>
              </a:ext>
            </a:extLst>
          </p:cNvPr>
          <p:cNvCxnSpPr/>
          <p:nvPr/>
        </p:nvCxnSpPr>
        <p:spPr>
          <a:xfrm rot="5400000" flipH="1">
            <a:off x="3636145" y="6531796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文字方塊 1391">
            <a:extLst>
              <a:ext uri="{FF2B5EF4-FFF2-40B4-BE49-F238E27FC236}">
                <a16:creationId xmlns:a16="http://schemas.microsoft.com/office/drawing/2014/main" id="{8D3057D2-8C7D-CC18-F539-7A24844CDE03}"/>
              </a:ext>
            </a:extLst>
          </p:cNvPr>
          <p:cNvSpPr txBox="1"/>
          <p:nvPr/>
        </p:nvSpPr>
        <p:spPr>
          <a:xfrm>
            <a:off x="4073595" y="5003637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401" name="文字方塊 1400">
            <a:extLst>
              <a:ext uri="{FF2B5EF4-FFF2-40B4-BE49-F238E27FC236}">
                <a16:creationId xmlns:a16="http://schemas.microsoft.com/office/drawing/2014/main" id="{01E315B9-B06D-3457-F450-5EA71CDDA8FA}"/>
              </a:ext>
            </a:extLst>
          </p:cNvPr>
          <p:cNvSpPr txBox="1"/>
          <p:nvPr/>
        </p:nvSpPr>
        <p:spPr>
          <a:xfrm>
            <a:off x="4052197" y="6106329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6" name="文字方塊 1505">
            <a:extLst>
              <a:ext uri="{FF2B5EF4-FFF2-40B4-BE49-F238E27FC236}">
                <a16:creationId xmlns:a16="http://schemas.microsoft.com/office/drawing/2014/main" id="{EB9F8629-5DB1-28D9-4FAD-0B3A118C8C09}"/>
              </a:ext>
            </a:extLst>
          </p:cNvPr>
          <p:cNvSpPr txBox="1"/>
          <p:nvPr/>
        </p:nvSpPr>
        <p:spPr>
          <a:xfrm>
            <a:off x="1904744" y="5040754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507" name="文字方塊 1506">
            <a:extLst>
              <a:ext uri="{FF2B5EF4-FFF2-40B4-BE49-F238E27FC236}">
                <a16:creationId xmlns:a16="http://schemas.microsoft.com/office/drawing/2014/main" id="{5C3237E5-7B07-E3F8-9C46-786CB3FB5BD6}"/>
              </a:ext>
            </a:extLst>
          </p:cNvPr>
          <p:cNvSpPr txBox="1"/>
          <p:nvPr/>
        </p:nvSpPr>
        <p:spPr>
          <a:xfrm>
            <a:off x="1899664" y="6079756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D9D6FE9-1245-69E8-438A-E4488B3CA3A5}"/>
              </a:ext>
            </a:extLst>
          </p:cNvPr>
          <p:cNvCxnSpPr/>
          <p:nvPr/>
        </p:nvCxnSpPr>
        <p:spPr>
          <a:xfrm rot="5400000" flipH="1">
            <a:off x="3599715" y="5472858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橢圓 3">
            <a:extLst>
              <a:ext uri="{FF2B5EF4-FFF2-40B4-BE49-F238E27FC236}">
                <a16:creationId xmlns:a16="http://schemas.microsoft.com/office/drawing/2014/main" id="{33266C78-B001-0459-A7D7-5071280FBC53}"/>
              </a:ext>
            </a:extLst>
          </p:cNvPr>
          <p:cNvSpPr/>
          <p:nvPr/>
        </p:nvSpPr>
        <p:spPr>
          <a:xfrm rot="5400000">
            <a:off x="2102530" y="7663125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A4D5C37-E250-FD57-22B7-60046E8C8C03}"/>
              </a:ext>
            </a:extLst>
          </p:cNvPr>
          <p:cNvCxnSpPr>
            <a:cxnSpLocks/>
          </p:cNvCxnSpPr>
          <p:nvPr/>
        </p:nvCxnSpPr>
        <p:spPr>
          <a:xfrm rot="5400000">
            <a:off x="2945183" y="7216921"/>
            <a:ext cx="2366" cy="9751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3FB6C84C-BFBC-8FF5-B568-B9E0203102F0}"/>
              </a:ext>
            </a:extLst>
          </p:cNvPr>
          <p:cNvSpPr/>
          <p:nvPr/>
        </p:nvSpPr>
        <p:spPr>
          <a:xfrm rot="5134159">
            <a:off x="2361731" y="7659135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0726760-008D-BD61-9B0E-9E4B54964A6C}"/>
              </a:ext>
            </a:extLst>
          </p:cNvPr>
          <p:cNvCxnSpPr>
            <a:cxnSpLocks/>
          </p:cNvCxnSpPr>
          <p:nvPr/>
        </p:nvCxnSpPr>
        <p:spPr>
          <a:xfrm rot="5400000">
            <a:off x="1671466" y="7272484"/>
            <a:ext cx="0" cy="8765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14D7B33B-3E47-C6E5-A897-9D79B1E1813D}"/>
              </a:ext>
            </a:extLst>
          </p:cNvPr>
          <p:cNvSpPr/>
          <p:nvPr/>
        </p:nvSpPr>
        <p:spPr>
          <a:xfrm rot="16200000">
            <a:off x="2157867" y="7550492"/>
            <a:ext cx="2730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8E5B35D4-D284-2463-38A3-76FB84D5C198}"/>
              </a:ext>
            </a:extLst>
          </p:cNvPr>
          <p:cNvCxnSpPr/>
          <p:nvPr/>
        </p:nvCxnSpPr>
        <p:spPr>
          <a:xfrm rot="5400000" flipH="1">
            <a:off x="2824241" y="7587842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54808764-864D-3AE0-A13A-67E028ADCE3E}"/>
              </a:ext>
            </a:extLst>
          </p:cNvPr>
          <p:cNvSpPr/>
          <p:nvPr/>
        </p:nvSpPr>
        <p:spPr>
          <a:xfrm rot="5400000">
            <a:off x="2102530" y="8716404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E514009-3ED5-23CD-8FB5-11D8A3CFDB79}"/>
              </a:ext>
            </a:extLst>
          </p:cNvPr>
          <p:cNvCxnSpPr>
            <a:cxnSpLocks/>
          </p:cNvCxnSpPr>
          <p:nvPr/>
        </p:nvCxnSpPr>
        <p:spPr>
          <a:xfrm rot="5400000" flipH="1">
            <a:off x="2922390" y="8295361"/>
            <a:ext cx="5079" cy="9322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46021318-8A0A-EDE1-A0C0-C629CDA8456D}"/>
              </a:ext>
            </a:extLst>
          </p:cNvPr>
          <p:cNvSpPr/>
          <p:nvPr/>
        </p:nvSpPr>
        <p:spPr>
          <a:xfrm rot="5134159">
            <a:off x="2361731" y="8712415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90D7DF8-4206-367D-2288-8C883E17B15D}"/>
              </a:ext>
            </a:extLst>
          </p:cNvPr>
          <p:cNvCxnSpPr>
            <a:cxnSpLocks/>
          </p:cNvCxnSpPr>
          <p:nvPr/>
        </p:nvCxnSpPr>
        <p:spPr>
          <a:xfrm rot="5400000">
            <a:off x="1702456" y="8361244"/>
            <a:ext cx="4492" cy="810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>
            <a:extLst>
              <a:ext uri="{FF2B5EF4-FFF2-40B4-BE49-F238E27FC236}">
                <a16:creationId xmlns:a16="http://schemas.microsoft.com/office/drawing/2014/main" id="{57C434CE-0E1F-46D5-28B3-CCA4721DF8E7}"/>
              </a:ext>
            </a:extLst>
          </p:cNvPr>
          <p:cNvSpPr/>
          <p:nvPr/>
        </p:nvSpPr>
        <p:spPr>
          <a:xfrm rot="16200000">
            <a:off x="2157867" y="8591234"/>
            <a:ext cx="2730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BB23CB8-F7CF-D1E6-6E27-85FE3C5C597B}"/>
              </a:ext>
            </a:extLst>
          </p:cNvPr>
          <p:cNvCxnSpPr/>
          <p:nvPr/>
        </p:nvCxnSpPr>
        <p:spPr>
          <a:xfrm rot="5400000" flipH="1">
            <a:off x="2824241" y="8641122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E675F28-5699-DDAB-0FA6-927A38E7FA7B}"/>
              </a:ext>
            </a:extLst>
          </p:cNvPr>
          <p:cNvSpPr txBox="1"/>
          <p:nvPr/>
        </p:nvSpPr>
        <p:spPr>
          <a:xfrm>
            <a:off x="1934019" y="8220615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6585977A-BC9C-8393-6F4F-CBD89E6DA420}"/>
              </a:ext>
            </a:extLst>
          </p:cNvPr>
          <p:cNvSpPr txBox="1"/>
          <p:nvPr/>
        </p:nvSpPr>
        <p:spPr>
          <a:xfrm>
            <a:off x="5410905" y="6392233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506A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47" name="文字方塊 1346">
            <a:extLst>
              <a:ext uri="{FF2B5EF4-FFF2-40B4-BE49-F238E27FC236}">
                <a16:creationId xmlns:a16="http://schemas.microsoft.com/office/drawing/2014/main" id="{EFFD5D34-142E-CB00-C902-AC22AC4603B2}"/>
              </a:ext>
            </a:extLst>
          </p:cNvPr>
          <p:cNvSpPr txBox="1"/>
          <p:nvPr/>
        </p:nvSpPr>
        <p:spPr>
          <a:xfrm>
            <a:off x="5428442" y="5351582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505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14E7B81F-2E52-D885-E0BE-6BEB478A66DE}"/>
              </a:ext>
            </a:extLst>
          </p:cNvPr>
          <p:cNvSpPr/>
          <p:nvPr/>
        </p:nvSpPr>
        <p:spPr>
          <a:xfrm rot="5400000">
            <a:off x="4155054" y="7658759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110C4EF-C345-D893-15F1-62FEF4C98DFA}"/>
              </a:ext>
            </a:extLst>
          </p:cNvPr>
          <p:cNvCxnSpPr>
            <a:cxnSpLocks/>
          </p:cNvCxnSpPr>
          <p:nvPr/>
        </p:nvCxnSpPr>
        <p:spPr>
          <a:xfrm rot="5400000">
            <a:off x="4920253" y="7236339"/>
            <a:ext cx="3318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>
            <a:extLst>
              <a:ext uri="{FF2B5EF4-FFF2-40B4-BE49-F238E27FC236}">
                <a16:creationId xmlns:a16="http://schemas.microsoft.com/office/drawing/2014/main" id="{88AB29DB-0BD3-83A4-36E6-D0A0002F9A04}"/>
              </a:ext>
            </a:extLst>
          </p:cNvPr>
          <p:cNvSpPr/>
          <p:nvPr/>
        </p:nvSpPr>
        <p:spPr>
          <a:xfrm rot="5134159">
            <a:off x="4414255" y="7665850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BED50920-AAC1-DC73-EA6C-4CBB18522FD1}"/>
              </a:ext>
            </a:extLst>
          </p:cNvPr>
          <p:cNvCxnSpPr>
            <a:cxnSpLocks/>
          </p:cNvCxnSpPr>
          <p:nvPr/>
        </p:nvCxnSpPr>
        <p:spPr>
          <a:xfrm rot="5400000" flipH="1">
            <a:off x="3761323" y="7305449"/>
            <a:ext cx="6790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弧形 23">
            <a:extLst>
              <a:ext uri="{FF2B5EF4-FFF2-40B4-BE49-F238E27FC236}">
                <a16:creationId xmlns:a16="http://schemas.microsoft.com/office/drawing/2014/main" id="{6848AABC-AFDC-DE51-823E-F9D402DD447B}"/>
              </a:ext>
            </a:extLst>
          </p:cNvPr>
          <p:cNvSpPr/>
          <p:nvPr/>
        </p:nvSpPr>
        <p:spPr>
          <a:xfrm rot="16200000">
            <a:off x="4204256" y="7541656"/>
            <a:ext cx="2730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88E5B71-A178-3B5B-D939-073986BF61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635108" y="7604053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A9C11C5-5063-A1FC-4D4D-CCA2D6EDA352}"/>
              </a:ext>
            </a:extLst>
          </p:cNvPr>
          <p:cNvSpPr txBox="1"/>
          <p:nvPr/>
        </p:nvSpPr>
        <p:spPr>
          <a:xfrm>
            <a:off x="4028301" y="7178586"/>
            <a:ext cx="1158498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cxnSp>
        <p:nvCxnSpPr>
          <p:cNvPr id="1353" name="直線接點 1352">
            <a:extLst>
              <a:ext uri="{FF2B5EF4-FFF2-40B4-BE49-F238E27FC236}">
                <a16:creationId xmlns:a16="http://schemas.microsoft.com/office/drawing/2014/main" id="{461A2BA9-FA29-073A-94A2-D2B62152FFC8}"/>
              </a:ext>
            </a:extLst>
          </p:cNvPr>
          <p:cNvCxnSpPr/>
          <p:nvPr/>
        </p:nvCxnSpPr>
        <p:spPr>
          <a:xfrm rot="5400000" flipH="1">
            <a:off x="2890086" y="6519358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直線接點 1353">
            <a:extLst>
              <a:ext uri="{FF2B5EF4-FFF2-40B4-BE49-F238E27FC236}">
                <a16:creationId xmlns:a16="http://schemas.microsoft.com/office/drawing/2014/main" id="{59EE6AE6-818A-69EC-99B5-4300BDA3C655}"/>
              </a:ext>
            </a:extLst>
          </p:cNvPr>
          <p:cNvCxnSpPr/>
          <p:nvPr/>
        </p:nvCxnSpPr>
        <p:spPr>
          <a:xfrm rot="5400000" flipH="1">
            <a:off x="2879282" y="5448652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B6149022-A9C1-1D3F-13D2-F7731634478F}"/>
              </a:ext>
            </a:extLst>
          </p:cNvPr>
          <p:cNvCxnSpPr/>
          <p:nvPr/>
        </p:nvCxnSpPr>
        <p:spPr>
          <a:xfrm rot="5400000" flipH="1">
            <a:off x="2954393" y="7583220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BA8A686-D3E0-F4CB-7D1B-0B1523A47CDF}"/>
              </a:ext>
            </a:extLst>
          </p:cNvPr>
          <p:cNvCxnSpPr/>
          <p:nvPr/>
        </p:nvCxnSpPr>
        <p:spPr>
          <a:xfrm rot="5400000" flipH="1">
            <a:off x="2966695" y="8653052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A3A6022-4C15-0804-F9AF-10A1C26A8E0E}"/>
              </a:ext>
            </a:extLst>
          </p:cNvPr>
          <p:cNvCxnSpPr/>
          <p:nvPr/>
        </p:nvCxnSpPr>
        <p:spPr>
          <a:xfrm rot="5400000" flipH="1">
            <a:off x="3770716" y="6531796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47BD93AC-97E1-B009-502F-618F32CB552F}"/>
              </a:ext>
            </a:extLst>
          </p:cNvPr>
          <p:cNvCxnSpPr/>
          <p:nvPr/>
        </p:nvCxnSpPr>
        <p:spPr>
          <a:xfrm rot="5400000" flipH="1">
            <a:off x="3757136" y="7608217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橢圓 41">
            <a:extLst>
              <a:ext uri="{FF2B5EF4-FFF2-40B4-BE49-F238E27FC236}">
                <a16:creationId xmlns:a16="http://schemas.microsoft.com/office/drawing/2014/main" id="{6B3D9434-6C23-FFF2-CEE7-D83DFA9756E3}"/>
              </a:ext>
            </a:extLst>
          </p:cNvPr>
          <p:cNvSpPr/>
          <p:nvPr/>
        </p:nvSpPr>
        <p:spPr>
          <a:xfrm rot="5400000">
            <a:off x="4162120" y="8723002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415C7935-57D5-6D55-32F7-76D1E358285B}"/>
              </a:ext>
            </a:extLst>
          </p:cNvPr>
          <p:cNvCxnSpPr>
            <a:cxnSpLocks/>
          </p:cNvCxnSpPr>
          <p:nvPr/>
        </p:nvCxnSpPr>
        <p:spPr>
          <a:xfrm rot="5400000">
            <a:off x="4927318" y="8300583"/>
            <a:ext cx="3318" cy="9487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>
            <a:extLst>
              <a:ext uri="{FF2B5EF4-FFF2-40B4-BE49-F238E27FC236}">
                <a16:creationId xmlns:a16="http://schemas.microsoft.com/office/drawing/2014/main" id="{F588E67D-C714-F675-7EE5-AE4057121452}"/>
              </a:ext>
            </a:extLst>
          </p:cNvPr>
          <p:cNvSpPr/>
          <p:nvPr/>
        </p:nvSpPr>
        <p:spPr>
          <a:xfrm rot="5134159">
            <a:off x="4421320" y="8730095"/>
            <a:ext cx="94149" cy="997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FCD1EC07-F90A-8BC6-8F2C-342622F89EFB}"/>
              </a:ext>
            </a:extLst>
          </p:cNvPr>
          <p:cNvCxnSpPr>
            <a:cxnSpLocks/>
          </p:cNvCxnSpPr>
          <p:nvPr/>
        </p:nvCxnSpPr>
        <p:spPr>
          <a:xfrm rot="5400000" flipH="1">
            <a:off x="3768389" y="8369693"/>
            <a:ext cx="6790" cy="795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弧形 46">
            <a:extLst>
              <a:ext uri="{FF2B5EF4-FFF2-40B4-BE49-F238E27FC236}">
                <a16:creationId xmlns:a16="http://schemas.microsoft.com/office/drawing/2014/main" id="{D15997A3-08DE-5DFD-419F-88F7F934C9D7}"/>
              </a:ext>
            </a:extLst>
          </p:cNvPr>
          <p:cNvSpPr/>
          <p:nvPr/>
        </p:nvSpPr>
        <p:spPr>
          <a:xfrm rot="16200000">
            <a:off x="4211321" y="8605901"/>
            <a:ext cx="273082" cy="253428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F15A8FD5-C37A-4629-9DDB-36A2E302DA0F}"/>
              </a:ext>
            </a:extLst>
          </p:cNvPr>
          <p:cNvCxnSpPr>
            <a:cxnSpLocks/>
          </p:cNvCxnSpPr>
          <p:nvPr/>
        </p:nvCxnSpPr>
        <p:spPr>
          <a:xfrm rot="5400000" flipH="1">
            <a:off x="3642174" y="8668297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1B120F4A-1418-3473-E864-9305D5DA534D}"/>
              </a:ext>
            </a:extLst>
          </p:cNvPr>
          <p:cNvCxnSpPr/>
          <p:nvPr/>
        </p:nvCxnSpPr>
        <p:spPr>
          <a:xfrm rot="5400000" flipH="1">
            <a:off x="3764201" y="8672462"/>
            <a:ext cx="171180" cy="2095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>
            <a:extLst>
              <a:ext uri="{FF2B5EF4-FFF2-40B4-BE49-F238E27FC236}">
                <a16:creationId xmlns:a16="http://schemas.microsoft.com/office/drawing/2014/main" id="{BD25FAC0-756A-25E0-D6E5-FB7A3E8A2C97}"/>
              </a:ext>
            </a:extLst>
          </p:cNvPr>
          <p:cNvSpPr/>
          <p:nvPr/>
        </p:nvSpPr>
        <p:spPr>
          <a:xfrm rot="10800000">
            <a:off x="5045209" y="3918123"/>
            <a:ext cx="95415" cy="9843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2C863B76-32F3-1BDB-F5BB-07B1DC3AF6A6}"/>
              </a:ext>
            </a:extLst>
          </p:cNvPr>
          <p:cNvCxnSpPr>
            <a:cxnSpLocks/>
          </p:cNvCxnSpPr>
          <p:nvPr/>
        </p:nvCxnSpPr>
        <p:spPr>
          <a:xfrm rot="5400000" flipH="1">
            <a:off x="4948654" y="4349930"/>
            <a:ext cx="2809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>
            <a:extLst>
              <a:ext uri="{FF2B5EF4-FFF2-40B4-BE49-F238E27FC236}">
                <a16:creationId xmlns:a16="http://schemas.microsoft.com/office/drawing/2014/main" id="{EBFCE93B-0BE4-4F29-E51A-E93ADF33E83D}"/>
              </a:ext>
            </a:extLst>
          </p:cNvPr>
          <p:cNvSpPr/>
          <p:nvPr/>
        </p:nvSpPr>
        <p:spPr>
          <a:xfrm rot="10534159">
            <a:off x="5038022" y="4173886"/>
            <a:ext cx="95415" cy="9843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44" name="直線接點 1343">
            <a:extLst>
              <a:ext uri="{FF2B5EF4-FFF2-40B4-BE49-F238E27FC236}">
                <a16:creationId xmlns:a16="http://schemas.microsoft.com/office/drawing/2014/main" id="{BCE2A24E-2BB5-7F5F-D247-C79DA11194A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82831" y="3715253"/>
            <a:ext cx="425116" cy="3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5" name="弧形 1344">
            <a:extLst>
              <a:ext uri="{FF2B5EF4-FFF2-40B4-BE49-F238E27FC236}">
                <a16:creationId xmlns:a16="http://schemas.microsoft.com/office/drawing/2014/main" id="{C5B3A517-DD51-8580-6430-B39CB9EE2F97}"/>
              </a:ext>
            </a:extLst>
          </p:cNvPr>
          <p:cNvSpPr/>
          <p:nvPr/>
        </p:nvSpPr>
        <p:spPr>
          <a:xfrm>
            <a:off x="4995347" y="3979137"/>
            <a:ext cx="276753" cy="250066"/>
          </a:xfrm>
          <a:prstGeom prst="arc">
            <a:avLst>
              <a:gd name="adj1" fmla="val 17452250"/>
              <a:gd name="adj2" fmla="val 404532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1"/>
          </a:p>
        </p:txBody>
      </p:sp>
      <p:cxnSp>
        <p:nvCxnSpPr>
          <p:cNvPr id="1356" name="直線接點 1355">
            <a:extLst>
              <a:ext uri="{FF2B5EF4-FFF2-40B4-BE49-F238E27FC236}">
                <a16:creationId xmlns:a16="http://schemas.microsoft.com/office/drawing/2014/main" id="{B0B5A5D7-FB4E-2D81-6135-D8E35424757F}"/>
              </a:ext>
            </a:extLst>
          </p:cNvPr>
          <p:cNvCxnSpPr>
            <a:cxnSpLocks/>
          </p:cNvCxnSpPr>
          <p:nvPr/>
        </p:nvCxnSpPr>
        <p:spPr>
          <a:xfrm rot="10800000" flipH="1">
            <a:off x="5012684" y="3559229"/>
            <a:ext cx="173481" cy="206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直線接點 1356">
            <a:extLst>
              <a:ext uri="{FF2B5EF4-FFF2-40B4-BE49-F238E27FC236}">
                <a16:creationId xmlns:a16="http://schemas.microsoft.com/office/drawing/2014/main" id="{E6933E5F-03B7-EFD3-59A7-456FFBCAE678}"/>
              </a:ext>
            </a:extLst>
          </p:cNvPr>
          <p:cNvCxnSpPr/>
          <p:nvPr/>
        </p:nvCxnSpPr>
        <p:spPr>
          <a:xfrm rot="10800000" flipH="1">
            <a:off x="5008465" y="3679637"/>
            <a:ext cx="173481" cy="2067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" name="直線接點 1361">
            <a:extLst>
              <a:ext uri="{FF2B5EF4-FFF2-40B4-BE49-F238E27FC236}">
                <a16:creationId xmlns:a16="http://schemas.microsoft.com/office/drawing/2014/main" id="{F503029F-06C5-1865-A46D-0D0119A5B984}"/>
              </a:ext>
            </a:extLst>
          </p:cNvPr>
          <p:cNvCxnSpPr>
            <a:cxnSpLocks/>
          </p:cNvCxnSpPr>
          <p:nvPr/>
        </p:nvCxnSpPr>
        <p:spPr>
          <a:xfrm rot="5400000">
            <a:off x="4222950" y="2634364"/>
            <a:ext cx="0" cy="1760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6" name="文字方塊 1365">
            <a:extLst>
              <a:ext uri="{FF2B5EF4-FFF2-40B4-BE49-F238E27FC236}">
                <a16:creationId xmlns:a16="http://schemas.microsoft.com/office/drawing/2014/main" id="{A31303B0-6BAB-D1D5-D5F4-982180F782DC}"/>
              </a:ext>
            </a:extLst>
          </p:cNvPr>
          <p:cNvSpPr txBox="1"/>
          <p:nvPr/>
        </p:nvSpPr>
        <p:spPr>
          <a:xfrm rot="5400000">
            <a:off x="4888344" y="4180066"/>
            <a:ext cx="1143132" cy="3694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801" dirty="0"/>
              <a:t>20</a:t>
            </a:r>
            <a:r>
              <a:rPr lang="zh-TW" altLang="en-US" sz="1801" dirty="0"/>
              <a:t> </a:t>
            </a:r>
            <a:r>
              <a:rPr lang="en-US" altLang="zh-TW" sz="1801" dirty="0"/>
              <a:t>A</a:t>
            </a:r>
            <a:endParaRPr lang="zh-TW" altLang="en-US" sz="1801" dirty="0"/>
          </a:p>
        </p:txBody>
      </p:sp>
      <p:sp>
        <p:nvSpPr>
          <p:cNvPr id="1370" name="文字方塊 1369">
            <a:extLst>
              <a:ext uri="{FF2B5EF4-FFF2-40B4-BE49-F238E27FC236}">
                <a16:creationId xmlns:a16="http://schemas.microsoft.com/office/drawing/2014/main" id="{C8745FA4-0427-4226-434D-A77A178B1B91}"/>
              </a:ext>
            </a:extLst>
          </p:cNvPr>
          <p:cNvSpPr txBox="1"/>
          <p:nvPr/>
        </p:nvSpPr>
        <p:spPr>
          <a:xfrm>
            <a:off x="4832024" y="4521136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507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71" name="文字方塊 1370">
            <a:extLst>
              <a:ext uri="{FF2B5EF4-FFF2-40B4-BE49-F238E27FC236}">
                <a16:creationId xmlns:a16="http://schemas.microsoft.com/office/drawing/2014/main" id="{FAA5F0C7-2120-6875-5B0C-7ADEA0E3D4A1}"/>
              </a:ext>
            </a:extLst>
          </p:cNvPr>
          <p:cNvSpPr txBox="1"/>
          <p:nvPr/>
        </p:nvSpPr>
        <p:spPr>
          <a:xfrm>
            <a:off x="5418607" y="7499546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506B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72" name="文字方塊 1371">
            <a:extLst>
              <a:ext uri="{FF2B5EF4-FFF2-40B4-BE49-F238E27FC236}">
                <a16:creationId xmlns:a16="http://schemas.microsoft.com/office/drawing/2014/main" id="{72C0CE4E-7282-256E-6EB2-1A18BE92269E}"/>
              </a:ext>
            </a:extLst>
          </p:cNvPr>
          <p:cNvSpPr txBox="1"/>
          <p:nvPr/>
        </p:nvSpPr>
        <p:spPr>
          <a:xfrm>
            <a:off x="5437865" y="8566443"/>
            <a:ext cx="1107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502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245E840-ADCD-B604-DC7A-FDF6F4EC9BF5}"/>
              </a:ext>
            </a:extLst>
          </p:cNvPr>
          <p:cNvSpPr txBox="1"/>
          <p:nvPr/>
        </p:nvSpPr>
        <p:spPr>
          <a:xfrm>
            <a:off x="2562071" y="879637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220V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EC44CD6-1104-BB94-4493-986C71A4D4A9}"/>
              </a:ext>
            </a:extLst>
          </p:cNvPr>
          <p:cNvSpPr txBox="1"/>
          <p:nvPr/>
        </p:nvSpPr>
        <p:spPr>
          <a:xfrm>
            <a:off x="117401" y="242409"/>
            <a:ext cx="6993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5F</a:t>
            </a:r>
            <a:r>
              <a:rPr lang="en-US" altLang="zh-TW" sz="3200" b="1" dirty="0">
                <a:solidFill>
                  <a:srgbClr val="FF0000"/>
                </a:solidFill>
              </a:rPr>
              <a:t> </a:t>
            </a:r>
            <a:r>
              <a:rPr lang="zh-TW" altLang="en-US" sz="3200" b="1" dirty="0">
                <a:solidFill>
                  <a:srgbClr val="FF0000"/>
                </a:solidFill>
              </a:rPr>
              <a:t>電盤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JCA5F-D1</a:t>
            </a:r>
            <a:r>
              <a:rPr lang="en-US" altLang="zh-TW" sz="3200" b="1" dirty="0">
                <a:solidFill>
                  <a:srgbClr val="FF0000"/>
                </a:solidFill>
              </a:rPr>
              <a:t>(</a:t>
            </a:r>
            <a:r>
              <a:rPr lang="zh-TW" altLang="en-US" sz="3200" b="1" dirty="0">
                <a:solidFill>
                  <a:srgbClr val="FF0000"/>
                </a:solidFill>
              </a:rPr>
              <a:t>後樓口</a:t>
            </a:r>
            <a:r>
              <a:rPr lang="en-US" altLang="zh-TW" sz="3200" b="1" dirty="0">
                <a:solidFill>
                  <a:srgbClr val="FF0000"/>
                </a:solidFill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</a:rPr>
              <a:t>  </a:t>
            </a:r>
            <a:endParaRPr lang="zh-TW" altLang="en-US" sz="3200" dirty="0">
              <a:latin typeface="+mn-ea"/>
            </a:endParaRPr>
          </a:p>
        </p:txBody>
      </p: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2D9C4A36-383D-F152-4F45-39317C01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6102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19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428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E74E-2173-04DD-865D-68201DB9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1A54B6-D6BC-0063-B310-0F14C7DB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9244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20</a:t>
            </a:fld>
            <a:endParaRPr lang="zh-TW" altLang="en-US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DB7FE59E-3E55-274F-B39B-EDA0964FE081}"/>
              </a:ext>
            </a:extLst>
          </p:cNvPr>
          <p:cNvGrpSpPr/>
          <p:nvPr/>
        </p:nvGrpSpPr>
        <p:grpSpPr>
          <a:xfrm rot="5400000">
            <a:off x="-194313" y="3165354"/>
            <a:ext cx="7383780" cy="5579360"/>
            <a:chOff x="2946400" y="1743882"/>
            <a:chExt cx="4789107" cy="3741036"/>
          </a:xfrm>
        </p:grpSpPr>
        <p:cxnSp>
          <p:nvCxnSpPr>
            <p:cNvPr id="136" name="直線接點 135">
              <a:extLst>
                <a:ext uri="{FF2B5EF4-FFF2-40B4-BE49-F238E27FC236}">
                  <a16:creationId xmlns:a16="http://schemas.microsoft.com/office/drawing/2014/main" id="{6071292D-72DA-2C7F-D955-6B4E4A15B9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6400" y="3794145"/>
              <a:ext cx="181701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9" name="群組 1518">
              <a:extLst>
                <a:ext uri="{FF2B5EF4-FFF2-40B4-BE49-F238E27FC236}">
                  <a16:creationId xmlns:a16="http://schemas.microsoft.com/office/drawing/2014/main" id="{63D785ED-B1FA-6A67-5236-D624122BB019}"/>
                </a:ext>
              </a:extLst>
            </p:cNvPr>
            <p:cNvGrpSpPr/>
            <p:nvPr/>
          </p:nvGrpSpPr>
          <p:grpSpPr>
            <a:xfrm>
              <a:off x="3497362" y="3690788"/>
              <a:ext cx="420985" cy="226020"/>
              <a:chOff x="1116430" y="3657838"/>
              <a:chExt cx="420985" cy="226020"/>
            </a:xfrm>
          </p:grpSpPr>
          <p:cxnSp>
            <p:nvCxnSpPr>
              <p:cNvPr id="140" name="直線接點 139">
                <a:extLst>
                  <a:ext uri="{FF2B5EF4-FFF2-40B4-BE49-F238E27FC236}">
                    <a16:creationId xmlns:a16="http://schemas.microsoft.com/office/drawing/2014/main" id="{A4F4A0C2-5F3B-47BA-7381-5F2F575311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16430" y="3657838"/>
                <a:ext cx="173481" cy="2095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線接點 140">
                <a:extLst>
                  <a:ext uri="{FF2B5EF4-FFF2-40B4-BE49-F238E27FC236}">
                    <a16:creationId xmlns:a16="http://schemas.microsoft.com/office/drawing/2014/main" id="{A3FE230A-F9B7-5F48-3967-02A53366EE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41807" y="3665458"/>
                <a:ext cx="173481" cy="2095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線接點 141">
                <a:extLst>
                  <a:ext uri="{FF2B5EF4-FFF2-40B4-BE49-F238E27FC236}">
                    <a16:creationId xmlns:a16="http://schemas.microsoft.com/office/drawing/2014/main" id="{C7934913-69C4-E864-2C10-E2B7C3F5D6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63934" y="3674286"/>
                <a:ext cx="173481" cy="2095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22BD2D22-8987-94A1-4C85-64E060EB28EE}"/>
                </a:ext>
              </a:extLst>
            </p:cNvPr>
            <p:cNvSpPr/>
            <p:nvPr/>
          </p:nvSpPr>
          <p:spPr>
            <a:xfrm rot="5400000">
              <a:off x="5459591" y="2183904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0C06A37B-1744-E008-E978-487A8B18E6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2687" y="2237588"/>
              <a:ext cx="702646" cy="1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8FF3F1FB-42AC-E719-6E8F-949CE556852F}"/>
                </a:ext>
              </a:extLst>
            </p:cNvPr>
            <p:cNvSpPr/>
            <p:nvPr/>
          </p:nvSpPr>
          <p:spPr>
            <a:xfrm rot="5134159">
              <a:off x="5718792" y="2191091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675D21C8-75FD-B4A3-2F1F-F08C61A798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0113" y="2231222"/>
              <a:ext cx="731092" cy="64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弧形 31">
              <a:extLst>
                <a:ext uri="{FF2B5EF4-FFF2-40B4-BE49-F238E27FC236}">
                  <a16:creationId xmlns:a16="http://schemas.microsoft.com/office/drawing/2014/main" id="{9C2B98A7-BD4F-0CA7-54A5-5570EA1D2719}"/>
                </a:ext>
              </a:extLst>
            </p:cNvPr>
            <p:cNvSpPr/>
            <p:nvPr/>
          </p:nvSpPr>
          <p:spPr>
            <a:xfrm rot="16200000">
              <a:off x="5507589" y="2066261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95BAF39C-0F6C-06C4-8DBE-97EBAF6D02A2}"/>
                </a:ext>
              </a:extLst>
            </p:cNvPr>
            <p:cNvCxnSpPr/>
            <p:nvPr/>
          </p:nvCxnSpPr>
          <p:spPr>
            <a:xfrm rot="5400000" flipH="1">
              <a:off x="5042267" y="2126815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F5E0DE39-8144-EA37-1885-D6FFC2EFAC8D}"/>
                </a:ext>
              </a:extLst>
            </p:cNvPr>
            <p:cNvCxnSpPr>
              <a:cxnSpLocks/>
            </p:cNvCxnSpPr>
            <p:nvPr/>
          </p:nvCxnSpPr>
          <p:spPr>
            <a:xfrm>
              <a:off x="4764538" y="2231222"/>
              <a:ext cx="36062" cy="31230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B015AA79-0C0A-3CC5-0762-899E241DC9C9}"/>
                </a:ext>
              </a:extLst>
            </p:cNvPr>
            <p:cNvSpPr txBox="1"/>
            <p:nvPr/>
          </p:nvSpPr>
          <p:spPr>
            <a:xfrm>
              <a:off x="5380059" y="1743882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15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83FF550F-ED7C-A1B6-0855-BF45B23E546C}"/>
                </a:ext>
              </a:extLst>
            </p:cNvPr>
            <p:cNvSpPr/>
            <p:nvPr/>
          </p:nvSpPr>
          <p:spPr>
            <a:xfrm rot="5400000">
              <a:off x="5464757" y="2811003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649D3284-B3B8-7283-45EA-06E02BDF54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7853" y="2864687"/>
              <a:ext cx="702646" cy="1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87497710-795C-BE70-3D33-1F25303E29A9}"/>
                </a:ext>
              </a:extLst>
            </p:cNvPr>
            <p:cNvSpPr/>
            <p:nvPr/>
          </p:nvSpPr>
          <p:spPr>
            <a:xfrm rot="5134159">
              <a:off x="5723958" y="2818190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6F2784E6-1B2A-A100-BAE0-F3E9C39833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5279" y="2858321"/>
              <a:ext cx="731092" cy="64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弧形 47">
              <a:extLst>
                <a:ext uri="{FF2B5EF4-FFF2-40B4-BE49-F238E27FC236}">
                  <a16:creationId xmlns:a16="http://schemas.microsoft.com/office/drawing/2014/main" id="{D1BFC916-7A06-32C6-F1C0-D0706D1CB1FC}"/>
                </a:ext>
              </a:extLst>
            </p:cNvPr>
            <p:cNvSpPr/>
            <p:nvPr/>
          </p:nvSpPr>
          <p:spPr>
            <a:xfrm rot="16200000">
              <a:off x="5512755" y="2693360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FBD9D52B-489A-657D-6851-B77B042638B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052411" y="2749695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F5D90BB2-5E91-A00C-302F-6D6819E27AFB}"/>
                </a:ext>
              </a:extLst>
            </p:cNvPr>
            <p:cNvSpPr txBox="1"/>
            <p:nvPr/>
          </p:nvSpPr>
          <p:spPr>
            <a:xfrm>
              <a:off x="5397195" y="2396529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15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345" name="橢圓 1344">
              <a:extLst>
                <a:ext uri="{FF2B5EF4-FFF2-40B4-BE49-F238E27FC236}">
                  <a16:creationId xmlns:a16="http://schemas.microsoft.com/office/drawing/2014/main" id="{F5368EAF-DCED-4028-0B47-17F067EDFC84}"/>
                </a:ext>
              </a:extLst>
            </p:cNvPr>
            <p:cNvSpPr/>
            <p:nvPr/>
          </p:nvSpPr>
          <p:spPr>
            <a:xfrm rot="5400000">
              <a:off x="5486076" y="3433480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6" name="直線接點 1355">
              <a:extLst>
                <a:ext uri="{FF2B5EF4-FFF2-40B4-BE49-F238E27FC236}">
                  <a16:creationId xmlns:a16="http://schemas.microsoft.com/office/drawing/2014/main" id="{E2C98470-1865-3297-08F8-16BAF5AEA6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79172" y="3487164"/>
              <a:ext cx="702646" cy="1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7" name="橢圓 1356">
              <a:extLst>
                <a:ext uri="{FF2B5EF4-FFF2-40B4-BE49-F238E27FC236}">
                  <a16:creationId xmlns:a16="http://schemas.microsoft.com/office/drawing/2014/main" id="{735A2143-1911-50B8-D82E-948314584611}"/>
                </a:ext>
              </a:extLst>
            </p:cNvPr>
            <p:cNvSpPr/>
            <p:nvPr/>
          </p:nvSpPr>
          <p:spPr>
            <a:xfrm rot="5134159">
              <a:off x="5745277" y="3440667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58" name="直線接點 1357">
              <a:extLst>
                <a:ext uri="{FF2B5EF4-FFF2-40B4-BE49-F238E27FC236}">
                  <a16:creationId xmlns:a16="http://schemas.microsoft.com/office/drawing/2014/main" id="{637A0708-EF58-434C-118C-D60A7C6318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6598" y="3480798"/>
              <a:ext cx="731092" cy="64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9" name="弧形 1358">
              <a:extLst>
                <a:ext uri="{FF2B5EF4-FFF2-40B4-BE49-F238E27FC236}">
                  <a16:creationId xmlns:a16="http://schemas.microsoft.com/office/drawing/2014/main" id="{3A307A7C-2BC8-6C03-898B-FE30483A6BDE}"/>
                </a:ext>
              </a:extLst>
            </p:cNvPr>
            <p:cNvSpPr/>
            <p:nvPr/>
          </p:nvSpPr>
          <p:spPr>
            <a:xfrm rot="16200000">
              <a:off x="5534074" y="3315837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61" name="直線接點 1360">
              <a:extLst>
                <a:ext uri="{FF2B5EF4-FFF2-40B4-BE49-F238E27FC236}">
                  <a16:creationId xmlns:a16="http://schemas.microsoft.com/office/drawing/2014/main" id="{15F5D6E5-AA30-460E-E060-192AEC76A791}"/>
                </a:ext>
              </a:extLst>
            </p:cNvPr>
            <p:cNvCxnSpPr/>
            <p:nvPr/>
          </p:nvCxnSpPr>
          <p:spPr>
            <a:xfrm rot="5400000" flipH="1">
              <a:off x="5085686" y="3376391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2" name="文字方塊 1361">
              <a:extLst>
                <a:ext uri="{FF2B5EF4-FFF2-40B4-BE49-F238E27FC236}">
                  <a16:creationId xmlns:a16="http://schemas.microsoft.com/office/drawing/2014/main" id="{226A6E06-16C2-362C-0A59-B0A1EDF49846}"/>
                </a:ext>
              </a:extLst>
            </p:cNvPr>
            <p:cNvSpPr txBox="1"/>
            <p:nvPr/>
          </p:nvSpPr>
          <p:spPr>
            <a:xfrm>
              <a:off x="5433107" y="3044307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15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363" name="橢圓 1362">
              <a:extLst>
                <a:ext uri="{FF2B5EF4-FFF2-40B4-BE49-F238E27FC236}">
                  <a16:creationId xmlns:a16="http://schemas.microsoft.com/office/drawing/2014/main" id="{A2C35332-0150-A695-FC94-EA3619AD81B4}"/>
                </a:ext>
              </a:extLst>
            </p:cNvPr>
            <p:cNvSpPr/>
            <p:nvPr/>
          </p:nvSpPr>
          <p:spPr>
            <a:xfrm rot="5400000">
              <a:off x="5491242" y="4060579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65" name="直線接點 1364">
              <a:extLst>
                <a:ext uri="{FF2B5EF4-FFF2-40B4-BE49-F238E27FC236}">
                  <a16:creationId xmlns:a16="http://schemas.microsoft.com/office/drawing/2014/main" id="{FEDCC3E3-C031-F2A6-1068-0A3254D233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84338" y="4114263"/>
              <a:ext cx="702646" cy="1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6" name="橢圓 1365">
              <a:extLst>
                <a:ext uri="{FF2B5EF4-FFF2-40B4-BE49-F238E27FC236}">
                  <a16:creationId xmlns:a16="http://schemas.microsoft.com/office/drawing/2014/main" id="{BF278D8C-89A9-9B99-EF2C-09B5C1988BD8}"/>
                </a:ext>
              </a:extLst>
            </p:cNvPr>
            <p:cNvSpPr/>
            <p:nvPr/>
          </p:nvSpPr>
          <p:spPr>
            <a:xfrm rot="5134159">
              <a:off x="5750443" y="4067766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67" name="直線接點 1366">
              <a:extLst>
                <a:ext uri="{FF2B5EF4-FFF2-40B4-BE49-F238E27FC236}">
                  <a16:creationId xmlns:a16="http://schemas.microsoft.com/office/drawing/2014/main" id="{36783F25-DD27-1A2C-F671-141E9DBB78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1764" y="4107897"/>
              <a:ext cx="731092" cy="64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8" name="弧形 1367">
              <a:extLst>
                <a:ext uri="{FF2B5EF4-FFF2-40B4-BE49-F238E27FC236}">
                  <a16:creationId xmlns:a16="http://schemas.microsoft.com/office/drawing/2014/main" id="{564FE2B1-721E-4979-25DE-8D739AED260C}"/>
                </a:ext>
              </a:extLst>
            </p:cNvPr>
            <p:cNvSpPr/>
            <p:nvPr/>
          </p:nvSpPr>
          <p:spPr>
            <a:xfrm rot="16200000">
              <a:off x="5539240" y="3942936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70" name="直線接點 1369">
              <a:extLst>
                <a:ext uri="{FF2B5EF4-FFF2-40B4-BE49-F238E27FC236}">
                  <a16:creationId xmlns:a16="http://schemas.microsoft.com/office/drawing/2014/main" id="{1C87E4ED-5B8E-E2EB-673E-309F8E02A9C7}"/>
                </a:ext>
              </a:extLst>
            </p:cNvPr>
            <p:cNvCxnSpPr/>
            <p:nvPr/>
          </p:nvCxnSpPr>
          <p:spPr>
            <a:xfrm rot="5400000" flipH="1">
              <a:off x="5090852" y="4003490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1" name="文字方塊 1370">
              <a:extLst>
                <a:ext uri="{FF2B5EF4-FFF2-40B4-BE49-F238E27FC236}">
                  <a16:creationId xmlns:a16="http://schemas.microsoft.com/office/drawing/2014/main" id="{A20EBE65-CB1E-1D8E-2C01-2E7ABA23D97F}"/>
                </a:ext>
              </a:extLst>
            </p:cNvPr>
            <p:cNvSpPr txBox="1"/>
            <p:nvPr/>
          </p:nvSpPr>
          <p:spPr>
            <a:xfrm>
              <a:off x="5457421" y="3659388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15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372" name="橢圓 1371">
              <a:extLst>
                <a:ext uri="{FF2B5EF4-FFF2-40B4-BE49-F238E27FC236}">
                  <a16:creationId xmlns:a16="http://schemas.microsoft.com/office/drawing/2014/main" id="{D21739DD-3D4B-2E20-7A25-0484B4993236}"/>
                </a:ext>
              </a:extLst>
            </p:cNvPr>
            <p:cNvSpPr/>
            <p:nvPr/>
          </p:nvSpPr>
          <p:spPr>
            <a:xfrm rot="5400000">
              <a:off x="5508802" y="4678595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80" name="直線接點 1379">
              <a:extLst>
                <a:ext uri="{FF2B5EF4-FFF2-40B4-BE49-F238E27FC236}">
                  <a16:creationId xmlns:a16="http://schemas.microsoft.com/office/drawing/2014/main" id="{D5EBCC35-22FC-8F8D-02F8-1F49A8BB8B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1898" y="4732279"/>
              <a:ext cx="702646" cy="1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9" name="橢圓 1388">
              <a:extLst>
                <a:ext uri="{FF2B5EF4-FFF2-40B4-BE49-F238E27FC236}">
                  <a16:creationId xmlns:a16="http://schemas.microsoft.com/office/drawing/2014/main" id="{0F00B288-C89A-36E4-E601-5BECC886D053}"/>
                </a:ext>
              </a:extLst>
            </p:cNvPr>
            <p:cNvSpPr/>
            <p:nvPr/>
          </p:nvSpPr>
          <p:spPr>
            <a:xfrm rot="5134159">
              <a:off x="5768003" y="4685782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93" name="直線接點 1392">
              <a:extLst>
                <a:ext uri="{FF2B5EF4-FFF2-40B4-BE49-F238E27FC236}">
                  <a16:creationId xmlns:a16="http://schemas.microsoft.com/office/drawing/2014/main" id="{41939177-DB1F-DC6F-FC7B-920E1290DF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9324" y="4725913"/>
              <a:ext cx="731092" cy="64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4" name="弧形 1393">
              <a:extLst>
                <a:ext uri="{FF2B5EF4-FFF2-40B4-BE49-F238E27FC236}">
                  <a16:creationId xmlns:a16="http://schemas.microsoft.com/office/drawing/2014/main" id="{13886095-E45C-A097-E4E9-2F2D02D8B537}"/>
                </a:ext>
              </a:extLst>
            </p:cNvPr>
            <p:cNvSpPr/>
            <p:nvPr/>
          </p:nvSpPr>
          <p:spPr>
            <a:xfrm rot="16200000">
              <a:off x="5556800" y="4560952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96" name="直線接點 1395">
              <a:extLst>
                <a:ext uri="{FF2B5EF4-FFF2-40B4-BE49-F238E27FC236}">
                  <a16:creationId xmlns:a16="http://schemas.microsoft.com/office/drawing/2014/main" id="{9ECFD670-346B-CD40-3E39-B1E0DB2B200E}"/>
                </a:ext>
              </a:extLst>
            </p:cNvPr>
            <p:cNvCxnSpPr/>
            <p:nvPr/>
          </p:nvCxnSpPr>
          <p:spPr>
            <a:xfrm rot="5400000" flipH="1">
              <a:off x="5108412" y="4621506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7" name="文字方塊 1396">
              <a:extLst>
                <a:ext uri="{FF2B5EF4-FFF2-40B4-BE49-F238E27FC236}">
                  <a16:creationId xmlns:a16="http://schemas.microsoft.com/office/drawing/2014/main" id="{4DD13533-0038-0D91-A69A-D5FC1CBE0D0B}"/>
                </a:ext>
              </a:extLst>
            </p:cNvPr>
            <p:cNvSpPr txBox="1"/>
            <p:nvPr/>
          </p:nvSpPr>
          <p:spPr>
            <a:xfrm>
              <a:off x="5439526" y="4245660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15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398" name="橢圓 1397">
              <a:extLst>
                <a:ext uri="{FF2B5EF4-FFF2-40B4-BE49-F238E27FC236}">
                  <a16:creationId xmlns:a16="http://schemas.microsoft.com/office/drawing/2014/main" id="{2996FD37-9579-43E7-523C-C840C946B1ED}"/>
                </a:ext>
              </a:extLst>
            </p:cNvPr>
            <p:cNvSpPr/>
            <p:nvPr/>
          </p:nvSpPr>
          <p:spPr>
            <a:xfrm rot="5400000">
              <a:off x="5513968" y="5305694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99" name="直線接點 1398">
              <a:extLst>
                <a:ext uri="{FF2B5EF4-FFF2-40B4-BE49-F238E27FC236}">
                  <a16:creationId xmlns:a16="http://schemas.microsoft.com/office/drawing/2014/main" id="{877BED78-8023-F488-EEEC-01EA2AF4D1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7064" y="5359378"/>
              <a:ext cx="702646" cy="1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2" name="橢圓 1401">
              <a:extLst>
                <a:ext uri="{FF2B5EF4-FFF2-40B4-BE49-F238E27FC236}">
                  <a16:creationId xmlns:a16="http://schemas.microsoft.com/office/drawing/2014/main" id="{A4BC38B9-09EC-2248-B51C-7F6C18A384FD}"/>
                </a:ext>
              </a:extLst>
            </p:cNvPr>
            <p:cNvSpPr/>
            <p:nvPr/>
          </p:nvSpPr>
          <p:spPr>
            <a:xfrm rot="5134159">
              <a:off x="5773169" y="5312881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03" name="直線接點 1402">
              <a:extLst>
                <a:ext uri="{FF2B5EF4-FFF2-40B4-BE49-F238E27FC236}">
                  <a16:creationId xmlns:a16="http://schemas.microsoft.com/office/drawing/2014/main" id="{2B629FE7-E040-29AB-AB5B-32E4C91ACE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94490" y="5353012"/>
              <a:ext cx="731092" cy="64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弧形 1403">
              <a:extLst>
                <a:ext uri="{FF2B5EF4-FFF2-40B4-BE49-F238E27FC236}">
                  <a16:creationId xmlns:a16="http://schemas.microsoft.com/office/drawing/2014/main" id="{A038BB36-D7A1-FE94-E8CF-81984A56CCB5}"/>
                </a:ext>
              </a:extLst>
            </p:cNvPr>
            <p:cNvSpPr/>
            <p:nvPr/>
          </p:nvSpPr>
          <p:spPr>
            <a:xfrm rot="16200000">
              <a:off x="5561966" y="5188051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06" name="直線接點 1405">
              <a:extLst>
                <a:ext uri="{FF2B5EF4-FFF2-40B4-BE49-F238E27FC236}">
                  <a16:creationId xmlns:a16="http://schemas.microsoft.com/office/drawing/2014/main" id="{FC2B340F-4CFC-435D-C72F-DF5ABDA782B2}"/>
                </a:ext>
              </a:extLst>
            </p:cNvPr>
            <p:cNvCxnSpPr/>
            <p:nvPr/>
          </p:nvCxnSpPr>
          <p:spPr>
            <a:xfrm rot="5400000" flipH="1">
              <a:off x="5113578" y="5248605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7" name="文字方塊 1406">
              <a:extLst>
                <a:ext uri="{FF2B5EF4-FFF2-40B4-BE49-F238E27FC236}">
                  <a16:creationId xmlns:a16="http://schemas.microsoft.com/office/drawing/2014/main" id="{DF2C74D9-944A-15BA-DE94-3B75D32B9A7F}"/>
                </a:ext>
              </a:extLst>
            </p:cNvPr>
            <p:cNvSpPr txBox="1"/>
            <p:nvPr/>
          </p:nvSpPr>
          <p:spPr>
            <a:xfrm>
              <a:off x="5433107" y="4918690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15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410" name="文字方塊 1409">
              <a:extLst>
                <a:ext uri="{FF2B5EF4-FFF2-40B4-BE49-F238E27FC236}">
                  <a16:creationId xmlns:a16="http://schemas.microsoft.com/office/drawing/2014/main" id="{6FAC08D0-4464-CC87-037D-411886AD9A12}"/>
                </a:ext>
              </a:extLst>
            </p:cNvPr>
            <p:cNvSpPr txBox="1"/>
            <p:nvPr/>
          </p:nvSpPr>
          <p:spPr>
            <a:xfrm>
              <a:off x="6555693" y="5237190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1</a:t>
              </a:r>
              <a:endParaRPr lang="zh-TW" altLang="en-US" sz="1801" dirty="0"/>
            </a:p>
          </p:txBody>
        </p:sp>
        <p:sp>
          <p:nvSpPr>
            <p:cNvPr id="1411" name="文字方塊 1410">
              <a:extLst>
                <a:ext uri="{FF2B5EF4-FFF2-40B4-BE49-F238E27FC236}">
                  <a16:creationId xmlns:a16="http://schemas.microsoft.com/office/drawing/2014/main" id="{A95D3DF9-3862-EF43-C668-BB790EDEC5BB}"/>
                </a:ext>
              </a:extLst>
            </p:cNvPr>
            <p:cNvSpPr txBox="1"/>
            <p:nvPr/>
          </p:nvSpPr>
          <p:spPr>
            <a:xfrm>
              <a:off x="6577009" y="4631604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2</a:t>
              </a:r>
              <a:endParaRPr lang="zh-TW" altLang="en-US" sz="1801" dirty="0"/>
            </a:p>
          </p:txBody>
        </p:sp>
        <p:sp>
          <p:nvSpPr>
            <p:cNvPr id="1412" name="文字方塊 1411">
              <a:extLst>
                <a:ext uri="{FF2B5EF4-FFF2-40B4-BE49-F238E27FC236}">
                  <a16:creationId xmlns:a16="http://schemas.microsoft.com/office/drawing/2014/main" id="{140602F3-3E54-991C-1F62-79243BCF3AA9}"/>
                </a:ext>
              </a:extLst>
            </p:cNvPr>
            <p:cNvSpPr txBox="1"/>
            <p:nvPr/>
          </p:nvSpPr>
          <p:spPr>
            <a:xfrm>
              <a:off x="6554634" y="3970303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3</a:t>
              </a:r>
              <a:endParaRPr lang="zh-TW" altLang="en-US" sz="1801" dirty="0"/>
            </a:p>
          </p:txBody>
        </p:sp>
        <p:sp>
          <p:nvSpPr>
            <p:cNvPr id="1413" name="文字方塊 1412">
              <a:extLst>
                <a:ext uri="{FF2B5EF4-FFF2-40B4-BE49-F238E27FC236}">
                  <a16:creationId xmlns:a16="http://schemas.microsoft.com/office/drawing/2014/main" id="{28927B3F-58B0-EBF0-5030-06AF6F31C81D}"/>
                </a:ext>
              </a:extLst>
            </p:cNvPr>
            <p:cNvSpPr txBox="1"/>
            <p:nvPr/>
          </p:nvSpPr>
          <p:spPr>
            <a:xfrm>
              <a:off x="6521422" y="3387535"/>
              <a:ext cx="1158498" cy="2477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4</a:t>
              </a:r>
              <a:endParaRPr lang="zh-TW" altLang="en-US" sz="1801" dirty="0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58F3FB-15AF-E27F-E7C9-FA92AAC6FC66}"/>
              </a:ext>
            </a:extLst>
          </p:cNvPr>
          <p:cNvSpPr txBox="1"/>
          <p:nvPr/>
        </p:nvSpPr>
        <p:spPr>
          <a:xfrm>
            <a:off x="2308756" y="902510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371B5B6-EFA8-1F4A-F922-A0A2938C57F2}"/>
              </a:ext>
            </a:extLst>
          </p:cNvPr>
          <p:cNvSpPr txBox="1"/>
          <p:nvPr/>
        </p:nvSpPr>
        <p:spPr>
          <a:xfrm>
            <a:off x="262891" y="242409"/>
            <a:ext cx="64386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5F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JCA5F-D2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廚房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0807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E6673-6AFF-FE31-2F6F-6CFC056B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群組 45">
            <a:extLst>
              <a:ext uri="{FF2B5EF4-FFF2-40B4-BE49-F238E27FC236}">
                <a16:creationId xmlns:a16="http://schemas.microsoft.com/office/drawing/2014/main" id="{C4CC4BE1-E283-8FF4-48C0-7FF07DE2004F}"/>
              </a:ext>
            </a:extLst>
          </p:cNvPr>
          <p:cNvGrpSpPr/>
          <p:nvPr/>
        </p:nvGrpSpPr>
        <p:grpSpPr>
          <a:xfrm rot="5400000">
            <a:off x="-1558249" y="3512215"/>
            <a:ext cx="10274969" cy="6162188"/>
            <a:chOff x="1640840" y="548580"/>
            <a:chExt cx="9946341" cy="6162188"/>
          </a:xfrm>
        </p:grpSpPr>
        <p:cxnSp>
          <p:nvCxnSpPr>
            <p:cNvPr id="1376" name="直線接點 1375">
              <a:extLst>
                <a:ext uri="{FF2B5EF4-FFF2-40B4-BE49-F238E27FC236}">
                  <a16:creationId xmlns:a16="http://schemas.microsoft.com/office/drawing/2014/main" id="{3348D325-89E2-9017-0B2F-08AA11070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7292" y="1774263"/>
              <a:ext cx="6345" cy="9009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>
              <a:extLst>
                <a:ext uri="{FF2B5EF4-FFF2-40B4-BE49-F238E27FC236}">
                  <a16:creationId xmlns:a16="http://schemas.microsoft.com/office/drawing/2014/main" id="{7DF6C165-3850-6AA8-7DE3-0C48602260B4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flipH="1" flipV="1">
              <a:off x="2788469" y="3775524"/>
              <a:ext cx="6383109" cy="215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弧形 136">
              <a:extLst>
                <a:ext uri="{FF2B5EF4-FFF2-40B4-BE49-F238E27FC236}">
                  <a16:creationId xmlns:a16="http://schemas.microsoft.com/office/drawing/2014/main" id="{659857F9-D07A-12B8-D482-ED0C1505DED2}"/>
                </a:ext>
              </a:extLst>
            </p:cNvPr>
            <p:cNvSpPr/>
            <p:nvPr/>
          </p:nvSpPr>
          <p:spPr>
            <a:xfrm rot="16200000">
              <a:off x="2475757" y="3599024"/>
              <a:ext cx="276753" cy="253428"/>
            </a:xfrm>
            <a:prstGeom prst="arc">
              <a:avLst>
                <a:gd name="adj1" fmla="val 17452250"/>
                <a:gd name="adj2" fmla="val 430784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8" name="橢圓 137">
              <a:extLst>
                <a:ext uri="{FF2B5EF4-FFF2-40B4-BE49-F238E27FC236}">
                  <a16:creationId xmlns:a16="http://schemas.microsoft.com/office/drawing/2014/main" id="{41DCCDB0-4334-0E9A-D7CB-4005F8AA3FC8}"/>
                </a:ext>
              </a:extLst>
            </p:cNvPr>
            <p:cNvSpPr/>
            <p:nvPr/>
          </p:nvSpPr>
          <p:spPr>
            <a:xfrm rot="10592770">
              <a:off x="2693141" y="3728520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9" name="橢圓 138">
              <a:extLst>
                <a:ext uri="{FF2B5EF4-FFF2-40B4-BE49-F238E27FC236}">
                  <a16:creationId xmlns:a16="http://schemas.microsoft.com/office/drawing/2014/main" id="{51992FD3-BC2F-D216-59F6-6A383E6789DB}"/>
                </a:ext>
              </a:extLst>
            </p:cNvPr>
            <p:cNvSpPr/>
            <p:nvPr/>
          </p:nvSpPr>
          <p:spPr>
            <a:xfrm rot="10800000">
              <a:off x="2431712" y="3728519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44" name="直線接點 143">
              <a:extLst>
                <a:ext uri="{FF2B5EF4-FFF2-40B4-BE49-F238E27FC236}">
                  <a16:creationId xmlns:a16="http://schemas.microsoft.com/office/drawing/2014/main" id="{703CA9D4-D4C9-45F0-E5C4-6038514AAE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0840" y="3780751"/>
              <a:ext cx="805100" cy="1236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文字方塊 145">
              <a:extLst>
                <a:ext uri="{FF2B5EF4-FFF2-40B4-BE49-F238E27FC236}">
                  <a16:creationId xmlns:a16="http://schemas.microsoft.com/office/drawing/2014/main" id="{6554D0A2-BD48-4E35-EEDC-9CF516164A14}"/>
                </a:ext>
              </a:extLst>
            </p:cNvPr>
            <p:cNvSpPr txBox="1"/>
            <p:nvPr/>
          </p:nvSpPr>
          <p:spPr>
            <a:xfrm rot="16200000">
              <a:off x="2262371" y="3076564"/>
              <a:ext cx="710451" cy="3576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801" dirty="0"/>
                <a:t>˙˙</a:t>
              </a:r>
              <a:r>
                <a:rPr lang="en-US" altLang="zh-TW" sz="1801" dirty="0"/>
                <a:t>50A </a:t>
              </a:r>
              <a:endParaRPr lang="zh-TW" altLang="en-US" sz="1801" dirty="0"/>
            </a:p>
          </p:txBody>
        </p:sp>
        <p:sp>
          <p:nvSpPr>
            <p:cNvPr id="1266" name="橢圓 1265">
              <a:extLst>
                <a:ext uri="{FF2B5EF4-FFF2-40B4-BE49-F238E27FC236}">
                  <a16:creationId xmlns:a16="http://schemas.microsoft.com/office/drawing/2014/main" id="{62861BC9-6158-07A6-AFFA-CAC7DCA430D3}"/>
                </a:ext>
              </a:extLst>
            </p:cNvPr>
            <p:cNvSpPr/>
            <p:nvPr/>
          </p:nvSpPr>
          <p:spPr>
            <a:xfrm>
              <a:off x="4068206" y="5027572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2C13AAB1-FCAF-E2EC-14E2-67ED31445840}"/>
                </a:ext>
              </a:extLst>
            </p:cNvPr>
            <p:cNvGrpSpPr/>
            <p:nvPr/>
          </p:nvGrpSpPr>
          <p:grpSpPr>
            <a:xfrm>
              <a:off x="3315328" y="3665387"/>
              <a:ext cx="420985" cy="226020"/>
              <a:chOff x="3315328" y="3665387"/>
              <a:chExt cx="420985" cy="226020"/>
            </a:xfrm>
          </p:grpSpPr>
          <p:cxnSp>
            <p:nvCxnSpPr>
              <p:cNvPr id="140" name="直線接點 139">
                <a:extLst>
                  <a:ext uri="{FF2B5EF4-FFF2-40B4-BE49-F238E27FC236}">
                    <a16:creationId xmlns:a16="http://schemas.microsoft.com/office/drawing/2014/main" id="{5F9BC0C0-6E57-D5D7-09E9-C9B8086236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15328" y="3665387"/>
                <a:ext cx="173481" cy="2095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線接點 140">
                <a:extLst>
                  <a:ext uri="{FF2B5EF4-FFF2-40B4-BE49-F238E27FC236}">
                    <a16:creationId xmlns:a16="http://schemas.microsoft.com/office/drawing/2014/main" id="{FEAAC2A8-25D1-9386-67C7-9345E7465D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40705" y="3673007"/>
                <a:ext cx="173481" cy="2095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線接點 141">
                <a:extLst>
                  <a:ext uri="{FF2B5EF4-FFF2-40B4-BE49-F238E27FC236}">
                    <a16:creationId xmlns:a16="http://schemas.microsoft.com/office/drawing/2014/main" id="{C06D001A-72BC-68E0-4BAF-C1D3EF435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62832" y="3681835"/>
                <a:ext cx="173481" cy="20957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67" name="直線接點 1266">
              <a:extLst>
                <a:ext uri="{FF2B5EF4-FFF2-40B4-BE49-F238E27FC236}">
                  <a16:creationId xmlns:a16="http://schemas.microsoft.com/office/drawing/2014/main" id="{927474D3-5D39-F464-5630-0018C15A4006}"/>
                </a:ext>
              </a:extLst>
            </p:cNvPr>
            <p:cNvCxnSpPr>
              <a:cxnSpLocks/>
            </p:cNvCxnSpPr>
            <p:nvPr/>
          </p:nvCxnSpPr>
          <p:spPr>
            <a:xfrm>
              <a:off x="4106093" y="3793113"/>
              <a:ext cx="2397" cy="9751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8" name="橢圓 1267">
              <a:extLst>
                <a:ext uri="{FF2B5EF4-FFF2-40B4-BE49-F238E27FC236}">
                  <a16:creationId xmlns:a16="http://schemas.microsoft.com/office/drawing/2014/main" id="{25BEBBD7-B1BB-0241-B35B-48966862B710}"/>
                </a:ext>
              </a:extLst>
            </p:cNvPr>
            <p:cNvSpPr/>
            <p:nvPr/>
          </p:nvSpPr>
          <p:spPr>
            <a:xfrm rot="21334159">
              <a:off x="4064163" y="4768371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269" name="直線接點 1268">
              <a:extLst>
                <a:ext uri="{FF2B5EF4-FFF2-40B4-BE49-F238E27FC236}">
                  <a16:creationId xmlns:a16="http://schemas.microsoft.com/office/drawing/2014/main" id="{4871D6F6-EC45-1D65-DD56-46A567FE86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6690" y="5117313"/>
              <a:ext cx="16947" cy="7520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0" name="弧形 1269">
              <a:extLst>
                <a:ext uri="{FF2B5EF4-FFF2-40B4-BE49-F238E27FC236}">
                  <a16:creationId xmlns:a16="http://schemas.microsoft.com/office/drawing/2014/main" id="{A24A3A93-DAC0-7726-5D39-D4E55E854E55}"/>
                </a:ext>
              </a:extLst>
            </p:cNvPr>
            <p:cNvSpPr/>
            <p:nvPr/>
          </p:nvSpPr>
          <p:spPr>
            <a:xfrm rot="10800000">
              <a:off x="3941258" y="4805933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272" name="直線接點 1271">
              <a:extLst>
                <a:ext uri="{FF2B5EF4-FFF2-40B4-BE49-F238E27FC236}">
                  <a16:creationId xmlns:a16="http://schemas.microsoft.com/office/drawing/2014/main" id="{C593BA49-1E3B-5FCB-A157-3A79B2118B14}"/>
                </a:ext>
              </a:extLst>
            </p:cNvPr>
            <p:cNvCxnSpPr/>
            <p:nvPr/>
          </p:nvCxnSpPr>
          <p:spPr>
            <a:xfrm flipH="1">
              <a:off x="4008523" y="4212437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5" name="橢圓 1274">
              <a:extLst>
                <a:ext uri="{FF2B5EF4-FFF2-40B4-BE49-F238E27FC236}">
                  <a16:creationId xmlns:a16="http://schemas.microsoft.com/office/drawing/2014/main" id="{BA7ACAF6-6306-B5F0-2245-11DDBC8986E9}"/>
                </a:ext>
              </a:extLst>
            </p:cNvPr>
            <p:cNvSpPr/>
            <p:nvPr/>
          </p:nvSpPr>
          <p:spPr>
            <a:xfrm>
              <a:off x="5135644" y="5027572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276" name="直線接點 1275">
              <a:extLst>
                <a:ext uri="{FF2B5EF4-FFF2-40B4-BE49-F238E27FC236}">
                  <a16:creationId xmlns:a16="http://schemas.microsoft.com/office/drawing/2014/main" id="{0623CA81-159D-6C8D-74C6-6EF2917DAEF7}"/>
                </a:ext>
              </a:extLst>
            </p:cNvPr>
            <p:cNvCxnSpPr>
              <a:cxnSpLocks/>
            </p:cNvCxnSpPr>
            <p:nvPr/>
          </p:nvCxnSpPr>
          <p:spPr>
            <a:xfrm>
              <a:off x="5173531" y="3793113"/>
              <a:ext cx="2397" cy="9751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7" name="橢圓 1276">
              <a:extLst>
                <a:ext uri="{FF2B5EF4-FFF2-40B4-BE49-F238E27FC236}">
                  <a16:creationId xmlns:a16="http://schemas.microsoft.com/office/drawing/2014/main" id="{ABD5DD93-7FBA-A8A4-14EF-99E277AD419D}"/>
                </a:ext>
              </a:extLst>
            </p:cNvPr>
            <p:cNvSpPr/>
            <p:nvPr/>
          </p:nvSpPr>
          <p:spPr>
            <a:xfrm rot="21334159">
              <a:off x="5131601" y="4768371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278" name="直線接點 1277">
              <a:extLst>
                <a:ext uri="{FF2B5EF4-FFF2-40B4-BE49-F238E27FC236}">
                  <a16:creationId xmlns:a16="http://schemas.microsoft.com/office/drawing/2014/main" id="{24E05582-E63F-4CC6-B53B-2DA2DDC1DA81}"/>
                </a:ext>
              </a:extLst>
            </p:cNvPr>
            <p:cNvCxnSpPr>
              <a:cxnSpLocks/>
              <a:endCxn id="1349" idx="3"/>
            </p:cNvCxnSpPr>
            <p:nvPr/>
          </p:nvCxnSpPr>
          <p:spPr>
            <a:xfrm rot="16200000" flipH="1" flipV="1">
              <a:off x="4796183" y="5484439"/>
              <a:ext cx="752021" cy="177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9" name="弧形 1278">
              <a:extLst>
                <a:ext uri="{FF2B5EF4-FFF2-40B4-BE49-F238E27FC236}">
                  <a16:creationId xmlns:a16="http://schemas.microsoft.com/office/drawing/2014/main" id="{7B70DA22-5F74-63C5-614E-0D80656E9305}"/>
                </a:ext>
              </a:extLst>
            </p:cNvPr>
            <p:cNvSpPr/>
            <p:nvPr/>
          </p:nvSpPr>
          <p:spPr>
            <a:xfrm rot="10800000">
              <a:off x="4995990" y="4805933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281" name="直線接點 1280">
              <a:extLst>
                <a:ext uri="{FF2B5EF4-FFF2-40B4-BE49-F238E27FC236}">
                  <a16:creationId xmlns:a16="http://schemas.microsoft.com/office/drawing/2014/main" id="{D14F6275-8E90-1CC7-3280-BDCA0562CBA8}"/>
                </a:ext>
              </a:extLst>
            </p:cNvPr>
            <p:cNvCxnSpPr/>
            <p:nvPr/>
          </p:nvCxnSpPr>
          <p:spPr>
            <a:xfrm flipH="1">
              <a:off x="5075961" y="4212437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2" name="文字方塊 1291">
              <a:extLst>
                <a:ext uri="{FF2B5EF4-FFF2-40B4-BE49-F238E27FC236}">
                  <a16:creationId xmlns:a16="http://schemas.microsoft.com/office/drawing/2014/main" id="{62E596B5-D916-FAB2-5699-C0D5EE055685}"/>
                </a:ext>
              </a:extLst>
            </p:cNvPr>
            <p:cNvSpPr txBox="1"/>
            <p:nvPr/>
          </p:nvSpPr>
          <p:spPr>
            <a:xfrm rot="16200000">
              <a:off x="5295190" y="4481879"/>
              <a:ext cx="1158498" cy="3576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20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375" name="橢圓 1374">
              <a:extLst>
                <a:ext uri="{FF2B5EF4-FFF2-40B4-BE49-F238E27FC236}">
                  <a16:creationId xmlns:a16="http://schemas.microsoft.com/office/drawing/2014/main" id="{D9539395-28E3-7F87-1485-7F5B9050A6E1}"/>
                </a:ext>
              </a:extLst>
            </p:cNvPr>
            <p:cNvSpPr/>
            <p:nvPr/>
          </p:nvSpPr>
          <p:spPr>
            <a:xfrm>
              <a:off x="4054094" y="2884033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1377" name="橢圓 1376">
              <a:extLst>
                <a:ext uri="{FF2B5EF4-FFF2-40B4-BE49-F238E27FC236}">
                  <a16:creationId xmlns:a16="http://schemas.microsoft.com/office/drawing/2014/main" id="{5A334A0D-B3BB-0241-D88F-0BEB93FDC2CA}"/>
                </a:ext>
              </a:extLst>
            </p:cNvPr>
            <p:cNvSpPr/>
            <p:nvPr/>
          </p:nvSpPr>
          <p:spPr>
            <a:xfrm rot="21334159">
              <a:off x="4059676" y="2624832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78" name="直線接點 1377">
              <a:extLst>
                <a:ext uri="{FF2B5EF4-FFF2-40B4-BE49-F238E27FC236}">
                  <a16:creationId xmlns:a16="http://schemas.microsoft.com/office/drawing/2014/main" id="{C63577C6-5DDA-1E16-FA62-CBDCCC9DD4F0}"/>
                </a:ext>
              </a:extLst>
            </p:cNvPr>
            <p:cNvCxnSpPr>
              <a:cxnSpLocks/>
            </p:cNvCxnSpPr>
            <p:nvPr/>
          </p:nvCxnSpPr>
          <p:spPr>
            <a:xfrm>
              <a:off x="4099525" y="2973774"/>
              <a:ext cx="4552" cy="8100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9" name="弧形 1378">
              <a:extLst>
                <a:ext uri="{FF2B5EF4-FFF2-40B4-BE49-F238E27FC236}">
                  <a16:creationId xmlns:a16="http://schemas.microsoft.com/office/drawing/2014/main" id="{E24557C5-14AE-0207-14A9-553F1E921EB3}"/>
                </a:ext>
              </a:extLst>
            </p:cNvPr>
            <p:cNvSpPr/>
            <p:nvPr/>
          </p:nvSpPr>
          <p:spPr>
            <a:xfrm rot="10800000">
              <a:off x="3911643" y="2711032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81" name="直線接點 1380">
              <a:extLst>
                <a:ext uri="{FF2B5EF4-FFF2-40B4-BE49-F238E27FC236}">
                  <a16:creationId xmlns:a16="http://schemas.microsoft.com/office/drawing/2014/main" id="{CD86FF79-F0A8-BCF3-FCBF-AEBDCF7B6FF0}"/>
                </a:ext>
              </a:extLst>
            </p:cNvPr>
            <p:cNvCxnSpPr/>
            <p:nvPr/>
          </p:nvCxnSpPr>
          <p:spPr>
            <a:xfrm flipH="1">
              <a:off x="4013661" y="3285157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4" name="橢圓 1383">
              <a:extLst>
                <a:ext uri="{FF2B5EF4-FFF2-40B4-BE49-F238E27FC236}">
                  <a16:creationId xmlns:a16="http://schemas.microsoft.com/office/drawing/2014/main" id="{AA1E7DEB-2142-40D4-667B-601EBEDDA06A}"/>
                </a:ext>
              </a:extLst>
            </p:cNvPr>
            <p:cNvSpPr/>
            <p:nvPr/>
          </p:nvSpPr>
          <p:spPr>
            <a:xfrm>
              <a:off x="5131157" y="2884033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85" name="直線接點 1384">
              <a:extLst>
                <a:ext uri="{FF2B5EF4-FFF2-40B4-BE49-F238E27FC236}">
                  <a16:creationId xmlns:a16="http://schemas.microsoft.com/office/drawing/2014/main" id="{6A20BDF3-A762-5FD0-D029-101C1844C962}"/>
                </a:ext>
              </a:extLst>
            </p:cNvPr>
            <p:cNvCxnSpPr>
              <a:cxnSpLocks/>
            </p:cNvCxnSpPr>
            <p:nvPr/>
          </p:nvCxnSpPr>
          <p:spPr>
            <a:xfrm>
              <a:off x="5179308" y="1739733"/>
              <a:ext cx="3363" cy="9487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6" name="橢圓 1385">
              <a:extLst>
                <a:ext uri="{FF2B5EF4-FFF2-40B4-BE49-F238E27FC236}">
                  <a16:creationId xmlns:a16="http://schemas.microsoft.com/office/drawing/2014/main" id="{F5E576D2-BAFB-1434-6006-D160003E109F}"/>
                </a:ext>
              </a:extLst>
            </p:cNvPr>
            <p:cNvSpPr/>
            <p:nvPr/>
          </p:nvSpPr>
          <p:spPr>
            <a:xfrm rot="21334159">
              <a:off x="5138344" y="2624832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87" name="直線接點 1386">
              <a:extLst>
                <a:ext uri="{FF2B5EF4-FFF2-40B4-BE49-F238E27FC236}">
                  <a16:creationId xmlns:a16="http://schemas.microsoft.com/office/drawing/2014/main" id="{6E885D61-C460-BA8E-0C3D-AD920BE28B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9707" y="2973774"/>
              <a:ext cx="6881" cy="7950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8" name="弧形 1387">
              <a:extLst>
                <a:ext uri="{FF2B5EF4-FFF2-40B4-BE49-F238E27FC236}">
                  <a16:creationId xmlns:a16="http://schemas.microsoft.com/office/drawing/2014/main" id="{32E20308-6A61-28A0-6DC7-F86F5692BF50}"/>
                </a:ext>
              </a:extLst>
            </p:cNvPr>
            <p:cNvSpPr/>
            <p:nvPr/>
          </p:nvSpPr>
          <p:spPr>
            <a:xfrm rot="10800000">
              <a:off x="4999681" y="2668530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90" name="直線接點 1389">
              <a:extLst>
                <a:ext uri="{FF2B5EF4-FFF2-40B4-BE49-F238E27FC236}">
                  <a16:creationId xmlns:a16="http://schemas.microsoft.com/office/drawing/2014/main" id="{4E83AB9A-CE9B-9F9B-4D6A-959E38CAFF98}"/>
                </a:ext>
              </a:extLst>
            </p:cNvPr>
            <p:cNvCxnSpPr/>
            <p:nvPr/>
          </p:nvCxnSpPr>
          <p:spPr>
            <a:xfrm flipH="1">
              <a:off x="5092329" y="3310555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2" name="文字方塊 1391">
              <a:extLst>
                <a:ext uri="{FF2B5EF4-FFF2-40B4-BE49-F238E27FC236}">
                  <a16:creationId xmlns:a16="http://schemas.microsoft.com/office/drawing/2014/main" id="{BF1E6BDC-80D0-54B4-006A-D44E4B85FCEE}"/>
                </a:ext>
              </a:extLst>
            </p:cNvPr>
            <p:cNvSpPr txBox="1"/>
            <p:nvPr/>
          </p:nvSpPr>
          <p:spPr>
            <a:xfrm rot="16200000">
              <a:off x="3123746" y="2328270"/>
              <a:ext cx="1158498" cy="3576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30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401" name="文字方塊 1400">
              <a:extLst>
                <a:ext uri="{FF2B5EF4-FFF2-40B4-BE49-F238E27FC236}">
                  <a16:creationId xmlns:a16="http://schemas.microsoft.com/office/drawing/2014/main" id="{96342D0E-AD2C-B1FB-5264-11B1B1454F13}"/>
                </a:ext>
              </a:extLst>
            </p:cNvPr>
            <p:cNvSpPr txBox="1"/>
            <p:nvPr/>
          </p:nvSpPr>
          <p:spPr>
            <a:xfrm rot="16200000">
              <a:off x="4241259" y="2349666"/>
              <a:ext cx="1158498" cy="3576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30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506" name="文字方塊 1505">
              <a:extLst>
                <a:ext uri="{FF2B5EF4-FFF2-40B4-BE49-F238E27FC236}">
                  <a16:creationId xmlns:a16="http://schemas.microsoft.com/office/drawing/2014/main" id="{95385020-7B36-096B-5B46-C76038B57D1C}"/>
                </a:ext>
              </a:extLst>
            </p:cNvPr>
            <p:cNvSpPr txBox="1"/>
            <p:nvPr/>
          </p:nvSpPr>
          <p:spPr>
            <a:xfrm rot="16200000">
              <a:off x="3161361" y="4497121"/>
              <a:ext cx="1158498" cy="3576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30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507" name="文字方塊 1506">
              <a:extLst>
                <a:ext uri="{FF2B5EF4-FFF2-40B4-BE49-F238E27FC236}">
                  <a16:creationId xmlns:a16="http://schemas.microsoft.com/office/drawing/2014/main" id="{1DE3A4E9-6CDC-7DE9-6195-2FD757AF52AB}"/>
                </a:ext>
              </a:extLst>
            </p:cNvPr>
            <p:cNvSpPr txBox="1"/>
            <p:nvPr/>
          </p:nvSpPr>
          <p:spPr>
            <a:xfrm rot="16200000">
              <a:off x="4214332" y="4502199"/>
              <a:ext cx="1158498" cy="3576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30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443C3723-FD04-75DC-8B02-A9BC0F1889AC}"/>
                </a:ext>
              </a:extLst>
            </p:cNvPr>
            <p:cNvCxnSpPr/>
            <p:nvPr/>
          </p:nvCxnSpPr>
          <p:spPr>
            <a:xfrm flipH="1">
              <a:off x="4019156" y="3404135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63D9570B-E308-7F83-F9F2-9D67402CBF04}"/>
                </a:ext>
              </a:extLst>
            </p:cNvPr>
            <p:cNvGrpSpPr/>
            <p:nvPr/>
          </p:nvGrpSpPr>
          <p:grpSpPr>
            <a:xfrm>
              <a:off x="9721575" y="805254"/>
              <a:ext cx="1865606" cy="5639654"/>
              <a:chOff x="9721575" y="805254"/>
              <a:chExt cx="1865606" cy="5639654"/>
            </a:xfrm>
          </p:grpSpPr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A1292FC2-3576-3B3F-4876-D264F1FE3E19}"/>
                  </a:ext>
                </a:extLst>
              </p:cNvPr>
              <p:cNvSpPr/>
              <p:nvPr/>
            </p:nvSpPr>
            <p:spPr>
              <a:xfrm rot="10800000">
                <a:off x="10095581" y="1866002"/>
                <a:ext cx="285866" cy="345706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56" name="六邊形 55">
                <a:extLst>
                  <a:ext uri="{FF2B5EF4-FFF2-40B4-BE49-F238E27FC236}">
                    <a16:creationId xmlns:a16="http://schemas.microsoft.com/office/drawing/2014/main" id="{9121D59F-E7C8-02D8-AE67-282E92F3C4EF}"/>
                  </a:ext>
                </a:extLst>
              </p:cNvPr>
              <p:cNvSpPr/>
              <p:nvPr/>
            </p:nvSpPr>
            <p:spPr>
              <a:xfrm rot="10800000">
                <a:off x="10150353" y="3391466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57" name="六邊形 56">
                <a:extLst>
                  <a:ext uri="{FF2B5EF4-FFF2-40B4-BE49-F238E27FC236}">
                    <a16:creationId xmlns:a16="http://schemas.microsoft.com/office/drawing/2014/main" id="{16C0BA69-66B2-006F-34CB-94962D6EE495}"/>
                  </a:ext>
                </a:extLst>
              </p:cNvPr>
              <p:cNvSpPr/>
              <p:nvPr/>
            </p:nvSpPr>
            <p:spPr>
              <a:xfrm rot="10800000">
                <a:off x="10150901" y="2023564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58" name="六邊形 57">
                <a:extLst>
                  <a:ext uri="{FF2B5EF4-FFF2-40B4-BE49-F238E27FC236}">
                    <a16:creationId xmlns:a16="http://schemas.microsoft.com/office/drawing/2014/main" id="{D8222EAE-238B-9581-F0B0-EDDD2340E4BE}"/>
                  </a:ext>
                </a:extLst>
              </p:cNvPr>
              <p:cNvSpPr/>
              <p:nvPr/>
            </p:nvSpPr>
            <p:spPr>
              <a:xfrm rot="10800000">
                <a:off x="10150901" y="3158821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59" name="六邊形 58">
                <a:extLst>
                  <a:ext uri="{FF2B5EF4-FFF2-40B4-BE49-F238E27FC236}">
                    <a16:creationId xmlns:a16="http://schemas.microsoft.com/office/drawing/2014/main" id="{643EACDF-AA62-42C5-2375-C03CA245F806}"/>
                  </a:ext>
                </a:extLst>
              </p:cNvPr>
              <p:cNvSpPr/>
              <p:nvPr/>
            </p:nvSpPr>
            <p:spPr>
              <a:xfrm rot="10800000">
                <a:off x="10150902" y="2923219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60" name="六邊形 59">
                <a:extLst>
                  <a:ext uri="{FF2B5EF4-FFF2-40B4-BE49-F238E27FC236}">
                    <a16:creationId xmlns:a16="http://schemas.microsoft.com/office/drawing/2014/main" id="{0C6D36D1-AEF3-19EF-9F92-FCD66F00160A}"/>
                  </a:ext>
                </a:extLst>
              </p:cNvPr>
              <p:cNvSpPr/>
              <p:nvPr/>
            </p:nvSpPr>
            <p:spPr>
              <a:xfrm rot="10800000">
                <a:off x="10150903" y="2685836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61" name="六邊形 60">
                <a:extLst>
                  <a:ext uri="{FF2B5EF4-FFF2-40B4-BE49-F238E27FC236}">
                    <a16:creationId xmlns:a16="http://schemas.microsoft.com/office/drawing/2014/main" id="{9E4550E3-E7E8-3E33-E873-C342CEC874D2}"/>
                  </a:ext>
                </a:extLst>
              </p:cNvPr>
              <p:cNvSpPr/>
              <p:nvPr/>
            </p:nvSpPr>
            <p:spPr>
              <a:xfrm rot="10800000">
                <a:off x="10150903" y="2456156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62" name="六邊形 61">
                <a:extLst>
                  <a:ext uri="{FF2B5EF4-FFF2-40B4-BE49-F238E27FC236}">
                    <a16:creationId xmlns:a16="http://schemas.microsoft.com/office/drawing/2014/main" id="{9BAA33A3-F11D-A1B7-7500-B9DA3352FB9E}"/>
                  </a:ext>
                </a:extLst>
              </p:cNvPr>
              <p:cNvSpPr/>
              <p:nvPr/>
            </p:nvSpPr>
            <p:spPr>
              <a:xfrm rot="10800000">
                <a:off x="10150904" y="2214793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63" name="六邊形 62">
                <a:extLst>
                  <a:ext uri="{FF2B5EF4-FFF2-40B4-BE49-F238E27FC236}">
                    <a16:creationId xmlns:a16="http://schemas.microsoft.com/office/drawing/2014/main" id="{167F47EC-17DC-DA77-FC0E-D6A9740B039F}"/>
                  </a:ext>
                </a:extLst>
              </p:cNvPr>
              <p:cNvSpPr/>
              <p:nvPr/>
            </p:nvSpPr>
            <p:spPr>
              <a:xfrm rot="10800000">
                <a:off x="10147851" y="1986136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46" name="六邊形 1345">
                <a:extLst>
                  <a:ext uri="{FF2B5EF4-FFF2-40B4-BE49-F238E27FC236}">
                    <a16:creationId xmlns:a16="http://schemas.microsoft.com/office/drawing/2014/main" id="{D9F0081A-8477-A309-4F92-9FA187571F34}"/>
                  </a:ext>
                </a:extLst>
              </p:cNvPr>
              <p:cNvSpPr/>
              <p:nvPr/>
            </p:nvSpPr>
            <p:spPr>
              <a:xfrm flipV="1">
                <a:off x="10112538" y="1982518"/>
                <a:ext cx="205511" cy="179281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cxnSp>
            <p:nvCxnSpPr>
              <p:cNvPr id="1355" name="直線接點 1354">
                <a:extLst>
                  <a:ext uri="{FF2B5EF4-FFF2-40B4-BE49-F238E27FC236}">
                    <a16:creationId xmlns:a16="http://schemas.microsoft.com/office/drawing/2014/main" id="{3E81C835-EA1B-3CED-52C7-EC82E3565DD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417289" y="1857847"/>
                <a:ext cx="7961" cy="42599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4" name="流程圖: 合併 1363">
                <a:extLst>
                  <a:ext uri="{FF2B5EF4-FFF2-40B4-BE49-F238E27FC236}">
                    <a16:creationId xmlns:a16="http://schemas.microsoft.com/office/drawing/2014/main" id="{A732DFE5-94C7-7220-7818-B6D32D7759DF}"/>
                  </a:ext>
                </a:extLst>
              </p:cNvPr>
              <p:cNvSpPr/>
              <p:nvPr/>
            </p:nvSpPr>
            <p:spPr>
              <a:xfrm rot="5400000" flipV="1">
                <a:off x="10603893" y="1971050"/>
                <a:ext cx="210183" cy="207552"/>
              </a:xfrm>
              <a:prstGeom prst="flowChartMerg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73" name="文字方塊 1372">
                <a:extLst>
                  <a:ext uri="{FF2B5EF4-FFF2-40B4-BE49-F238E27FC236}">
                    <a16:creationId xmlns:a16="http://schemas.microsoft.com/office/drawing/2014/main" id="{296591C8-ECBD-2974-5161-21DECE096103}"/>
                  </a:ext>
                </a:extLst>
              </p:cNvPr>
              <p:cNvSpPr txBox="1"/>
              <p:nvPr/>
            </p:nvSpPr>
            <p:spPr>
              <a:xfrm rot="16200000">
                <a:off x="8700050" y="4724908"/>
                <a:ext cx="3082357" cy="357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801" dirty="0"/>
                  <a:t>L-N:110V</a:t>
                </a:r>
                <a:endParaRPr lang="zh-TW" altLang="en-US" sz="1801" dirty="0"/>
              </a:p>
            </p:txBody>
          </p:sp>
          <p:sp>
            <p:nvSpPr>
              <p:cNvPr id="1374" name="六邊形 1373">
                <a:extLst>
                  <a:ext uri="{FF2B5EF4-FFF2-40B4-BE49-F238E27FC236}">
                    <a16:creationId xmlns:a16="http://schemas.microsoft.com/office/drawing/2014/main" id="{9921E490-B839-8705-821B-B044090247DE}"/>
                  </a:ext>
                </a:extLst>
              </p:cNvPr>
              <p:cNvSpPr/>
              <p:nvPr/>
            </p:nvSpPr>
            <p:spPr>
              <a:xfrm rot="10800000">
                <a:off x="10158890" y="4833314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82" name="六邊形 1381">
                <a:extLst>
                  <a:ext uri="{FF2B5EF4-FFF2-40B4-BE49-F238E27FC236}">
                    <a16:creationId xmlns:a16="http://schemas.microsoft.com/office/drawing/2014/main" id="{9A33112F-CCFA-ABF7-23D3-954ABE47100D}"/>
                  </a:ext>
                </a:extLst>
              </p:cNvPr>
              <p:cNvSpPr/>
              <p:nvPr/>
            </p:nvSpPr>
            <p:spPr>
              <a:xfrm rot="10800000">
                <a:off x="10159438" y="4600669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83" name="六邊形 1382">
                <a:extLst>
                  <a:ext uri="{FF2B5EF4-FFF2-40B4-BE49-F238E27FC236}">
                    <a16:creationId xmlns:a16="http://schemas.microsoft.com/office/drawing/2014/main" id="{E5BB290D-8D0E-E31D-5831-786D19A0FDF0}"/>
                  </a:ext>
                </a:extLst>
              </p:cNvPr>
              <p:cNvSpPr/>
              <p:nvPr/>
            </p:nvSpPr>
            <p:spPr>
              <a:xfrm rot="10800000">
                <a:off x="10159439" y="4365067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91" name="六邊形 1390">
                <a:extLst>
                  <a:ext uri="{FF2B5EF4-FFF2-40B4-BE49-F238E27FC236}">
                    <a16:creationId xmlns:a16="http://schemas.microsoft.com/office/drawing/2014/main" id="{B0C85770-034E-7B7C-95F2-B66307F0D95B}"/>
                  </a:ext>
                </a:extLst>
              </p:cNvPr>
              <p:cNvSpPr/>
              <p:nvPr/>
            </p:nvSpPr>
            <p:spPr>
              <a:xfrm rot="10800000">
                <a:off x="10159440" y="4127684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00" name="六邊形 1399">
                <a:extLst>
                  <a:ext uri="{FF2B5EF4-FFF2-40B4-BE49-F238E27FC236}">
                    <a16:creationId xmlns:a16="http://schemas.microsoft.com/office/drawing/2014/main" id="{9A34D9BC-4DB7-64B3-7167-94D33193920B}"/>
                  </a:ext>
                </a:extLst>
              </p:cNvPr>
              <p:cNvSpPr/>
              <p:nvPr/>
            </p:nvSpPr>
            <p:spPr>
              <a:xfrm rot="10800000">
                <a:off x="10159440" y="3898004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09" name="六邊形 1408">
                <a:extLst>
                  <a:ext uri="{FF2B5EF4-FFF2-40B4-BE49-F238E27FC236}">
                    <a16:creationId xmlns:a16="http://schemas.microsoft.com/office/drawing/2014/main" id="{E9D662F1-B1F2-4F2E-54FE-DC770A0CCCE4}"/>
                  </a:ext>
                </a:extLst>
              </p:cNvPr>
              <p:cNvSpPr/>
              <p:nvPr/>
            </p:nvSpPr>
            <p:spPr>
              <a:xfrm rot="10800000">
                <a:off x="10159441" y="3656641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17" name="矩形 1416">
                <a:extLst>
                  <a:ext uri="{FF2B5EF4-FFF2-40B4-BE49-F238E27FC236}">
                    <a16:creationId xmlns:a16="http://schemas.microsoft.com/office/drawing/2014/main" id="{8463AD3A-9845-A4F9-997D-0D16B2CAB837}"/>
                  </a:ext>
                </a:extLst>
              </p:cNvPr>
              <p:cNvSpPr/>
              <p:nvPr/>
            </p:nvSpPr>
            <p:spPr>
              <a:xfrm rot="10800000">
                <a:off x="10963490" y="1900878"/>
                <a:ext cx="285866" cy="345706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20" name="六邊形 1419">
                <a:extLst>
                  <a:ext uri="{FF2B5EF4-FFF2-40B4-BE49-F238E27FC236}">
                    <a16:creationId xmlns:a16="http://schemas.microsoft.com/office/drawing/2014/main" id="{0AFD9B24-DCC4-D6E5-75D6-93B083101D8B}"/>
                  </a:ext>
                </a:extLst>
              </p:cNvPr>
              <p:cNvSpPr/>
              <p:nvPr/>
            </p:nvSpPr>
            <p:spPr>
              <a:xfrm rot="10800000">
                <a:off x="11018262" y="3426342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26" name="六邊形 1425">
                <a:extLst>
                  <a:ext uri="{FF2B5EF4-FFF2-40B4-BE49-F238E27FC236}">
                    <a16:creationId xmlns:a16="http://schemas.microsoft.com/office/drawing/2014/main" id="{4E0AA697-B5DA-744F-5B40-0E96A42D5573}"/>
                  </a:ext>
                </a:extLst>
              </p:cNvPr>
              <p:cNvSpPr/>
              <p:nvPr/>
            </p:nvSpPr>
            <p:spPr>
              <a:xfrm rot="10800000">
                <a:off x="11018810" y="2058440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35" name="六邊形 1434">
                <a:extLst>
                  <a:ext uri="{FF2B5EF4-FFF2-40B4-BE49-F238E27FC236}">
                    <a16:creationId xmlns:a16="http://schemas.microsoft.com/office/drawing/2014/main" id="{5B8041EE-BF39-405F-8656-D09BBBDF861A}"/>
                  </a:ext>
                </a:extLst>
              </p:cNvPr>
              <p:cNvSpPr/>
              <p:nvPr/>
            </p:nvSpPr>
            <p:spPr>
              <a:xfrm rot="10800000">
                <a:off x="11018810" y="3193697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44" name="六邊形 1443">
                <a:extLst>
                  <a:ext uri="{FF2B5EF4-FFF2-40B4-BE49-F238E27FC236}">
                    <a16:creationId xmlns:a16="http://schemas.microsoft.com/office/drawing/2014/main" id="{1448486E-95C3-1DE9-9012-C6AA3C6553CF}"/>
                  </a:ext>
                </a:extLst>
              </p:cNvPr>
              <p:cNvSpPr/>
              <p:nvPr/>
            </p:nvSpPr>
            <p:spPr>
              <a:xfrm rot="10800000">
                <a:off x="11018811" y="2958095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54" name="六邊形 1453">
                <a:extLst>
                  <a:ext uri="{FF2B5EF4-FFF2-40B4-BE49-F238E27FC236}">
                    <a16:creationId xmlns:a16="http://schemas.microsoft.com/office/drawing/2014/main" id="{60CDFCDF-756D-A8E7-1631-F2F7945DC277}"/>
                  </a:ext>
                </a:extLst>
              </p:cNvPr>
              <p:cNvSpPr/>
              <p:nvPr/>
            </p:nvSpPr>
            <p:spPr>
              <a:xfrm rot="10800000">
                <a:off x="11018812" y="2720712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63" name="六邊形 1462">
                <a:extLst>
                  <a:ext uri="{FF2B5EF4-FFF2-40B4-BE49-F238E27FC236}">
                    <a16:creationId xmlns:a16="http://schemas.microsoft.com/office/drawing/2014/main" id="{EEA61B6C-3BFC-CEC4-030A-BE1F5737C833}"/>
                  </a:ext>
                </a:extLst>
              </p:cNvPr>
              <p:cNvSpPr/>
              <p:nvPr/>
            </p:nvSpPr>
            <p:spPr>
              <a:xfrm rot="10800000">
                <a:off x="11018812" y="2491032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28" name="六邊形 127">
                <a:extLst>
                  <a:ext uri="{FF2B5EF4-FFF2-40B4-BE49-F238E27FC236}">
                    <a16:creationId xmlns:a16="http://schemas.microsoft.com/office/drawing/2014/main" id="{A6C4EBF5-5475-BFCB-FA11-D55BD6E57B70}"/>
                  </a:ext>
                </a:extLst>
              </p:cNvPr>
              <p:cNvSpPr/>
              <p:nvPr/>
            </p:nvSpPr>
            <p:spPr>
              <a:xfrm rot="10800000">
                <a:off x="11018813" y="2249669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29" name="六邊形 128">
                <a:extLst>
                  <a:ext uri="{FF2B5EF4-FFF2-40B4-BE49-F238E27FC236}">
                    <a16:creationId xmlns:a16="http://schemas.microsoft.com/office/drawing/2014/main" id="{1F61205E-74E9-4C16-BD6E-CC8C3CDE5A2B}"/>
                  </a:ext>
                </a:extLst>
              </p:cNvPr>
              <p:cNvSpPr/>
              <p:nvPr/>
            </p:nvSpPr>
            <p:spPr>
              <a:xfrm rot="10800000">
                <a:off x="11015760" y="2021012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0" name="六邊形 129">
                <a:extLst>
                  <a:ext uri="{FF2B5EF4-FFF2-40B4-BE49-F238E27FC236}">
                    <a16:creationId xmlns:a16="http://schemas.microsoft.com/office/drawing/2014/main" id="{5D5ED244-20A0-9EF7-9FB3-0A16A7A8FD3E}"/>
                  </a:ext>
                </a:extLst>
              </p:cNvPr>
              <p:cNvSpPr/>
              <p:nvPr/>
            </p:nvSpPr>
            <p:spPr>
              <a:xfrm flipV="1">
                <a:off x="10980447" y="2017394"/>
                <a:ext cx="205511" cy="179281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cxnSp>
            <p:nvCxnSpPr>
              <p:cNvPr id="131" name="直線接點 130">
                <a:extLst>
                  <a:ext uri="{FF2B5EF4-FFF2-40B4-BE49-F238E27FC236}">
                    <a16:creationId xmlns:a16="http://schemas.microsoft.com/office/drawing/2014/main" id="{638B733C-4833-D7F8-BDC1-8EFCACD15DF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285198" y="1892723"/>
                <a:ext cx="7961" cy="42599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六邊形 131">
                <a:extLst>
                  <a:ext uri="{FF2B5EF4-FFF2-40B4-BE49-F238E27FC236}">
                    <a16:creationId xmlns:a16="http://schemas.microsoft.com/office/drawing/2014/main" id="{8B2B34AD-E185-9C97-3410-01439BE80862}"/>
                  </a:ext>
                </a:extLst>
              </p:cNvPr>
              <p:cNvSpPr/>
              <p:nvPr/>
            </p:nvSpPr>
            <p:spPr>
              <a:xfrm rot="10800000">
                <a:off x="11026799" y="4868190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3" name="六邊形 132">
                <a:extLst>
                  <a:ext uri="{FF2B5EF4-FFF2-40B4-BE49-F238E27FC236}">
                    <a16:creationId xmlns:a16="http://schemas.microsoft.com/office/drawing/2014/main" id="{95F3EC90-4A81-3C83-611C-E6B4B05C7579}"/>
                  </a:ext>
                </a:extLst>
              </p:cNvPr>
              <p:cNvSpPr/>
              <p:nvPr/>
            </p:nvSpPr>
            <p:spPr>
              <a:xfrm rot="10800000">
                <a:off x="11027347" y="4635545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4" name="六邊形 133">
                <a:extLst>
                  <a:ext uri="{FF2B5EF4-FFF2-40B4-BE49-F238E27FC236}">
                    <a16:creationId xmlns:a16="http://schemas.microsoft.com/office/drawing/2014/main" id="{D053B79F-56E9-7E11-2067-C9A6319C8846}"/>
                  </a:ext>
                </a:extLst>
              </p:cNvPr>
              <p:cNvSpPr/>
              <p:nvPr/>
            </p:nvSpPr>
            <p:spPr>
              <a:xfrm rot="10800000">
                <a:off x="11027348" y="4399943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35" name="六邊形 134">
                <a:extLst>
                  <a:ext uri="{FF2B5EF4-FFF2-40B4-BE49-F238E27FC236}">
                    <a16:creationId xmlns:a16="http://schemas.microsoft.com/office/drawing/2014/main" id="{DFD5948A-F9A9-0A00-E33D-6851AE091608}"/>
                  </a:ext>
                </a:extLst>
              </p:cNvPr>
              <p:cNvSpPr/>
              <p:nvPr/>
            </p:nvSpPr>
            <p:spPr>
              <a:xfrm rot="10800000">
                <a:off x="11027349" y="4162560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3" name="六邊形 142">
                <a:extLst>
                  <a:ext uri="{FF2B5EF4-FFF2-40B4-BE49-F238E27FC236}">
                    <a16:creationId xmlns:a16="http://schemas.microsoft.com/office/drawing/2014/main" id="{FCCE2C03-C017-8984-7E51-5FE777063799}"/>
                  </a:ext>
                </a:extLst>
              </p:cNvPr>
              <p:cNvSpPr/>
              <p:nvPr/>
            </p:nvSpPr>
            <p:spPr>
              <a:xfrm rot="10800000">
                <a:off x="11027349" y="3932880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sp>
            <p:nvSpPr>
              <p:cNvPr id="145" name="六邊形 144">
                <a:extLst>
                  <a:ext uri="{FF2B5EF4-FFF2-40B4-BE49-F238E27FC236}">
                    <a16:creationId xmlns:a16="http://schemas.microsoft.com/office/drawing/2014/main" id="{7098A35E-4E0A-47ED-27F4-E13022FEC874}"/>
                  </a:ext>
                </a:extLst>
              </p:cNvPr>
              <p:cNvSpPr/>
              <p:nvPr/>
            </p:nvSpPr>
            <p:spPr>
              <a:xfrm rot="10800000">
                <a:off x="11027350" y="3691517"/>
                <a:ext cx="139500" cy="146366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801"/>
              </a:p>
            </p:txBody>
          </p:sp>
          <p:cxnSp>
            <p:nvCxnSpPr>
              <p:cNvPr id="147" name="直線接點 146">
                <a:extLst>
                  <a:ext uri="{FF2B5EF4-FFF2-40B4-BE49-F238E27FC236}">
                    <a16:creationId xmlns:a16="http://schemas.microsoft.com/office/drawing/2014/main" id="{3462768B-276F-9598-DA6C-C6D7E954E6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99905" y="1999939"/>
                <a:ext cx="0" cy="2148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線接點 147">
                <a:extLst>
                  <a:ext uri="{FF2B5EF4-FFF2-40B4-BE49-F238E27FC236}">
                    <a16:creationId xmlns:a16="http://schemas.microsoft.com/office/drawing/2014/main" id="{E2C1F72E-7E96-1AE0-BD30-E9D548B4E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47171" y="2019549"/>
                <a:ext cx="0" cy="17730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線接點 148">
                <a:extLst>
                  <a:ext uri="{FF2B5EF4-FFF2-40B4-BE49-F238E27FC236}">
                    <a16:creationId xmlns:a16="http://schemas.microsoft.com/office/drawing/2014/main" id="{175D580E-4DC3-C3FE-D473-983AC60450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87181" y="2053270"/>
                <a:ext cx="0" cy="12174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49FFE6A0-A381-76A9-0238-AC835C4F0F4C}"/>
                  </a:ext>
                </a:extLst>
              </p:cNvPr>
              <p:cNvSpPr txBox="1"/>
              <p:nvPr/>
            </p:nvSpPr>
            <p:spPr>
              <a:xfrm rot="16200000">
                <a:off x="9589803" y="937026"/>
                <a:ext cx="948790" cy="68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Nature</a:t>
                </a:r>
                <a:endPara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61C3FD63-B339-D9A3-489E-169686678164}"/>
                  </a:ext>
                </a:extLst>
              </p:cNvPr>
              <p:cNvSpPr txBox="1"/>
              <p:nvPr/>
            </p:nvSpPr>
            <p:spPr>
              <a:xfrm rot="16200000">
                <a:off x="10559697" y="1096452"/>
                <a:ext cx="948790" cy="387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en-US" altLang="zh-TW" sz="2000" b="1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Gnd</a:t>
                </a:r>
                <a:endPara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p:grpSp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9D7CEE03-571C-E91E-4061-C66A09B72717}"/>
                </a:ext>
              </a:extLst>
            </p:cNvPr>
            <p:cNvSpPr/>
            <p:nvPr/>
          </p:nvSpPr>
          <p:spPr>
            <a:xfrm>
              <a:off x="6222253" y="4960454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5B26A229-2E57-E958-9098-3F7094C4A6AF}"/>
                </a:ext>
              </a:extLst>
            </p:cNvPr>
            <p:cNvCxnSpPr>
              <a:cxnSpLocks/>
            </p:cNvCxnSpPr>
            <p:nvPr/>
          </p:nvCxnSpPr>
          <p:spPr>
            <a:xfrm>
              <a:off x="6260140" y="3725995"/>
              <a:ext cx="2397" cy="9751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657D8FA8-61BD-0FD3-4C37-3E9CBFB3A684}"/>
                </a:ext>
              </a:extLst>
            </p:cNvPr>
            <p:cNvSpPr/>
            <p:nvPr/>
          </p:nvSpPr>
          <p:spPr>
            <a:xfrm rot="21334159">
              <a:off x="6218210" y="4701253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6B76CC4D-D2A7-9CE5-8AC3-F74127FA429D}"/>
                </a:ext>
              </a:extLst>
            </p:cNvPr>
            <p:cNvCxnSpPr>
              <a:cxnSpLocks/>
            </p:cNvCxnSpPr>
            <p:nvPr/>
          </p:nvCxnSpPr>
          <p:spPr>
            <a:xfrm>
              <a:off x="6267684" y="5050195"/>
              <a:ext cx="0" cy="8765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弧形 13">
              <a:extLst>
                <a:ext uri="{FF2B5EF4-FFF2-40B4-BE49-F238E27FC236}">
                  <a16:creationId xmlns:a16="http://schemas.microsoft.com/office/drawing/2014/main" id="{3EFBA614-624D-6366-88BC-FF57F6D137EF}"/>
                </a:ext>
              </a:extLst>
            </p:cNvPr>
            <p:cNvSpPr/>
            <p:nvPr/>
          </p:nvSpPr>
          <p:spPr>
            <a:xfrm rot="10800000">
              <a:off x="6095305" y="4738815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00A601C3-E93D-95C1-44E0-F015B2CA13E4}"/>
                </a:ext>
              </a:extLst>
            </p:cNvPr>
            <p:cNvCxnSpPr/>
            <p:nvPr/>
          </p:nvCxnSpPr>
          <p:spPr>
            <a:xfrm flipH="1">
              <a:off x="6162570" y="4145319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E8649C35-CAAE-40C8-A854-8B31D9E3B304}"/>
                </a:ext>
              </a:extLst>
            </p:cNvPr>
            <p:cNvSpPr txBox="1"/>
            <p:nvPr/>
          </p:nvSpPr>
          <p:spPr>
            <a:xfrm rot="16200000">
              <a:off x="5696332" y="908571"/>
              <a:ext cx="1107296" cy="3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W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347" name="文字方塊 1346">
              <a:extLst>
                <a:ext uri="{FF2B5EF4-FFF2-40B4-BE49-F238E27FC236}">
                  <a16:creationId xmlns:a16="http://schemas.microsoft.com/office/drawing/2014/main" id="{EB51763B-D058-69E7-406F-B8CA528141CE}"/>
                </a:ext>
              </a:extLst>
            </p:cNvPr>
            <p:cNvSpPr txBox="1"/>
            <p:nvPr/>
          </p:nvSpPr>
          <p:spPr>
            <a:xfrm rot="16200000">
              <a:off x="4611904" y="1022986"/>
              <a:ext cx="1107296" cy="3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用</a:t>
              </a:r>
            </a:p>
          </p:txBody>
        </p:sp>
        <p:sp>
          <p:nvSpPr>
            <p:cNvPr id="1348" name="文字方塊 1347">
              <a:extLst>
                <a:ext uri="{FF2B5EF4-FFF2-40B4-BE49-F238E27FC236}">
                  <a16:creationId xmlns:a16="http://schemas.microsoft.com/office/drawing/2014/main" id="{15D3F815-E1EE-62EB-B221-B88EF42D0626}"/>
                </a:ext>
              </a:extLst>
            </p:cNvPr>
            <p:cNvSpPr txBox="1"/>
            <p:nvPr/>
          </p:nvSpPr>
          <p:spPr>
            <a:xfrm rot="16200000">
              <a:off x="3578060" y="6009760"/>
              <a:ext cx="951986" cy="3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加壓</a:t>
              </a:r>
            </a:p>
          </p:txBody>
        </p:sp>
        <p:sp>
          <p:nvSpPr>
            <p:cNvPr id="1349" name="文字方塊 1348">
              <a:extLst>
                <a:ext uri="{FF2B5EF4-FFF2-40B4-BE49-F238E27FC236}">
                  <a16:creationId xmlns:a16="http://schemas.microsoft.com/office/drawing/2014/main" id="{F0752EAF-F8CB-9B2E-42CD-9AC62B2E5663}"/>
                </a:ext>
              </a:extLst>
            </p:cNvPr>
            <p:cNvSpPr txBox="1"/>
            <p:nvPr/>
          </p:nvSpPr>
          <p:spPr>
            <a:xfrm rot="16200000">
              <a:off x="4758271" y="6080715"/>
              <a:ext cx="810078" cy="3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右</a:t>
              </a:r>
            </a:p>
          </p:txBody>
        </p:sp>
        <p:sp>
          <p:nvSpPr>
            <p:cNvPr id="1351" name="文字方塊 1350">
              <a:extLst>
                <a:ext uri="{FF2B5EF4-FFF2-40B4-BE49-F238E27FC236}">
                  <a16:creationId xmlns:a16="http://schemas.microsoft.com/office/drawing/2014/main" id="{690E73B2-AC8A-75B9-375B-42133873211E}"/>
                </a:ext>
              </a:extLst>
            </p:cNvPr>
            <p:cNvSpPr txBox="1"/>
            <p:nvPr/>
          </p:nvSpPr>
          <p:spPr>
            <a:xfrm rot="16200000">
              <a:off x="5844942" y="6112072"/>
              <a:ext cx="810078" cy="3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右</a:t>
              </a:r>
            </a:p>
          </p:txBody>
        </p:sp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9CF2E5EE-F119-9781-C43F-A4198289FDB0}"/>
                </a:ext>
              </a:extLst>
            </p:cNvPr>
            <p:cNvSpPr/>
            <p:nvPr/>
          </p:nvSpPr>
          <p:spPr>
            <a:xfrm>
              <a:off x="6217828" y="2907929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87917731-1F4D-D4C9-42FF-235D1F9DF53C}"/>
                </a:ext>
              </a:extLst>
            </p:cNvPr>
            <p:cNvCxnSpPr>
              <a:cxnSpLocks/>
            </p:cNvCxnSpPr>
            <p:nvPr/>
          </p:nvCxnSpPr>
          <p:spPr>
            <a:xfrm>
              <a:off x="6265979" y="1763629"/>
              <a:ext cx="3363" cy="9487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30CD24E9-E613-9442-8C3B-504FACD8388B}"/>
                </a:ext>
              </a:extLst>
            </p:cNvPr>
            <p:cNvSpPr/>
            <p:nvPr/>
          </p:nvSpPr>
          <p:spPr>
            <a:xfrm rot="21334159">
              <a:off x="6225015" y="2648728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1AE646E0-8B0A-9EDA-916A-4EB2A23AA7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6378" y="2997670"/>
              <a:ext cx="6881" cy="7950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BC1942D8-F25E-756F-6B1E-284CB7F0FE35}"/>
                </a:ext>
              </a:extLst>
            </p:cNvPr>
            <p:cNvSpPr/>
            <p:nvPr/>
          </p:nvSpPr>
          <p:spPr>
            <a:xfrm rot="10800000">
              <a:off x="6086352" y="2692426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94CA4AB2-82B6-76E9-CD17-661EBE477C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9000" y="3334451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281DE815-DB18-B6BD-B9C8-CDA0F86256EF}"/>
                </a:ext>
              </a:extLst>
            </p:cNvPr>
            <p:cNvSpPr txBox="1"/>
            <p:nvPr/>
          </p:nvSpPr>
          <p:spPr>
            <a:xfrm rot="16200000">
              <a:off x="5327931" y="2373563"/>
              <a:ext cx="1158498" cy="3576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20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sp>
          <p:nvSpPr>
            <p:cNvPr id="1352" name="文字方塊 1351">
              <a:extLst>
                <a:ext uri="{FF2B5EF4-FFF2-40B4-BE49-F238E27FC236}">
                  <a16:creationId xmlns:a16="http://schemas.microsoft.com/office/drawing/2014/main" id="{D61F78B4-0D68-C3FA-2CC9-183830A90C3C}"/>
                </a:ext>
              </a:extLst>
            </p:cNvPr>
            <p:cNvSpPr txBox="1"/>
            <p:nvPr/>
          </p:nvSpPr>
          <p:spPr>
            <a:xfrm rot="16200000">
              <a:off x="3519588" y="996355"/>
              <a:ext cx="1107296" cy="3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左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353" name="直線接點 1352">
              <a:extLst>
                <a:ext uri="{FF2B5EF4-FFF2-40B4-BE49-F238E27FC236}">
                  <a16:creationId xmlns:a16="http://schemas.microsoft.com/office/drawing/2014/main" id="{5823D639-473D-2645-848D-8A487DFF346B}"/>
                </a:ext>
              </a:extLst>
            </p:cNvPr>
            <p:cNvCxnSpPr/>
            <p:nvPr/>
          </p:nvCxnSpPr>
          <p:spPr>
            <a:xfrm flipH="1">
              <a:off x="5079723" y="4079474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直線接點 1353">
              <a:extLst>
                <a:ext uri="{FF2B5EF4-FFF2-40B4-BE49-F238E27FC236}">
                  <a16:creationId xmlns:a16="http://schemas.microsoft.com/office/drawing/2014/main" id="{A64BC6F5-81FF-24EE-0035-0738D5AA7CD5}"/>
                </a:ext>
              </a:extLst>
            </p:cNvPr>
            <p:cNvCxnSpPr/>
            <p:nvPr/>
          </p:nvCxnSpPr>
          <p:spPr>
            <a:xfrm flipH="1">
              <a:off x="3994624" y="4090278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36A96748-1FE0-82A5-F702-5D12EAE9640A}"/>
                </a:ext>
              </a:extLst>
            </p:cNvPr>
            <p:cNvSpPr/>
            <p:nvPr/>
          </p:nvSpPr>
          <p:spPr>
            <a:xfrm>
              <a:off x="7297618" y="2959745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CAAFC6D-0BBA-3330-97C1-725AD65EC615}"/>
                </a:ext>
              </a:extLst>
            </p:cNvPr>
            <p:cNvCxnSpPr>
              <a:cxnSpLocks/>
            </p:cNvCxnSpPr>
            <p:nvPr/>
          </p:nvCxnSpPr>
          <p:spPr>
            <a:xfrm>
              <a:off x="7345769" y="1815445"/>
              <a:ext cx="3363" cy="9487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46E0EB5-92B6-A522-2D35-FBFB1F457E12}"/>
                </a:ext>
              </a:extLst>
            </p:cNvPr>
            <p:cNvSpPr/>
            <p:nvPr/>
          </p:nvSpPr>
          <p:spPr>
            <a:xfrm rot="21334159">
              <a:off x="7304805" y="2700544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ADDAA78D-6B84-A947-74D6-498A4CC10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6168" y="3049486"/>
              <a:ext cx="6881" cy="7950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弧形 27">
              <a:extLst>
                <a:ext uri="{FF2B5EF4-FFF2-40B4-BE49-F238E27FC236}">
                  <a16:creationId xmlns:a16="http://schemas.microsoft.com/office/drawing/2014/main" id="{364A111B-05CD-266D-A2B8-65B926837913}"/>
                </a:ext>
              </a:extLst>
            </p:cNvPr>
            <p:cNvSpPr/>
            <p:nvPr/>
          </p:nvSpPr>
          <p:spPr>
            <a:xfrm rot="10800000">
              <a:off x="7166142" y="2744242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496A1390-730A-C7F9-5F8B-4C9013142F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8790" y="3386267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6C050B15-6C45-95AF-18DA-66CEFEFF7095}"/>
                </a:ext>
              </a:extLst>
            </p:cNvPr>
            <p:cNvSpPr txBox="1"/>
            <p:nvPr/>
          </p:nvSpPr>
          <p:spPr>
            <a:xfrm rot="16200000">
              <a:off x="6407719" y="2425380"/>
              <a:ext cx="1158498" cy="3576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20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3E1B4098-2C79-D7CC-57D1-B1373C3BDC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8577" y="1785638"/>
              <a:ext cx="6345" cy="9009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66050E35-6F29-FA01-0960-6C69E9B30AD4}"/>
                </a:ext>
              </a:extLst>
            </p:cNvPr>
            <p:cNvSpPr/>
            <p:nvPr/>
          </p:nvSpPr>
          <p:spPr>
            <a:xfrm>
              <a:off x="8355379" y="2895408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6AE82235-0105-2323-C8BD-75C6AD43F7B9}"/>
                </a:ext>
              </a:extLst>
            </p:cNvPr>
            <p:cNvSpPr/>
            <p:nvPr/>
          </p:nvSpPr>
          <p:spPr>
            <a:xfrm rot="21334159">
              <a:off x="8360961" y="2636207"/>
              <a:ext cx="95415" cy="9975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FD24413-2DE5-0AC8-8597-43F64DC5BFA3}"/>
                </a:ext>
              </a:extLst>
            </p:cNvPr>
            <p:cNvCxnSpPr>
              <a:cxnSpLocks/>
            </p:cNvCxnSpPr>
            <p:nvPr/>
          </p:nvCxnSpPr>
          <p:spPr>
            <a:xfrm>
              <a:off x="8400810" y="2985149"/>
              <a:ext cx="4552" cy="8100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弧形 34">
              <a:extLst>
                <a:ext uri="{FF2B5EF4-FFF2-40B4-BE49-F238E27FC236}">
                  <a16:creationId xmlns:a16="http://schemas.microsoft.com/office/drawing/2014/main" id="{6EEF5A0E-F090-D8FC-241A-B4D9C88F63B2}"/>
                </a:ext>
              </a:extLst>
            </p:cNvPr>
            <p:cNvSpPr/>
            <p:nvPr/>
          </p:nvSpPr>
          <p:spPr>
            <a:xfrm rot="10800000">
              <a:off x="8212928" y="2722407"/>
              <a:ext cx="276753" cy="253428"/>
            </a:xfrm>
            <a:prstGeom prst="arc">
              <a:avLst>
                <a:gd name="adj1" fmla="val 17452250"/>
                <a:gd name="adj2" fmla="val 404532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1801"/>
            </a:p>
          </p:txBody>
        </p: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04BBF2AE-3749-FAB3-7F4F-B0598FA5CCA3}"/>
                </a:ext>
              </a:extLst>
            </p:cNvPr>
            <p:cNvCxnSpPr/>
            <p:nvPr/>
          </p:nvCxnSpPr>
          <p:spPr>
            <a:xfrm flipH="1">
              <a:off x="8314946" y="3296532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88624C21-B2DA-C5ED-2B3E-CC2C87142DBC}"/>
                </a:ext>
              </a:extLst>
            </p:cNvPr>
            <p:cNvSpPr txBox="1"/>
            <p:nvPr/>
          </p:nvSpPr>
          <p:spPr>
            <a:xfrm rot="16200000">
              <a:off x="7425029" y="2339645"/>
              <a:ext cx="1158498" cy="3576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1801" dirty="0"/>
                <a:t>30</a:t>
              </a:r>
              <a:r>
                <a:rPr lang="zh-TW" altLang="en-US" sz="1801" dirty="0"/>
                <a:t> </a:t>
              </a:r>
              <a:r>
                <a:rPr lang="en-US" altLang="zh-TW" sz="1801" dirty="0"/>
                <a:t>A</a:t>
              </a:r>
              <a:endParaRPr lang="zh-TW" altLang="en-US" sz="1801" dirty="0"/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FC344D33-6B6C-18CA-6316-3A7441C23DAE}"/>
                </a:ext>
              </a:extLst>
            </p:cNvPr>
            <p:cNvCxnSpPr/>
            <p:nvPr/>
          </p:nvCxnSpPr>
          <p:spPr>
            <a:xfrm flipH="1">
              <a:off x="8320441" y="3415510"/>
              <a:ext cx="173481" cy="2095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36FFAD9F-F658-0D1B-4FFC-3CDC90DF8FA8}"/>
                </a:ext>
              </a:extLst>
            </p:cNvPr>
            <p:cNvSpPr txBox="1"/>
            <p:nvPr/>
          </p:nvSpPr>
          <p:spPr>
            <a:xfrm rot="16200000">
              <a:off x="6744471" y="908573"/>
              <a:ext cx="1107296" cy="3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W</a:t>
              </a:r>
              <a:endPara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F6DCC05B-029B-D621-0171-BA9EB3C83794}"/>
                </a:ext>
              </a:extLst>
            </p:cNvPr>
            <p:cNvSpPr txBox="1"/>
            <p:nvPr/>
          </p:nvSpPr>
          <p:spPr>
            <a:xfrm rot="16200000">
              <a:off x="7762213" y="970069"/>
              <a:ext cx="1230288" cy="3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加壓馬達</a:t>
              </a: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6D82A51-EC93-65EC-8747-480A44B75EAD}"/>
              </a:ext>
            </a:extLst>
          </p:cNvPr>
          <p:cNvSpPr txBox="1"/>
          <p:nvPr/>
        </p:nvSpPr>
        <p:spPr>
          <a:xfrm>
            <a:off x="2523090" y="965947"/>
            <a:ext cx="254095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(3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線 </a:t>
            </a:r>
            <a:r>
              <a:rPr lang="en-US" altLang="zh-TW" sz="1801" b="1" dirty="0">
                <a:latin typeface="標楷體" panose="03000509000000000000" pitchFamily="65" charset="-120"/>
                <a:ea typeface="標楷體" panose="03000509000000000000" pitchFamily="65" charset="-120"/>
              </a:rPr>
              <a:t>190V )</a:t>
            </a:r>
            <a:endParaRPr lang="zh-TW" altLang="en-US" sz="1801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8DE4657-5E44-462A-05F2-828FB2C9FE11}"/>
              </a:ext>
            </a:extLst>
          </p:cNvPr>
          <p:cNvSpPr txBox="1"/>
          <p:nvPr/>
        </p:nvSpPr>
        <p:spPr>
          <a:xfrm>
            <a:off x="130540" y="242409"/>
            <a:ext cx="671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長安宿舍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5F 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電盤  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JCA5F-D3 (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洗衣間</a:t>
            </a:r>
            <a:r>
              <a:rPr lang="en-US" altLang="zh-TW" sz="32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200" b="1" dirty="0">
                <a:solidFill>
                  <a:srgbClr val="FF0000"/>
                </a:solidFill>
                <a:latin typeface="+mn-ea"/>
              </a:rPr>
              <a:t> </a:t>
            </a:r>
            <a:endParaRPr lang="zh-TW" altLang="en-US" sz="3200" dirty="0">
              <a:latin typeface="+mn-ea"/>
            </a:endParaRPr>
          </a:p>
        </p:txBody>
      </p:sp>
      <p:sp>
        <p:nvSpPr>
          <p:cNvPr id="2" name="投影片編號版面配置區 4">
            <a:extLst>
              <a:ext uri="{FF2B5EF4-FFF2-40B4-BE49-F238E27FC236}">
                <a16:creationId xmlns:a16="http://schemas.microsoft.com/office/drawing/2014/main" id="{34D181D7-67D8-E990-6E68-86CE550B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261029" y="10636063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3240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41CFEC-5DF0-0B6C-0688-576306069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572294" y="5433218"/>
            <a:ext cx="0" cy="0"/>
          </a:xfrm>
        </p:spPr>
        <p:txBody>
          <a:bodyPr>
            <a:normAutofit/>
          </a:bodyPr>
          <a:lstStyle/>
          <a:p>
            <a:r>
              <a:rPr lang="zh-TW" altLang="en-US" sz="4800" b="1" dirty="0">
                <a:solidFill>
                  <a:srgbClr val="231DA3"/>
                </a:solidFill>
              </a:rPr>
              <a:t>           電盤編號列印剪貼覆被參考 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A6E2BA-71AE-7A6E-BE1E-6FF590A5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78242" y="1064545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3ED6321-8960-DF5A-EAD3-999EA90BCA19}"/>
              </a:ext>
            </a:extLst>
          </p:cNvPr>
          <p:cNvSpPr txBox="1"/>
          <p:nvPr/>
        </p:nvSpPr>
        <p:spPr>
          <a:xfrm rot="5400000">
            <a:off x="893934" y="3088669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JCA1F-D1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828F36-9ED0-08C2-9A72-E63D92CB4904}"/>
              </a:ext>
            </a:extLst>
          </p:cNvPr>
          <p:cNvSpPr txBox="1"/>
          <p:nvPr/>
        </p:nvSpPr>
        <p:spPr>
          <a:xfrm rot="5400000">
            <a:off x="-1424971" y="3088668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JCA1F-D2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898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BB26477-5DE0-480E-49EA-10504CEFDB6D}"/>
              </a:ext>
            </a:extLst>
          </p:cNvPr>
          <p:cNvSpPr txBox="1"/>
          <p:nvPr/>
        </p:nvSpPr>
        <p:spPr>
          <a:xfrm rot="5400000">
            <a:off x="2144824" y="3094869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JCA1F-D3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ECCF61-12A6-34F7-F1B1-10796439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66812" y="1062259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92971FB-9922-7300-9ED9-AF7815E880EF}"/>
              </a:ext>
            </a:extLst>
          </p:cNvPr>
          <p:cNvSpPr txBox="1"/>
          <p:nvPr/>
        </p:nvSpPr>
        <p:spPr>
          <a:xfrm rot="5400000">
            <a:off x="4935" y="3094869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JCA1F-D4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F691613-8B10-16FC-F37C-8D429F263AD2}"/>
              </a:ext>
            </a:extLst>
          </p:cNvPr>
          <p:cNvSpPr txBox="1"/>
          <p:nvPr/>
        </p:nvSpPr>
        <p:spPr>
          <a:xfrm rot="5400000">
            <a:off x="-2027370" y="3094870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JCA1F-D5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2255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77EB-1947-A0B6-69AE-C15CD7C8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38EE60CF-2CB2-9C24-0D70-17356D4CBB7C}"/>
              </a:ext>
            </a:extLst>
          </p:cNvPr>
          <p:cNvSpPr txBox="1"/>
          <p:nvPr/>
        </p:nvSpPr>
        <p:spPr>
          <a:xfrm rot="5400000">
            <a:off x="2144824" y="3094869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JCA1F-D6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33B60D-DA16-608A-9B60-92369E0A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66812" y="1063402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4ACA6E-BC10-2174-AB44-B8BAF342DDF1}"/>
              </a:ext>
            </a:extLst>
          </p:cNvPr>
          <p:cNvSpPr txBox="1"/>
          <p:nvPr/>
        </p:nvSpPr>
        <p:spPr>
          <a:xfrm rot="5400000">
            <a:off x="4935" y="3094869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JCA1F-D7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0572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33431-A6BE-F6EB-D6C4-F0D1C6F9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EF9EFF5-9BBD-3B68-681B-F60D696BCAD2}"/>
              </a:ext>
            </a:extLst>
          </p:cNvPr>
          <p:cNvSpPr txBox="1"/>
          <p:nvPr/>
        </p:nvSpPr>
        <p:spPr>
          <a:xfrm rot="5400000">
            <a:off x="2282664" y="3184658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JCA2F-D1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93D37C4-6AFD-8D85-8C34-923E4DB4EFB2}"/>
              </a:ext>
            </a:extLst>
          </p:cNvPr>
          <p:cNvSpPr txBox="1"/>
          <p:nvPr/>
        </p:nvSpPr>
        <p:spPr>
          <a:xfrm rot="5400000">
            <a:off x="191595" y="3184658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JCA2F-D2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8A0217-8EFD-0F67-EAA6-DBACAAD7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66812" y="1065688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9E5659A-463F-4301-7542-2720A764EDEA}"/>
              </a:ext>
            </a:extLst>
          </p:cNvPr>
          <p:cNvSpPr txBox="1"/>
          <p:nvPr/>
        </p:nvSpPr>
        <p:spPr>
          <a:xfrm rot="5400000">
            <a:off x="-1951170" y="3184658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JCA2F-D3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458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78D5-40FC-8549-4182-8A0919BD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297B649-3BB6-B502-4185-D54262518DFC}"/>
              </a:ext>
            </a:extLst>
          </p:cNvPr>
          <p:cNvSpPr txBox="1"/>
          <p:nvPr/>
        </p:nvSpPr>
        <p:spPr>
          <a:xfrm rot="5400000">
            <a:off x="2015965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JCA3F-D1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84821E6-1C46-73A8-9291-4282A22EAC62}"/>
              </a:ext>
            </a:extLst>
          </p:cNvPr>
          <p:cNvSpPr txBox="1"/>
          <p:nvPr/>
        </p:nvSpPr>
        <p:spPr>
          <a:xfrm rot="5400000">
            <a:off x="77294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JCA3F-D2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C962B57-1B4B-AD26-2BFD-1F3B3F5E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66812" y="1063402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1B12E6F-6CB6-2150-D7DE-B95ED2D33C31}"/>
              </a:ext>
            </a:extLst>
          </p:cNvPr>
          <p:cNvSpPr txBox="1"/>
          <p:nvPr/>
        </p:nvSpPr>
        <p:spPr>
          <a:xfrm rot="5400000">
            <a:off x="-1844808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JCA3F-D3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2709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C452-4970-C491-6706-C8924B00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E292813-3346-F386-F785-D753733E4541}"/>
              </a:ext>
            </a:extLst>
          </p:cNvPr>
          <p:cNvSpPr txBox="1"/>
          <p:nvPr/>
        </p:nvSpPr>
        <p:spPr>
          <a:xfrm rot="5400000">
            <a:off x="2015965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JCA4F-D1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AD58453-DBAE-2A9F-802D-96FC3B738DB9}"/>
              </a:ext>
            </a:extLst>
          </p:cNvPr>
          <p:cNvSpPr txBox="1"/>
          <p:nvPr/>
        </p:nvSpPr>
        <p:spPr>
          <a:xfrm rot="5400000">
            <a:off x="77294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JCA4F-D2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43387F9-5DF1-F562-AA18-0640110D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78242" y="1063402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DFBF948-1BB3-E325-474F-F7701A6EAB65}"/>
              </a:ext>
            </a:extLst>
          </p:cNvPr>
          <p:cNvSpPr txBox="1"/>
          <p:nvPr/>
        </p:nvSpPr>
        <p:spPr>
          <a:xfrm rot="5400000">
            <a:off x="-1844808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JCA4F-D3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7764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6759-78D2-2136-7F8C-9E4DB630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ACAF572-65F7-54BE-F3E6-F67B8A584BD2}"/>
              </a:ext>
            </a:extLst>
          </p:cNvPr>
          <p:cNvSpPr txBox="1"/>
          <p:nvPr/>
        </p:nvSpPr>
        <p:spPr>
          <a:xfrm rot="5400000">
            <a:off x="2015965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JCA5F-D1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AF96E1-5216-1B2C-39CF-A34FD2DA10A4}"/>
              </a:ext>
            </a:extLst>
          </p:cNvPr>
          <p:cNvSpPr txBox="1"/>
          <p:nvPr/>
        </p:nvSpPr>
        <p:spPr>
          <a:xfrm rot="5400000">
            <a:off x="77294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JCA5F-D2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FCEA4FE-94BB-3983-52EA-5F95CDB9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1166812" y="10645457"/>
            <a:ext cx="2743200" cy="365125"/>
          </a:xfrm>
        </p:spPr>
        <p:txBody>
          <a:bodyPr/>
          <a:lstStyle/>
          <a:p>
            <a:fld id="{BFBF0C76-1774-44F4-9A7B-3F52CA5A8B00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941D1F8-1431-830B-D821-8CB614019AA1}"/>
              </a:ext>
            </a:extLst>
          </p:cNvPr>
          <p:cNvSpPr txBox="1"/>
          <p:nvPr/>
        </p:nvSpPr>
        <p:spPr>
          <a:xfrm rot="5400000">
            <a:off x="-1844808" y="2917071"/>
            <a:ext cx="6262577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9600" dirty="0">
                <a:latin typeface="標楷體" panose="03000509000000000000" pitchFamily="65" charset="-120"/>
                <a:ea typeface="標楷體" panose="03000509000000000000" pitchFamily="65" charset="-120"/>
              </a:rPr>
              <a:t> JCA5F-D3</a:t>
            </a:r>
            <a:endParaRPr lang="zh-TW" altLang="en-US" sz="9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2241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58cc25-17ae-4e0b-9115-fbfa5f868cf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A835441D6709AE418E2F4C9F86A1C897" ma:contentTypeVersion="13" ma:contentTypeDescription="建立新的文件。" ma:contentTypeScope="" ma:versionID="2cadf17a2a2943b815955c8b6a6803da">
  <xsd:schema xmlns:xsd="http://www.w3.org/2001/XMLSchema" xmlns:xs="http://www.w3.org/2001/XMLSchema" xmlns:p="http://schemas.microsoft.com/office/2006/metadata/properties" xmlns:ns2="c458cc25-17ae-4e0b-9115-fbfa5f868cf1" xmlns:ns3="cf4aa4e3-a364-4b84-b866-9b556114f389" targetNamespace="http://schemas.microsoft.com/office/2006/metadata/properties" ma:root="true" ma:fieldsID="4a5fd4feb20beaa77f881914b9d24d13" ns2:_="" ns3:_="">
    <xsd:import namespace="c458cc25-17ae-4e0b-9115-fbfa5f868cf1"/>
    <xsd:import namespace="cf4aa4e3-a364-4b84-b866-9b556114f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LengthInSeconds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58cc25-17ae-4e0b-9115-fbfa5f868c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影像標籤" ma:readOnly="false" ma:fieldId="{5cf76f15-5ced-4ddc-b409-7134ff3c332f}" ma:taxonomyMulti="true" ma:sspId="c8303c3f-93c5-4913-a794-93bbe4bd50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4aa4e3-a364-4b84-b866-9b556114f38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3E72E3-9F28-4505-8F58-6DBD25CD09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053FB4-60E2-48BC-918A-BF8AB33E3E08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c458cc25-17ae-4e0b-9115-fbfa5f868cf1"/>
    <ds:schemaRef ds:uri="http://schemas.microsoft.com/office/2006/metadata/properties"/>
    <ds:schemaRef ds:uri="http://schemas.microsoft.com/office/2006/documentManagement/types"/>
    <ds:schemaRef ds:uri="cf4aa4e3-a364-4b84-b866-9b556114f38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99B6B32-0732-46D0-AF48-2183BC9EAC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58cc25-17ae-4e0b-9115-fbfa5f868cf1"/>
    <ds:schemaRef ds:uri="cf4aa4e3-a364-4b84-b866-9b556114f3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3387</TotalTime>
  <Words>1430</Words>
  <Application>Microsoft Office PowerPoint</Application>
  <PresentationFormat>寬螢幕</PresentationFormat>
  <Paragraphs>572</Paragraphs>
  <Slides>28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5" baseType="lpstr">
      <vt:lpstr>新細明體</vt:lpstr>
      <vt:lpstr>標楷體</vt:lpstr>
      <vt:lpstr>Aptos</vt:lpstr>
      <vt:lpstr>Arial</vt:lpstr>
      <vt:lpstr>Calibri</vt:lpstr>
      <vt:lpstr>Calibri Light</vt:lpstr>
      <vt:lpstr>Office 佈景主題</vt:lpstr>
      <vt:lpstr>          </vt:lpstr>
      <vt:lpstr>                        長安宿舍  電盤位置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           電盤編號列印剪貼覆被參考 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chuangmingchih@yahoo.com.tw</dc:creator>
  <cp:lastModifiedBy>邱雅琳</cp:lastModifiedBy>
  <cp:revision>170</cp:revision>
  <cp:lastPrinted>2026-05-19T02:49:10Z</cp:lastPrinted>
  <dcterms:created xsi:type="dcterms:W3CDTF">2026-03-04T00:54:52Z</dcterms:created>
  <dcterms:modified xsi:type="dcterms:W3CDTF">2026-05-19T02:49:55Z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0x010100A835441D6709AE418E2F4C9F86A1C897</vt:lpwstr>
  </property>
  <property fmtid="{D5CDD505-2E9C-101B-9397-08002B2CF9AE}" pid="3" name="MediaServiceImageTags">
    <vt:lpwstr/>
  </property>
</Properties>
</file>